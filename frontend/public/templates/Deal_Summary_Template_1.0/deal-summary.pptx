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44" r:id="rId1"/>
  </p:sldMasterIdLst>
  <p:notesMasterIdLst>
    <p:notesMasterId r:id="rId7"/>
  </p:notesMasterIdLst>
  <p:handoutMasterIdLst>
    <p:handoutMasterId r:id="rId8"/>
  </p:handoutMasterIdLst>
  <p:sldIdLst>
    <p:sldId id="311" r:id="rId2"/>
    <p:sldId id="454" r:id="rId3"/>
    <p:sldId id="463" r:id="rId4"/>
    <p:sldId id="462" r:id="rId5"/>
    <p:sldId id="460" r:id="rId6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9" userDrawn="1">
          <p15:clr>
            <a:srgbClr val="A4A3A4"/>
          </p15:clr>
        </p15:guide>
        <p15:guide id="2" pos="308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DCE6F1"/>
    <a:srgbClr val="C60000"/>
    <a:srgbClr val="E1261C"/>
    <a:srgbClr val="213D87"/>
    <a:srgbClr val="5CC121"/>
    <a:srgbClr val="33A9B7"/>
    <a:srgbClr val="91B8C1"/>
    <a:srgbClr val="E5F0FA"/>
    <a:srgbClr val="0E74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20" autoAdjust="0"/>
    <p:restoredTop sz="96301" autoAdjust="0"/>
  </p:normalViewPr>
  <p:slideViewPr>
    <p:cSldViewPr snapToGrid="0">
      <p:cViewPr varScale="1">
        <p:scale>
          <a:sx n="127" d="100"/>
          <a:sy n="127" d="100"/>
        </p:scale>
        <p:origin x="1496" y="192"/>
      </p:cViewPr>
      <p:guideLst>
        <p:guide orient="horz" pos="1389"/>
        <p:guide pos="308"/>
        <p:guide orient="horz" pos="411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ASUS\Desktop\project-template1.0.0\price-tren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934708083276747E-2"/>
          <c:y val="4.2906877463241691E-2"/>
          <c:w val="0.88130583833446507"/>
          <c:h val="0.88636872426773528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Quanti!$C$14</c:f>
              <c:strCache>
                <c:ptCount val="1"/>
                <c:pt idx="0">
                  <c:v>거래량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Quanti!$A$15:$A$1239</c:f>
              <c:numCache>
                <c:formatCode>m/d/yyyy</c:formatCode>
                <c:ptCount val="1225"/>
                <c:pt idx="0">
                  <c:v>46161</c:v>
                </c:pt>
                <c:pt idx="1">
                  <c:v>46160</c:v>
                </c:pt>
                <c:pt idx="2">
                  <c:v>46157</c:v>
                </c:pt>
                <c:pt idx="3">
                  <c:v>46156</c:v>
                </c:pt>
                <c:pt idx="4">
                  <c:v>46155</c:v>
                </c:pt>
                <c:pt idx="5">
                  <c:v>46154</c:v>
                </c:pt>
                <c:pt idx="6">
                  <c:v>46153</c:v>
                </c:pt>
                <c:pt idx="7">
                  <c:v>46150</c:v>
                </c:pt>
                <c:pt idx="8">
                  <c:v>46149</c:v>
                </c:pt>
                <c:pt idx="9">
                  <c:v>46148</c:v>
                </c:pt>
                <c:pt idx="10">
                  <c:v>46146</c:v>
                </c:pt>
                <c:pt idx="11">
                  <c:v>46142</c:v>
                </c:pt>
                <c:pt idx="12">
                  <c:v>46141</c:v>
                </c:pt>
                <c:pt idx="13">
                  <c:v>46140</c:v>
                </c:pt>
                <c:pt idx="14">
                  <c:v>46139</c:v>
                </c:pt>
                <c:pt idx="15">
                  <c:v>46136</c:v>
                </c:pt>
                <c:pt idx="16">
                  <c:v>46135</c:v>
                </c:pt>
                <c:pt idx="17">
                  <c:v>46134</c:v>
                </c:pt>
                <c:pt idx="18">
                  <c:v>46133</c:v>
                </c:pt>
                <c:pt idx="19">
                  <c:v>46132</c:v>
                </c:pt>
                <c:pt idx="20">
                  <c:v>46129</c:v>
                </c:pt>
                <c:pt idx="21">
                  <c:v>46128</c:v>
                </c:pt>
                <c:pt idx="22">
                  <c:v>46127</c:v>
                </c:pt>
                <c:pt idx="23">
                  <c:v>46126</c:v>
                </c:pt>
                <c:pt idx="24">
                  <c:v>46125</c:v>
                </c:pt>
                <c:pt idx="25">
                  <c:v>46122</c:v>
                </c:pt>
                <c:pt idx="26">
                  <c:v>46121</c:v>
                </c:pt>
                <c:pt idx="27">
                  <c:v>46120</c:v>
                </c:pt>
                <c:pt idx="28">
                  <c:v>46119</c:v>
                </c:pt>
                <c:pt idx="29">
                  <c:v>46118</c:v>
                </c:pt>
                <c:pt idx="30">
                  <c:v>46115</c:v>
                </c:pt>
                <c:pt idx="31">
                  <c:v>46114</c:v>
                </c:pt>
                <c:pt idx="32">
                  <c:v>46113</c:v>
                </c:pt>
                <c:pt idx="33">
                  <c:v>46112</c:v>
                </c:pt>
                <c:pt idx="34">
                  <c:v>46111</c:v>
                </c:pt>
                <c:pt idx="35">
                  <c:v>46108</c:v>
                </c:pt>
                <c:pt idx="36">
                  <c:v>46107</c:v>
                </c:pt>
                <c:pt idx="37">
                  <c:v>46106</c:v>
                </c:pt>
                <c:pt idx="38">
                  <c:v>46105</c:v>
                </c:pt>
                <c:pt idx="39">
                  <c:v>46104</c:v>
                </c:pt>
                <c:pt idx="40">
                  <c:v>46101</c:v>
                </c:pt>
                <c:pt idx="41">
                  <c:v>46100</c:v>
                </c:pt>
                <c:pt idx="42">
                  <c:v>46099</c:v>
                </c:pt>
                <c:pt idx="43">
                  <c:v>46098</c:v>
                </c:pt>
                <c:pt idx="44">
                  <c:v>46097</c:v>
                </c:pt>
                <c:pt idx="45">
                  <c:v>46094</c:v>
                </c:pt>
                <c:pt idx="46">
                  <c:v>46093</c:v>
                </c:pt>
                <c:pt idx="47">
                  <c:v>46092</c:v>
                </c:pt>
                <c:pt idx="48">
                  <c:v>46091</c:v>
                </c:pt>
                <c:pt idx="49">
                  <c:v>46090</c:v>
                </c:pt>
                <c:pt idx="50">
                  <c:v>46087</c:v>
                </c:pt>
                <c:pt idx="51">
                  <c:v>46086</c:v>
                </c:pt>
                <c:pt idx="52">
                  <c:v>46085</c:v>
                </c:pt>
                <c:pt idx="53">
                  <c:v>46084</c:v>
                </c:pt>
                <c:pt idx="54">
                  <c:v>46080</c:v>
                </c:pt>
                <c:pt idx="55">
                  <c:v>46079</c:v>
                </c:pt>
                <c:pt idx="56">
                  <c:v>46078</c:v>
                </c:pt>
                <c:pt idx="57">
                  <c:v>46077</c:v>
                </c:pt>
                <c:pt idx="58">
                  <c:v>46076</c:v>
                </c:pt>
                <c:pt idx="59">
                  <c:v>46073</c:v>
                </c:pt>
                <c:pt idx="60">
                  <c:v>46072</c:v>
                </c:pt>
                <c:pt idx="61">
                  <c:v>46066</c:v>
                </c:pt>
                <c:pt idx="62">
                  <c:v>46065</c:v>
                </c:pt>
                <c:pt idx="63">
                  <c:v>46064</c:v>
                </c:pt>
                <c:pt idx="64">
                  <c:v>46063</c:v>
                </c:pt>
                <c:pt idx="65">
                  <c:v>46062</c:v>
                </c:pt>
                <c:pt idx="66">
                  <c:v>46059</c:v>
                </c:pt>
                <c:pt idx="67">
                  <c:v>46058</c:v>
                </c:pt>
                <c:pt idx="68">
                  <c:v>46057</c:v>
                </c:pt>
                <c:pt idx="69">
                  <c:v>46056</c:v>
                </c:pt>
                <c:pt idx="70">
                  <c:v>46055</c:v>
                </c:pt>
                <c:pt idx="71">
                  <c:v>46052</c:v>
                </c:pt>
                <c:pt idx="72">
                  <c:v>46051</c:v>
                </c:pt>
                <c:pt idx="73">
                  <c:v>46050</c:v>
                </c:pt>
                <c:pt idx="74">
                  <c:v>46049</c:v>
                </c:pt>
                <c:pt idx="75">
                  <c:v>46048</c:v>
                </c:pt>
                <c:pt idx="76">
                  <c:v>46045</c:v>
                </c:pt>
                <c:pt idx="77">
                  <c:v>46044</c:v>
                </c:pt>
                <c:pt idx="78">
                  <c:v>46043</c:v>
                </c:pt>
                <c:pt idx="79">
                  <c:v>46042</c:v>
                </c:pt>
                <c:pt idx="80">
                  <c:v>46041</c:v>
                </c:pt>
                <c:pt idx="81">
                  <c:v>46038</c:v>
                </c:pt>
                <c:pt idx="82">
                  <c:v>46037</c:v>
                </c:pt>
                <c:pt idx="83">
                  <c:v>46036</c:v>
                </c:pt>
                <c:pt idx="84">
                  <c:v>46035</c:v>
                </c:pt>
                <c:pt idx="85">
                  <c:v>46034</c:v>
                </c:pt>
                <c:pt idx="86">
                  <c:v>46031</c:v>
                </c:pt>
                <c:pt idx="87">
                  <c:v>46030</c:v>
                </c:pt>
                <c:pt idx="88">
                  <c:v>46029</c:v>
                </c:pt>
                <c:pt idx="89">
                  <c:v>46028</c:v>
                </c:pt>
                <c:pt idx="90">
                  <c:v>46027</c:v>
                </c:pt>
                <c:pt idx="91">
                  <c:v>46024</c:v>
                </c:pt>
                <c:pt idx="92">
                  <c:v>46021</c:v>
                </c:pt>
                <c:pt idx="93">
                  <c:v>46020</c:v>
                </c:pt>
                <c:pt idx="94">
                  <c:v>46017</c:v>
                </c:pt>
                <c:pt idx="95">
                  <c:v>46015</c:v>
                </c:pt>
                <c:pt idx="96">
                  <c:v>46014</c:v>
                </c:pt>
                <c:pt idx="97">
                  <c:v>46013</c:v>
                </c:pt>
                <c:pt idx="98">
                  <c:v>46010</c:v>
                </c:pt>
                <c:pt idx="99">
                  <c:v>46009</c:v>
                </c:pt>
                <c:pt idx="100">
                  <c:v>46008</c:v>
                </c:pt>
                <c:pt idx="101">
                  <c:v>46007</c:v>
                </c:pt>
                <c:pt idx="102">
                  <c:v>46006</c:v>
                </c:pt>
                <c:pt idx="103">
                  <c:v>46003</c:v>
                </c:pt>
                <c:pt idx="104">
                  <c:v>46002</c:v>
                </c:pt>
                <c:pt idx="105">
                  <c:v>46001</c:v>
                </c:pt>
                <c:pt idx="106">
                  <c:v>46000</c:v>
                </c:pt>
                <c:pt idx="107">
                  <c:v>45999</c:v>
                </c:pt>
                <c:pt idx="108">
                  <c:v>45996</c:v>
                </c:pt>
                <c:pt idx="109">
                  <c:v>45995</c:v>
                </c:pt>
                <c:pt idx="110">
                  <c:v>45994</c:v>
                </c:pt>
                <c:pt idx="111">
                  <c:v>45993</c:v>
                </c:pt>
                <c:pt idx="112">
                  <c:v>45992</c:v>
                </c:pt>
                <c:pt idx="113">
                  <c:v>45989</c:v>
                </c:pt>
                <c:pt idx="114">
                  <c:v>45988</c:v>
                </c:pt>
                <c:pt idx="115">
                  <c:v>45987</c:v>
                </c:pt>
                <c:pt idx="116">
                  <c:v>45986</c:v>
                </c:pt>
                <c:pt idx="117">
                  <c:v>45985</c:v>
                </c:pt>
                <c:pt idx="118">
                  <c:v>45982</c:v>
                </c:pt>
                <c:pt idx="119">
                  <c:v>45981</c:v>
                </c:pt>
                <c:pt idx="120">
                  <c:v>45980</c:v>
                </c:pt>
                <c:pt idx="121">
                  <c:v>45979</c:v>
                </c:pt>
                <c:pt idx="122">
                  <c:v>45978</c:v>
                </c:pt>
                <c:pt idx="123">
                  <c:v>45975</c:v>
                </c:pt>
                <c:pt idx="124">
                  <c:v>45974</c:v>
                </c:pt>
                <c:pt idx="125">
                  <c:v>45973</c:v>
                </c:pt>
                <c:pt idx="126">
                  <c:v>45972</c:v>
                </c:pt>
                <c:pt idx="127">
                  <c:v>45971</c:v>
                </c:pt>
                <c:pt idx="128">
                  <c:v>45968</c:v>
                </c:pt>
                <c:pt idx="129">
                  <c:v>45967</c:v>
                </c:pt>
                <c:pt idx="130">
                  <c:v>45966</c:v>
                </c:pt>
                <c:pt idx="131">
                  <c:v>45965</c:v>
                </c:pt>
                <c:pt idx="132">
                  <c:v>45964</c:v>
                </c:pt>
                <c:pt idx="133">
                  <c:v>45961</c:v>
                </c:pt>
                <c:pt idx="134">
                  <c:v>45960</c:v>
                </c:pt>
                <c:pt idx="135">
                  <c:v>45959</c:v>
                </c:pt>
                <c:pt idx="136">
                  <c:v>45958</c:v>
                </c:pt>
                <c:pt idx="137">
                  <c:v>45957</c:v>
                </c:pt>
                <c:pt idx="138">
                  <c:v>45954</c:v>
                </c:pt>
                <c:pt idx="139">
                  <c:v>45953</c:v>
                </c:pt>
                <c:pt idx="140">
                  <c:v>45952</c:v>
                </c:pt>
                <c:pt idx="141">
                  <c:v>45951</c:v>
                </c:pt>
                <c:pt idx="142">
                  <c:v>45950</c:v>
                </c:pt>
                <c:pt idx="143">
                  <c:v>45947</c:v>
                </c:pt>
                <c:pt idx="144">
                  <c:v>45946</c:v>
                </c:pt>
                <c:pt idx="145">
                  <c:v>45945</c:v>
                </c:pt>
                <c:pt idx="146">
                  <c:v>45944</c:v>
                </c:pt>
                <c:pt idx="147">
                  <c:v>45943</c:v>
                </c:pt>
                <c:pt idx="148">
                  <c:v>45940</c:v>
                </c:pt>
                <c:pt idx="149">
                  <c:v>45932</c:v>
                </c:pt>
                <c:pt idx="150">
                  <c:v>45931</c:v>
                </c:pt>
                <c:pt idx="151">
                  <c:v>45930</c:v>
                </c:pt>
                <c:pt idx="152">
                  <c:v>45929</c:v>
                </c:pt>
                <c:pt idx="153">
                  <c:v>45926</c:v>
                </c:pt>
                <c:pt idx="154">
                  <c:v>45925</c:v>
                </c:pt>
                <c:pt idx="155">
                  <c:v>45924</c:v>
                </c:pt>
                <c:pt idx="156">
                  <c:v>45923</c:v>
                </c:pt>
                <c:pt idx="157">
                  <c:v>45922</c:v>
                </c:pt>
                <c:pt idx="158">
                  <c:v>45919</c:v>
                </c:pt>
                <c:pt idx="159">
                  <c:v>45918</c:v>
                </c:pt>
                <c:pt idx="160">
                  <c:v>45917</c:v>
                </c:pt>
                <c:pt idx="161">
                  <c:v>45916</c:v>
                </c:pt>
                <c:pt idx="162">
                  <c:v>45915</c:v>
                </c:pt>
                <c:pt idx="163">
                  <c:v>45912</c:v>
                </c:pt>
                <c:pt idx="164">
                  <c:v>45911</c:v>
                </c:pt>
                <c:pt idx="165">
                  <c:v>45910</c:v>
                </c:pt>
                <c:pt idx="166">
                  <c:v>45909</c:v>
                </c:pt>
                <c:pt idx="167">
                  <c:v>45908</c:v>
                </c:pt>
                <c:pt idx="168">
                  <c:v>45905</c:v>
                </c:pt>
                <c:pt idx="169">
                  <c:v>45904</c:v>
                </c:pt>
                <c:pt idx="170">
                  <c:v>45903</c:v>
                </c:pt>
                <c:pt idx="171">
                  <c:v>45902</c:v>
                </c:pt>
                <c:pt idx="172">
                  <c:v>45901</c:v>
                </c:pt>
                <c:pt idx="173">
                  <c:v>45898</c:v>
                </c:pt>
                <c:pt idx="174">
                  <c:v>45897</c:v>
                </c:pt>
                <c:pt idx="175">
                  <c:v>45896</c:v>
                </c:pt>
                <c:pt idx="176">
                  <c:v>45895</c:v>
                </c:pt>
                <c:pt idx="177">
                  <c:v>45894</c:v>
                </c:pt>
                <c:pt idx="178">
                  <c:v>45891</c:v>
                </c:pt>
                <c:pt idx="179">
                  <c:v>45890</c:v>
                </c:pt>
                <c:pt idx="180">
                  <c:v>45889</c:v>
                </c:pt>
                <c:pt idx="181">
                  <c:v>45888</c:v>
                </c:pt>
                <c:pt idx="182">
                  <c:v>45887</c:v>
                </c:pt>
                <c:pt idx="183">
                  <c:v>45883</c:v>
                </c:pt>
                <c:pt idx="184">
                  <c:v>45882</c:v>
                </c:pt>
                <c:pt idx="185">
                  <c:v>45881</c:v>
                </c:pt>
                <c:pt idx="186">
                  <c:v>45880</c:v>
                </c:pt>
                <c:pt idx="187">
                  <c:v>45877</c:v>
                </c:pt>
                <c:pt idx="188">
                  <c:v>45876</c:v>
                </c:pt>
                <c:pt idx="189">
                  <c:v>45875</c:v>
                </c:pt>
                <c:pt idx="190">
                  <c:v>45874</c:v>
                </c:pt>
                <c:pt idx="191">
                  <c:v>45873</c:v>
                </c:pt>
                <c:pt idx="192">
                  <c:v>45870</c:v>
                </c:pt>
                <c:pt idx="193">
                  <c:v>45869</c:v>
                </c:pt>
                <c:pt idx="194">
                  <c:v>45868</c:v>
                </c:pt>
                <c:pt idx="195">
                  <c:v>45867</c:v>
                </c:pt>
                <c:pt idx="196">
                  <c:v>45866</c:v>
                </c:pt>
                <c:pt idx="197">
                  <c:v>45863</c:v>
                </c:pt>
                <c:pt idx="198">
                  <c:v>45862</c:v>
                </c:pt>
                <c:pt idx="199">
                  <c:v>45861</c:v>
                </c:pt>
                <c:pt idx="200">
                  <c:v>45860</c:v>
                </c:pt>
                <c:pt idx="201">
                  <c:v>45859</c:v>
                </c:pt>
                <c:pt idx="202">
                  <c:v>45856</c:v>
                </c:pt>
                <c:pt idx="203">
                  <c:v>45855</c:v>
                </c:pt>
                <c:pt idx="204">
                  <c:v>45854</c:v>
                </c:pt>
                <c:pt idx="205">
                  <c:v>45853</c:v>
                </c:pt>
                <c:pt idx="206">
                  <c:v>45852</c:v>
                </c:pt>
                <c:pt idx="207">
                  <c:v>45849</c:v>
                </c:pt>
                <c:pt idx="208">
                  <c:v>45848</c:v>
                </c:pt>
                <c:pt idx="209">
                  <c:v>45847</c:v>
                </c:pt>
                <c:pt idx="210">
                  <c:v>45846</c:v>
                </c:pt>
                <c:pt idx="211">
                  <c:v>45845</c:v>
                </c:pt>
                <c:pt idx="212">
                  <c:v>45842</c:v>
                </c:pt>
                <c:pt idx="213">
                  <c:v>45841</c:v>
                </c:pt>
                <c:pt idx="214">
                  <c:v>45840</c:v>
                </c:pt>
                <c:pt idx="215">
                  <c:v>45839</c:v>
                </c:pt>
                <c:pt idx="216">
                  <c:v>45838</c:v>
                </c:pt>
                <c:pt idx="217">
                  <c:v>45835</c:v>
                </c:pt>
                <c:pt idx="218">
                  <c:v>45834</c:v>
                </c:pt>
                <c:pt idx="219">
                  <c:v>45833</c:v>
                </c:pt>
                <c:pt idx="220">
                  <c:v>45832</c:v>
                </c:pt>
                <c:pt idx="221">
                  <c:v>45831</c:v>
                </c:pt>
                <c:pt idx="222">
                  <c:v>45828</c:v>
                </c:pt>
                <c:pt idx="223">
                  <c:v>45827</c:v>
                </c:pt>
                <c:pt idx="224">
                  <c:v>45826</c:v>
                </c:pt>
                <c:pt idx="225">
                  <c:v>45825</c:v>
                </c:pt>
                <c:pt idx="226">
                  <c:v>45824</c:v>
                </c:pt>
                <c:pt idx="227">
                  <c:v>45821</c:v>
                </c:pt>
                <c:pt idx="228">
                  <c:v>45820</c:v>
                </c:pt>
                <c:pt idx="229">
                  <c:v>45819</c:v>
                </c:pt>
                <c:pt idx="230">
                  <c:v>45818</c:v>
                </c:pt>
                <c:pt idx="231">
                  <c:v>45817</c:v>
                </c:pt>
                <c:pt idx="232">
                  <c:v>45813</c:v>
                </c:pt>
                <c:pt idx="233">
                  <c:v>45812</c:v>
                </c:pt>
                <c:pt idx="234">
                  <c:v>45810</c:v>
                </c:pt>
                <c:pt idx="235">
                  <c:v>45807</c:v>
                </c:pt>
                <c:pt idx="236">
                  <c:v>45806</c:v>
                </c:pt>
                <c:pt idx="237">
                  <c:v>45805</c:v>
                </c:pt>
                <c:pt idx="238">
                  <c:v>45804</c:v>
                </c:pt>
                <c:pt idx="239">
                  <c:v>45803</c:v>
                </c:pt>
                <c:pt idx="240">
                  <c:v>45800</c:v>
                </c:pt>
                <c:pt idx="241">
                  <c:v>45799</c:v>
                </c:pt>
                <c:pt idx="242">
                  <c:v>45798</c:v>
                </c:pt>
                <c:pt idx="243">
                  <c:v>45797</c:v>
                </c:pt>
                <c:pt idx="244">
                  <c:v>45796</c:v>
                </c:pt>
                <c:pt idx="245">
                  <c:v>45793</c:v>
                </c:pt>
                <c:pt idx="246">
                  <c:v>45792</c:v>
                </c:pt>
                <c:pt idx="247">
                  <c:v>45791</c:v>
                </c:pt>
                <c:pt idx="248">
                  <c:v>45790</c:v>
                </c:pt>
                <c:pt idx="249">
                  <c:v>45789</c:v>
                </c:pt>
                <c:pt idx="250">
                  <c:v>45786</c:v>
                </c:pt>
                <c:pt idx="251">
                  <c:v>45785</c:v>
                </c:pt>
                <c:pt idx="252">
                  <c:v>45784</c:v>
                </c:pt>
                <c:pt idx="253">
                  <c:v>45779</c:v>
                </c:pt>
                <c:pt idx="254">
                  <c:v>45777</c:v>
                </c:pt>
                <c:pt idx="255">
                  <c:v>45776</c:v>
                </c:pt>
                <c:pt idx="256">
                  <c:v>45775</c:v>
                </c:pt>
                <c:pt idx="257">
                  <c:v>45772</c:v>
                </c:pt>
                <c:pt idx="258">
                  <c:v>45771</c:v>
                </c:pt>
                <c:pt idx="259">
                  <c:v>45770</c:v>
                </c:pt>
                <c:pt idx="260">
                  <c:v>45769</c:v>
                </c:pt>
                <c:pt idx="261">
                  <c:v>45768</c:v>
                </c:pt>
                <c:pt idx="262">
                  <c:v>45765</c:v>
                </c:pt>
                <c:pt idx="263">
                  <c:v>45764</c:v>
                </c:pt>
                <c:pt idx="264">
                  <c:v>45763</c:v>
                </c:pt>
                <c:pt idx="265">
                  <c:v>45762</c:v>
                </c:pt>
                <c:pt idx="266">
                  <c:v>45761</c:v>
                </c:pt>
                <c:pt idx="267">
                  <c:v>45758</c:v>
                </c:pt>
                <c:pt idx="268">
                  <c:v>45757</c:v>
                </c:pt>
                <c:pt idx="269">
                  <c:v>45756</c:v>
                </c:pt>
                <c:pt idx="270">
                  <c:v>45755</c:v>
                </c:pt>
                <c:pt idx="271">
                  <c:v>45754</c:v>
                </c:pt>
                <c:pt idx="272">
                  <c:v>45751</c:v>
                </c:pt>
                <c:pt idx="273">
                  <c:v>45750</c:v>
                </c:pt>
                <c:pt idx="274">
                  <c:v>45749</c:v>
                </c:pt>
                <c:pt idx="275">
                  <c:v>45748</c:v>
                </c:pt>
                <c:pt idx="276">
                  <c:v>45747</c:v>
                </c:pt>
                <c:pt idx="277">
                  <c:v>45744</c:v>
                </c:pt>
                <c:pt idx="278">
                  <c:v>45743</c:v>
                </c:pt>
                <c:pt idx="279">
                  <c:v>45742</c:v>
                </c:pt>
                <c:pt idx="280">
                  <c:v>45741</c:v>
                </c:pt>
                <c:pt idx="281">
                  <c:v>45740</c:v>
                </c:pt>
                <c:pt idx="282">
                  <c:v>45737</c:v>
                </c:pt>
                <c:pt idx="283">
                  <c:v>45736</c:v>
                </c:pt>
                <c:pt idx="284">
                  <c:v>45735</c:v>
                </c:pt>
                <c:pt idx="285">
                  <c:v>45734</c:v>
                </c:pt>
                <c:pt idx="286">
                  <c:v>45733</c:v>
                </c:pt>
                <c:pt idx="287">
                  <c:v>45730</c:v>
                </c:pt>
                <c:pt idx="288">
                  <c:v>45729</c:v>
                </c:pt>
                <c:pt idx="289">
                  <c:v>45728</c:v>
                </c:pt>
                <c:pt idx="290">
                  <c:v>45727</c:v>
                </c:pt>
                <c:pt idx="291">
                  <c:v>45726</c:v>
                </c:pt>
                <c:pt idx="292">
                  <c:v>45723</c:v>
                </c:pt>
                <c:pt idx="293">
                  <c:v>45722</c:v>
                </c:pt>
                <c:pt idx="294">
                  <c:v>45721</c:v>
                </c:pt>
                <c:pt idx="295">
                  <c:v>45720</c:v>
                </c:pt>
                <c:pt idx="296">
                  <c:v>45716</c:v>
                </c:pt>
                <c:pt idx="297">
                  <c:v>45715</c:v>
                </c:pt>
                <c:pt idx="298">
                  <c:v>45714</c:v>
                </c:pt>
                <c:pt idx="299">
                  <c:v>45713</c:v>
                </c:pt>
                <c:pt idx="300">
                  <c:v>45712</c:v>
                </c:pt>
                <c:pt idx="301">
                  <c:v>45709</c:v>
                </c:pt>
                <c:pt idx="302">
                  <c:v>45708</c:v>
                </c:pt>
                <c:pt idx="303">
                  <c:v>45707</c:v>
                </c:pt>
                <c:pt idx="304">
                  <c:v>45706</c:v>
                </c:pt>
                <c:pt idx="305">
                  <c:v>45705</c:v>
                </c:pt>
                <c:pt idx="306">
                  <c:v>45702</c:v>
                </c:pt>
                <c:pt idx="307">
                  <c:v>45701</c:v>
                </c:pt>
                <c:pt idx="308">
                  <c:v>45700</c:v>
                </c:pt>
                <c:pt idx="309">
                  <c:v>45699</c:v>
                </c:pt>
                <c:pt idx="310">
                  <c:v>45698</c:v>
                </c:pt>
                <c:pt idx="311">
                  <c:v>45695</c:v>
                </c:pt>
                <c:pt idx="312">
                  <c:v>45694</c:v>
                </c:pt>
                <c:pt idx="313">
                  <c:v>45693</c:v>
                </c:pt>
                <c:pt idx="314">
                  <c:v>45692</c:v>
                </c:pt>
                <c:pt idx="315">
                  <c:v>45691</c:v>
                </c:pt>
                <c:pt idx="316">
                  <c:v>45688</c:v>
                </c:pt>
                <c:pt idx="317">
                  <c:v>45681</c:v>
                </c:pt>
                <c:pt idx="318">
                  <c:v>45680</c:v>
                </c:pt>
                <c:pt idx="319">
                  <c:v>45679</c:v>
                </c:pt>
                <c:pt idx="320">
                  <c:v>45678</c:v>
                </c:pt>
                <c:pt idx="321">
                  <c:v>45677</c:v>
                </c:pt>
                <c:pt idx="322">
                  <c:v>45674</c:v>
                </c:pt>
                <c:pt idx="323">
                  <c:v>45673</c:v>
                </c:pt>
                <c:pt idx="324">
                  <c:v>45672</c:v>
                </c:pt>
                <c:pt idx="325">
                  <c:v>45671</c:v>
                </c:pt>
                <c:pt idx="326">
                  <c:v>45670</c:v>
                </c:pt>
                <c:pt idx="327">
                  <c:v>45667</c:v>
                </c:pt>
                <c:pt idx="328">
                  <c:v>45666</c:v>
                </c:pt>
                <c:pt idx="329">
                  <c:v>45665</c:v>
                </c:pt>
                <c:pt idx="330">
                  <c:v>45664</c:v>
                </c:pt>
                <c:pt idx="331">
                  <c:v>45663</c:v>
                </c:pt>
                <c:pt idx="332">
                  <c:v>45660</c:v>
                </c:pt>
                <c:pt idx="333">
                  <c:v>45659</c:v>
                </c:pt>
                <c:pt idx="334">
                  <c:v>45656</c:v>
                </c:pt>
                <c:pt idx="335">
                  <c:v>45653</c:v>
                </c:pt>
                <c:pt idx="336">
                  <c:v>45652</c:v>
                </c:pt>
                <c:pt idx="337">
                  <c:v>45650</c:v>
                </c:pt>
                <c:pt idx="338">
                  <c:v>45649</c:v>
                </c:pt>
                <c:pt idx="339">
                  <c:v>45646</c:v>
                </c:pt>
                <c:pt idx="340">
                  <c:v>45645</c:v>
                </c:pt>
                <c:pt idx="341">
                  <c:v>45644</c:v>
                </c:pt>
                <c:pt idx="342">
                  <c:v>45643</c:v>
                </c:pt>
                <c:pt idx="343">
                  <c:v>45642</c:v>
                </c:pt>
                <c:pt idx="344">
                  <c:v>45639</c:v>
                </c:pt>
                <c:pt idx="345">
                  <c:v>45638</c:v>
                </c:pt>
                <c:pt idx="346">
                  <c:v>45637</c:v>
                </c:pt>
                <c:pt idx="347">
                  <c:v>45636</c:v>
                </c:pt>
                <c:pt idx="348">
                  <c:v>45635</c:v>
                </c:pt>
                <c:pt idx="349">
                  <c:v>45632</c:v>
                </c:pt>
                <c:pt idx="350">
                  <c:v>45631</c:v>
                </c:pt>
                <c:pt idx="351">
                  <c:v>45630</c:v>
                </c:pt>
                <c:pt idx="352">
                  <c:v>45629</c:v>
                </c:pt>
                <c:pt idx="353">
                  <c:v>45628</c:v>
                </c:pt>
                <c:pt idx="354">
                  <c:v>45625</c:v>
                </c:pt>
                <c:pt idx="355">
                  <c:v>45624</c:v>
                </c:pt>
                <c:pt idx="356">
                  <c:v>45623</c:v>
                </c:pt>
                <c:pt idx="357">
                  <c:v>45622</c:v>
                </c:pt>
                <c:pt idx="358">
                  <c:v>45621</c:v>
                </c:pt>
                <c:pt idx="359">
                  <c:v>45618</c:v>
                </c:pt>
                <c:pt idx="360">
                  <c:v>45617</c:v>
                </c:pt>
                <c:pt idx="361">
                  <c:v>45616</c:v>
                </c:pt>
                <c:pt idx="362">
                  <c:v>45615</c:v>
                </c:pt>
                <c:pt idx="363">
                  <c:v>45614</c:v>
                </c:pt>
                <c:pt idx="364">
                  <c:v>45611</c:v>
                </c:pt>
                <c:pt idx="365">
                  <c:v>45610</c:v>
                </c:pt>
                <c:pt idx="366">
                  <c:v>45609</c:v>
                </c:pt>
                <c:pt idx="367">
                  <c:v>45608</c:v>
                </c:pt>
                <c:pt idx="368">
                  <c:v>45607</c:v>
                </c:pt>
                <c:pt idx="369">
                  <c:v>45604</c:v>
                </c:pt>
                <c:pt idx="370">
                  <c:v>45603</c:v>
                </c:pt>
                <c:pt idx="371">
                  <c:v>45602</c:v>
                </c:pt>
                <c:pt idx="372">
                  <c:v>45601</c:v>
                </c:pt>
                <c:pt idx="373">
                  <c:v>45600</c:v>
                </c:pt>
                <c:pt idx="374">
                  <c:v>45597</c:v>
                </c:pt>
                <c:pt idx="375">
                  <c:v>45596</c:v>
                </c:pt>
                <c:pt idx="376">
                  <c:v>45595</c:v>
                </c:pt>
                <c:pt idx="377">
                  <c:v>45594</c:v>
                </c:pt>
                <c:pt idx="378">
                  <c:v>45593</c:v>
                </c:pt>
                <c:pt idx="379">
                  <c:v>45590</c:v>
                </c:pt>
                <c:pt idx="380">
                  <c:v>45589</c:v>
                </c:pt>
                <c:pt idx="381">
                  <c:v>45588</c:v>
                </c:pt>
                <c:pt idx="382">
                  <c:v>45587</c:v>
                </c:pt>
                <c:pt idx="383">
                  <c:v>45586</c:v>
                </c:pt>
                <c:pt idx="384">
                  <c:v>45583</c:v>
                </c:pt>
                <c:pt idx="385">
                  <c:v>45582</c:v>
                </c:pt>
                <c:pt idx="386">
                  <c:v>45581</c:v>
                </c:pt>
                <c:pt idx="387">
                  <c:v>45580</c:v>
                </c:pt>
                <c:pt idx="388">
                  <c:v>45579</c:v>
                </c:pt>
                <c:pt idx="389">
                  <c:v>45576</c:v>
                </c:pt>
                <c:pt idx="390">
                  <c:v>45575</c:v>
                </c:pt>
                <c:pt idx="391">
                  <c:v>45573</c:v>
                </c:pt>
                <c:pt idx="392">
                  <c:v>45572</c:v>
                </c:pt>
                <c:pt idx="393">
                  <c:v>45569</c:v>
                </c:pt>
                <c:pt idx="394">
                  <c:v>45567</c:v>
                </c:pt>
                <c:pt idx="395">
                  <c:v>45565</c:v>
                </c:pt>
                <c:pt idx="396">
                  <c:v>45562</c:v>
                </c:pt>
                <c:pt idx="397">
                  <c:v>45561</c:v>
                </c:pt>
                <c:pt idx="398">
                  <c:v>45560</c:v>
                </c:pt>
                <c:pt idx="399">
                  <c:v>45559</c:v>
                </c:pt>
                <c:pt idx="400">
                  <c:v>45558</c:v>
                </c:pt>
                <c:pt idx="401">
                  <c:v>45555</c:v>
                </c:pt>
                <c:pt idx="402">
                  <c:v>45554</c:v>
                </c:pt>
                <c:pt idx="403">
                  <c:v>45548</c:v>
                </c:pt>
                <c:pt idx="404">
                  <c:v>45547</c:v>
                </c:pt>
                <c:pt idx="405">
                  <c:v>45546</c:v>
                </c:pt>
                <c:pt idx="406">
                  <c:v>45545</c:v>
                </c:pt>
                <c:pt idx="407">
                  <c:v>45544</c:v>
                </c:pt>
                <c:pt idx="408">
                  <c:v>45541</c:v>
                </c:pt>
                <c:pt idx="409">
                  <c:v>45540</c:v>
                </c:pt>
                <c:pt idx="410">
                  <c:v>45539</c:v>
                </c:pt>
                <c:pt idx="411">
                  <c:v>45538</c:v>
                </c:pt>
                <c:pt idx="412">
                  <c:v>45537</c:v>
                </c:pt>
                <c:pt idx="413">
                  <c:v>45534</c:v>
                </c:pt>
                <c:pt idx="414">
                  <c:v>45533</c:v>
                </c:pt>
                <c:pt idx="415">
                  <c:v>45532</c:v>
                </c:pt>
                <c:pt idx="416">
                  <c:v>45531</c:v>
                </c:pt>
                <c:pt idx="417">
                  <c:v>45530</c:v>
                </c:pt>
                <c:pt idx="418">
                  <c:v>45527</c:v>
                </c:pt>
                <c:pt idx="419">
                  <c:v>45526</c:v>
                </c:pt>
                <c:pt idx="420">
                  <c:v>45525</c:v>
                </c:pt>
                <c:pt idx="421">
                  <c:v>45524</c:v>
                </c:pt>
                <c:pt idx="422">
                  <c:v>45523</c:v>
                </c:pt>
                <c:pt idx="423">
                  <c:v>45520</c:v>
                </c:pt>
                <c:pt idx="424">
                  <c:v>45518</c:v>
                </c:pt>
                <c:pt idx="425">
                  <c:v>45517</c:v>
                </c:pt>
                <c:pt idx="426">
                  <c:v>45516</c:v>
                </c:pt>
                <c:pt idx="427">
                  <c:v>45513</c:v>
                </c:pt>
                <c:pt idx="428">
                  <c:v>45512</c:v>
                </c:pt>
                <c:pt idx="429">
                  <c:v>45511</c:v>
                </c:pt>
                <c:pt idx="430">
                  <c:v>45510</c:v>
                </c:pt>
                <c:pt idx="431">
                  <c:v>45509</c:v>
                </c:pt>
                <c:pt idx="432">
                  <c:v>45506</c:v>
                </c:pt>
                <c:pt idx="433">
                  <c:v>45505</c:v>
                </c:pt>
                <c:pt idx="434">
                  <c:v>45504</c:v>
                </c:pt>
                <c:pt idx="435">
                  <c:v>45503</c:v>
                </c:pt>
                <c:pt idx="436">
                  <c:v>45502</c:v>
                </c:pt>
                <c:pt idx="437">
                  <c:v>45499</c:v>
                </c:pt>
                <c:pt idx="438">
                  <c:v>45498</c:v>
                </c:pt>
                <c:pt idx="439">
                  <c:v>45497</c:v>
                </c:pt>
                <c:pt idx="440">
                  <c:v>45496</c:v>
                </c:pt>
                <c:pt idx="441">
                  <c:v>45495</c:v>
                </c:pt>
                <c:pt idx="442">
                  <c:v>45492</c:v>
                </c:pt>
                <c:pt idx="443">
                  <c:v>45491</c:v>
                </c:pt>
                <c:pt idx="444">
                  <c:v>45490</c:v>
                </c:pt>
                <c:pt idx="445">
                  <c:v>45489</c:v>
                </c:pt>
                <c:pt idx="446">
                  <c:v>45488</c:v>
                </c:pt>
                <c:pt idx="447">
                  <c:v>45485</c:v>
                </c:pt>
                <c:pt idx="448">
                  <c:v>45484</c:v>
                </c:pt>
                <c:pt idx="449">
                  <c:v>45483</c:v>
                </c:pt>
                <c:pt idx="450">
                  <c:v>45482</c:v>
                </c:pt>
                <c:pt idx="451">
                  <c:v>45481</c:v>
                </c:pt>
                <c:pt idx="452">
                  <c:v>45478</c:v>
                </c:pt>
                <c:pt idx="453">
                  <c:v>45477</c:v>
                </c:pt>
                <c:pt idx="454">
                  <c:v>45476</c:v>
                </c:pt>
                <c:pt idx="455">
                  <c:v>45475</c:v>
                </c:pt>
                <c:pt idx="456">
                  <c:v>45474</c:v>
                </c:pt>
                <c:pt idx="457">
                  <c:v>45471</c:v>
                </c:pt>
                <c:pt idx="458">
                  <c:v>45470</c:v>
                </c:pt>
                <c:pt idx="459">
                  <c:v>45469</c:v>
                </c:pt>
                <c:pt idx="460">
                  <c:v>45468</c:v>
                </c:pt>
                <c:pt idx="461">
                  <c:v>45467</c:v>
                </c:pt>
                <c:pt idx="462">
                  <c:v>45464</c:v>
                </c:pt>
                <c:pt idx="463">
                  <c:v>45463</c:v>
                </c:pt>
                <c:pt idx="464">
                  <c:v>45462</c:v>
                </c:pt>
                <c:pt idx="465">
                  <c:v>45461</c:v>
                </c:pt>
                <c:pt idx="466">
                  <c:v>45460</c:v>
                </c:pt>
                <c:pt idx="467">
                  <c:v>45457</c:v>
                </c:pt>
                <c:pt idx="468">
                  <c:v>45456</c:v>
                </c:pt>
                <c:pt idx="469">
                  <c:v>45455</c:v>
                </c:pt>
                <c:pt idx="470">
                  <c:v>45454</c:v>
                </c:pt>
                <c:pt idx="471">
                  <c:v>45453</c:v>
                </c:pt>
                <c:pt idx="472">
                  <c:v>45450</c:v>
                </c:pt>
                <c:pt idx="473">
                  <c:v>45448</c:v>
                </c:pt>
                <c:pt idx="474">
                  <c:v>45447</c:v>
                </c:pt>
                <c:pt idx="475">
                  <c:v>45446</c:v>
                </c:pt>
                <c:pt idx="476">
                  <c:v>45443</c:v>
                </c:pt>
                <c:pt idx="477">
                  <c:v>45442</c:v>
                </c:pt>
                <c:pt idx="478">
                  <c:v>45441</c:v>
                </c:pt>
                <c:pt idx="479">
                  <c:v>45440</c:v>
                </c:pt>
                <c:pt idx="480">
                  <c:v>45439</c:v>
                </c:pt>
                <c:pt idx="481">
                  <c:v>45436</c:v>
                </c:pt>
                <c:pt idx="482">
                  <c:v>45435</c:v>
                </c:pt>
                <c:pt idx="483">
                  <c:v>45434</c:v>
                </c:pt>
                <c:pt idx="484">
                  <c:v>45433</c:v>
                </c:pt>
                <c:pt idx="485">
                  <c:v>45432</c:v>
                </c:pt>
                <c:pt idx="486">
                  <c:v>45429</c:v>
                </c:pt>
                <c:pt idx="487">
                  <c:v>45428</c:v>
                </c:pt>
                <c:pt idx="488">
                  <c:v>45426</c:v>
                </c:pt>
                <c:pt idx="489">
                  <c:v>45425</c:v>
                </c:pt>
                <c:pt idx="490">
                  <c:v>45422</c:v>
                </c:pt>
                <c:pt idx="491">
                  <c:v>45421</c:v>
                </c:pt>
                <c:pt idx="492">
                  <c:v>45420</c:v>
                </c:pt>
                <c:pt idx="493">
                  <c:v>45419</c:v>
                </c:pt>
                <c:pt idx="494">
                  <c:v>45415</c:v>
                </c:pt>
                <c:pt idx="495">
                  <c:v>45414</c:v>
                </c:pt>
                <c:pt idx="496">
                  <c:v>45412</c:v>
                </c:pt>
                <c:pt idx="497">
                  <c:v>45411</c:v>
                </c:pt>
                <c:pt idx="498">
                  <c:v>45408</c:v>
                </c:pt>
                <c:pt idx="499">
                  <c:v>45407</c:v>
                </c:pt>
                <c:pt idx="500">
                  <c:v>45406</c:v>
                </c:pt>
                <c:pt idx="501">
                  <c:v>45405</c:v>
                </c:pt>
                <c:pt idx="502">
                  <c:v>45404</c:v>
                </c:pt>
                <c:pt idx="503">
                  <c:v>45401</c:v>
                </c:pt>
                <c:pt idx="504">
                  <c:v>45400</c:v>
                </c:pt>
                <c:pt idx="505">
                  <c:v>45399</c:v>
                </c:pt>
                <c:pt idx="506">
                  <c:v>45398</c:v>
                </c:pt>
                <c:pt idx="507">
                  <c:v>45397</c:v>
                </c:pt>
                <c:pt idx="508">
                  <c:v>45394</c:v>
                </c:pt>
                <c:pt idx="509">
                  <c:v>45393</c:v>
                </c:pt>
                <c:pt idx="510">
                  <c:v>45391</c:v>
                </c:pt>
                <c:pt idx="511">
                  <c:v>45390</c:v>
                </c:pt>
                <c:pt idx="512">
                  <c:v>45387</c:v>
                </c:pt>
                <c:pt idx="513">
                  <c:v>45386</c:v>
                </c:pt>
                <c:pt idx="514">
                  <c:v>45385</c:v>
                </c:pt>
                <c:pt idx="515">
                  <c:v>45384</c:v>
                </c:pt>
                <c:pt idx="516">
                  <c:v>45383</c:v>
                </c:pt>
                <c:pt idx="517">
                  <c:v>45380</c:v>
                </c:pt>
                <c:pt idx="518">
                  <c:v>45379</c:v>
                </c:pt>
                <c:pt idx="519">
                  <c:v>45378</c:v>
                </c:pt>
                <c:pt idx="520">
                  <c:v>45377</c:v>
                </c:pt>
                <c:pt idx="521">
                  <c:v>45376</c:v>
                </c:pt>
                <c:pt idx="522">
                  <c:v>45373</c:v>
                </c:pt>
                <c:pt idx="523">
                  <c:v>45372</c:v>
                </c:pt>
                <c:pt idx="524">
                  <c:v>45371</c:v>
                </c:pt>
                <c:pt idx="525">
                  <c:v>45370</c:v>
                </c:pt>
                <c:pt idx="526">
                  <c:v>45369</c:v>
                </c:pt>
                <c:pt idx="527">
                  <c:v>45366</c:v>
                </c:pt>
                <c:pt idx="528">
                  <c:v>45365</c:v>
                </c:pt>
                <c:pt idx="529">
                  <c:v>45364</c:v>
                </c:pt>
                <c:pt idx="530">
                  <c:v>45363</c:v>
                </c:pt>
                <c:pt idx="531">
                  <c:v>45362</c:v>
                </c:pt>
                <c:pt idx="532">
                  <c:v>45359</c:v>
                </c:pt>
                <c:pt idx="533">
                  <c:v>45358</c:v>
                </c:pt>
                <c:pt idx="534">
                  <c:v>45357</c:v>
                </c:pt>
                <c:pt idx="535">
                  <c:v>45356</c:v>
                </c:pt>
                <c:pt idx="536">
                  <c:v>45355</c:v>
                </c:pt>
                <c:pt idx="537">
                  <c:v>45351</c:v>
                </c:pt>
                <c:pt idx="538">
                  <c:v>45350</c:v>
                </c:pt>
                <c:pt idx="539">
                  <c:v>45349</c:v>
                </c:pt>
                <c:pt idx="540">
                  <c:v>45348</c:v>
                </c:pt>
                <c:pt idx="541">
                  <c:v>45345</c:v>
                </c:pt>
                <c:pt idx="542">
                  <c:v>45344</c:v>
                </c:pt>
                <c:pt idx="543">
                  <c:v>45343</c:v>
                </c:pt>
                <c:pt idx="544">
                  <c:v>45342</c:v>
                </c:pt>
                <c:pt idx="545">
                  <c:v>45341</c:v>
                </c:pt>
                <c:pt idx="546">
                  <c:v>45338</c:v>
                </c:pt>
                <c:pt idx="547">
                  <c:v>45337</c:v>
                </c:pt>
                <c:pt idx="548">
                  <c:v>45336</c:v>
                </c:pt>
                <c:pt idx="549">
                  <c:v>45335</c:v>
                </c:pt>
                <c:pt idx="550">
                  <c:v>45330</c:v>
                </c:pt>
                <c:pt idx="551">
                  <c:v>45329</c:v>
                </c:pt>
                <c:pt idx="552">
                  <c:v>45328</c:v>
                </c:pt>
                <c:pt idx="553">
                  <c:v>45327</c:v>
                </c:pt>
                <c:pt idx="554">
                  <c:v>45324</c:v>
                </c:pt>
                <c:pt idx="555">
                  <c:v>45323</c:v>
                </c:pt>
                <c:pt idx="556">
                  <c:v>45322</c:v>
                </c:pt>
                <c:pt idx="557">
                  <c:v>45321</c:v>
                </c:pt>
                <c:pt idx="558">
                  <c:v>45320</c:v>
                </c:pt>
                <c:pt idx="559">
                  <c:v>45317</c:v>
                </c:pt>
                <c:pt idx="560">
                  <c:v>45316</c:v>
                </c:pt>
                <c:pt idx="561">
                  <c:v>45315</c:v>
                </c:pt>
                <c:pt idx="562">
                  <c:v>45314</c:v>
                </c:pt>
                <c:pt idx="563">
                  <c:v>45313</c:v>
                </c:pt>
                <c:pt idx="564">
                  <c:v>45310</c:v>
                </c:pt>
                <c:pt idx="565">
                  <c:v>45309</c:v>
                </c:pt>
                <c:pt idx="566">
                  <c:v>45308</c:v>
                </c:pt>
                <c:pt idx="567">
                  <c:v>45307</c:v>
                </c:pt>
                <c:pt idx="568">
                  <c:v>45306</c:v>
                </c:pt>
                <c:pt idx="569">
                  <c:v>45303</c:v>
                </c:pt>
                <c:pt idx="570">
                  <c:v>45302</c:v>
                </c:pt>
                <c:pt idx="571">
                  <c:v>45301</c:v>
                </c:pt>
                <c:pt idx="572">
                  <c:v>45300</c:v>
                </c:pt>
                <c:pt idx="573">
                  <c:v>45299</c:v>
                </c:pt>
                <c:pt idx="574">
                  <c:v>45296</c:v>
                </c:pt>
                <c:pt idx="575">
                  <c:v>45295</c:v>
                </c:pt>
                <c:pt idx="576">
                  <c:v>45294</c:v>
                </c:pt>
                <c:pt idx="577">
                  <c:v>45293</c:v>
                </c:pt>
                <c:pt idx="578">
                  <c:v>45288</c:v>
                </c:pt>
                <c:pt idx="579">
                  <c:v>45287</c:v>
                </c:pt>
                <c:pt idx="580">
                  <c:v>45286</c:v>
                </c:pt>
                <c:pt idx="581">
                  <c:v>45282</c:v>
                </c:pt>
                <c:pt idx="582">
                  <c:v>45281</c:v>
                </c:pt>
                <c:pt idx="583">
                  <c:v>45280</c:v>
                </c:pt>
                <c:pt idx="584">
                  <c:v>45279</c:v>
                </c:pt>
                <c:pt idx="585">
                  <c:v>45278</c:v>
                </c:pt>
                <c:pt idx="586">
                  <c:v>45275</c:v>
                </c:pt>
                <c:pt idx="587">
                  <c:v>45274</c:v>
                </c:pt>
                <c:pt idx="588">
                  <c:v>45273</c:v>
                </c:pt>
                <c:pt idx="589">
                  <c:v>45272</c:v>
                </c:pt>
                <c:pt idx="590">
                  <c:v>45271</c:v>
                </c:pt>
                <c:pt idx="591">
                  <c:v>45268</c:v>
                </c:pt>
                <c:pt idx="592">
                  <c:v>45267</c:v>
                </c:pt>
                <c:pt idx="593">
                  <c:v>45266</c:v>
                </c:pt>
                <c:pt idx="594">
                  <c:v>45265</c:v>
                </c:pt>
                <c:pt idx="595">
                  <c:v>45264</c:v>
                </c:pt>
                <c:pt idx="596">
                  <c:v>45261</c:v>
                </c:pt>
                <c:pt idx="597">
                  <c:v>45260</c:v>
                </c:pt>
                <c:pt idx="598">
                  <c:v>45259</c:v>
                </c:pt>
                <c:pt idx="599">
                  <c:v>45258</c:v>
                </c:pt>
                <c:pt idx="600">
                  <c:v>45257</c:v>
                </c:pt>
                <c:pt idx="601">
                  <c:v>45254</c:v>
                </c:pt>
                <c:pt idx="602">
                  <c:v>45253</c:v>
                </c:pt>
                <c:pt idx="603">
                  <c:v>45252</c:v>
                </c:pt>
                <c:pt idx="604">
                  <c:v>45251</c:v>
                </c:pt>
                <c:pt idx="605">
                  <c:v>45250</c:v>
                </c:pt>
                <c:pt idx="606">
                  <c:v>45247</c:v>
                </c:pt>
                <c:pt idx="607">
                  <c:v>45246</c:v>
                </c:pt>
                <c:pt idx="608">
                  <c:v>45245</c:v>
                </c:pt>
                <c:pt idx="609">
                  <c:v>45244</c:v>
                </c:pt>
                <c:pt idx="610">
                  <c:v>45243</c:v>
                </c:pt>
                <c:pt idx="611">
                  <c:v>45240</c:v>
                </c:pt>
                <c:pt idx="612">
                  <c:v>45239</c:v>
                </c:pt>
                <c:pt idx="613">
                  <c:v>45238</c:v>
                </c:pt>
                <c:pt idx="614">
                  <c:v>45237</c:v>
                </c:pt>
                <c:pt idx="615">
                  <c:v>45236</c:v>
                </c:pt>
                <c:pt idx="616">
                  <c:v>45233</c:v>
                </c:pt>
                <c:pt idx="617">
                  <c:v>45232</c:v>
                </c:pt>
                <c:pt idx="618">
                  <c:v>45231</c:v>
                </c:pt>
                <c:pt idx="619">
                  <c:v>45230</c:v>
                </c:pt>
                <c:pt idx="620">
                  <c:v>45229</c:v>
                </c:pt>
                <c:pt idx="621">
                  <c:v>45226</c:v>
                </c:pt>
                <c:pt idx="622">
                  <c:v>45225</c:v>
                </c:pt>
                <c:pt idx="623">
                  <c:v>45224</c:v>
                </c:pt>
                <c:pt idx="624">
                  <c:v>45223</c:v>
                </c:pt>
                <c:pt idx="625">
                  <c:v>45222</c:v>
                </c:pt>
                <c:pt idx="626">
                  <c:v>45219</c:v>
                </c:pt>
                <c:pt idx="627">
                  <c:v>45218</c:v>
                </c:pt>
                <c:pt idx="628">
                  <c:v>45217</c:v>
                </c:pt>
                <c:pt idx="629">
                  <c:v>45216</c:v>
                </c:pt>
                <c:pt idx="630">
                  <c:v>45215</c:v>
                </c:pt>
                <c:pt idx="631">
                  <c:v>45212</c:v>
                </c:pt>
                <c:pt idx="632">
                  <c:v>45211</c:v>
                </c:pt>
                <c:pt idx="633">
                  <c:v>45210</c:v>
                </c:pt>
                <c:pt idx="634">
                  <c:v>45209</c:v>
                </c:pt>
                <c:pt idx="635">
                  <c:v>45205</c:v>
                </c:pt>
                <c:pt idx="636">
                  <c:v>45204</c:v>
                </c:pt>
                <c:pt idx="637">
                  <c:v>45203</c:v>
                </c:pt>
                <c:pt idx="638">
                  <c:v>45196</c:v>
                </c:pt>
                <c:pt idx="639">
                  <c:v>45195</c:v>
                </c:pt>
                <c:pt idx="640">
                  <c:v>45194</c:v>
                </c:pt>
                <c:pt idx="641">
                  <c:v>45191</c:v>
                </c:pt>
                <c:pt idx="642">
                  <c:v>45190</c:v>
                </c:pt>
                <c:pt idx="643">
                  <c:v>45189</c:v>
                </c:pt>
                <c:pt idx="644">
                  <c:v>45188</c:v>
                </c:pt>
                <c:pt idx="645">
                  <c:v>45187</c:v>
                </c:pt>
                <c:pt idx="646">
                  <c:v>45184</c:v>
                </c:pt>
                <c:pt idx="647">
                  <c:v>45183</c:v>
                </c:pt>
                <c:pt idx="648">
                  <c:v>45182</c:v>
                </c:pt>
                <c:pt idx="649">
                  <c:v>45181</c:v>
                </c:pt>
                <c:pt idx="650">
                  <c:v>45180</c:v>
                </c:pt>
                <c:pt idx="651">
                  <c:v>45177</c:v>
                </c:pt>
                <c:pt idx="652">
                  <c:v>45176</c:v>
                </c:pt>
                <c:pt idx="653">
                  <c:v>45175</c:v>
                </c:pt>
                <c:pt idx="654">
                  <c:v>45174</c:v>
                </c:pt>
                <c:pt idx="655">
                  <c:v>45173</c:v>
                </c:pt>
                <c:pt idx="656">
                  <c:v>45170</c:v>
                </c:pt>
                <c:pt idx="657">
                  <c:v>45169</c:v>
                </c:pt>
                <c:pt idx="658">
                  <c:v>45168</c:v>
                </c:pt>
                <c:pt idx="659">
                  <c:v>45167</c:v>
                </c:pt>
                <c:pt idx="660">
                  <c:v>45166</c:v>
                </c:pt>
                <c:pt idx="661">
                  <c:v>45163</c:v>
                </c:pt>
                <c:pt idx="662">
                  <c:v>45162</c:v>
                </c:pt>
                <c:pt idx="663">
                  <c:v>45161</c:v>
                </c:pt>
                <c:pt idx="664">
                  <c:v>45160</c:v>
                </c:pt>
                <c:pt idx="665">
                  <c:v>45159</c:v>
                </c:pt>
                <c:pt idx="666">
                  <c:v>45156</c:v>
                </c:pt>
                <c:pt idx="667">
                  <c:v>45155</c:v>
                </c:pt>
                <c:pt idx="668">
                  <c:v>45154</c:v>
                </c:pt>
                <c:pt idx="669">
                  <c:v>45152</c:v>
                </c:pt>
                <c:pt idx="670">
                  <c:v>45149</c:v>
                </c:pt>
                <c:pt idx="671">
                  <c:v>45148</c:v>
                </c:pt>
                <c:pt idx="672">
                  <c:v>45147</c:v>
                </c:pt>
                <c:pt idx="673">
                  <c:v>45146</c:v>
                </c:pt>
                <c:pt idx="674">
                  <c:v>45145</c:v>
                </c:pt>
                <c:pt idx="675">
                  <c:v>45142</c:v>
                </c:pt>
                <c:pt idx="676">
                  <c:v>45141</c:v>
                </c:pt>
                <c:pt idx="677">
                  <c:v>45140</c:v>
                </c:pt>
                <c:pt idx="678">
                  <c:v>45139</c:v>
                </c:pt>
                <c:pt idx="679">
                  <c:v>45138</c:v>
                </c:pt>
                <c:pt idx="680">
                  <c:v>45135</c:v>
                </c:pt>
                <c:pt idx="681">
                  <c:v>45134</c:v>
                </c:pt>
                <c:pt idx="682">
                  <c:v>45133</c:v>
                </c:pt>
                <c:pt idx="683">
                  <c:v>45132</c:v>
                </c:pt>
                <c:pt idx="684">
                  <c:v>45131</c:v>
                </c:pt>
                <c:pt idx="685">
                  <c:v>45128</c:v>
                </c:pt>
                <c:pt idx="686">
                  <c:v>45127</c:v>
                </c:pt>
                <c:pt idx="687">
                  <c:v>45126</c:v>
                </c:pt>
                <c:pt idx="688">
                  <c:v>45125</c:v>
                </c:pt>
                <c:pt idx="689">
                  <c:v>45124</c:v>
                </c:pt>
                <c:pt idx="690">
                  <c:v>45121</c:v>
                </c:pt>
                <c:pt idx="691">
                  <c:v>45120</c:v>
                </c:pt>
                <c:pt idx="692">
                  <c:v>45119</c:v>
                </c:pt>
                <c:pt idx="693">
                  <c:v>45118</c:v>
                </c:pt>
                <c:pt idx="694">
                  <c:v>45117</c:v>
                </c:pt>
                <c:pt idx="695">
                  <c:v>45114</c:v>
                </c:pt>
                <c:pt idx="696">
                  <c:v>45113</c:v>
                </c:pt>
                <c:pt idx="697">
                  <c:v>45112</c:v>
                </c:pt>
                <c:pt idx="698">
                  <c:v>45111</c:v>
                </c:pt>
                <c:pt idx="699">
                  <c:v>45110</c:v>
                </c:pt>
                <c:pt idx="700">
                  <c:v>45107</c:v>
                </c:pt>
                <c:pt idx="701">
                  <c:v>45106</c:v>
                </c:pt>
                <c:pt idx="702">
                  <c:v>45105</c:v>
                </c:pt>
                <c:pt idx="703">
                  <c:v>45104</c:v>
                </c:pt>
                <c:pt idx="704">
                  <c:v>45103</c:v>
                </c:pt>
                <c:pt idx="705">
                  <c:v>45100</c:v>
                </c:pt>
                <c:pt idx="706">
                  <c:v>45099</c:v>
                </c:pt>
                <c:pt idx="707">
                  <c:v>45098</c:v>
                </c:pt>
                <c:pt idx="708">
                  <c:v>45097</c:v>
                </c:pt>
                <c:pt idx="709">
                  <c:v>45096</c:v>
                </c:pt>
                <c:pt idx="710">
                  <c:v>45093</c:v>
                </c:pt>
                <c:pt idx="711">
                  <c:v>45092</c:v>
                </c:pt>
                <c:pt idx="712">
                  <c:v>45091</c:v>
                </c:pt>
                <c:pt idx="713">
                  <c:v>45090</c:v>
                </c:pt>
                <c:pt idx="714">
                  <c:v>45089</c:v>
                </c:pt>
                <c:pt idx="715">
                  <c:v>45086</c:v>
                </c:pt>
                <c:pt idx="716">
                  <c:v>45085</c:v>
                </c:pt>
                <c:pt idx="717">
                  <c:v>45084</c:v>
                </c:pt>
                <c:pt idx="718">
                  <c:v>45082</c:v>
                </c:pt>
                <c:pt idx="719">
                  <c:v>45079</c:v>
                </c:pt>
                <c:pt idx="720">
                  <c:v>45078</c:v>
                </c:pt>
                <c:pt idx="721">
                  <c:v>45077</c:v>
                </c:pt>
                <c:pt idx="722">
                  <c:v>45076</c:v>
                </c:pt>
                <c:pt idx="723">
                  <c:v>45072</c:v>
                </c:pt>
                <c:pt idx="724">
                  <c:v>45071</c:v>
                </c:pt>
                <c:pt idx="725">
                  <c:v>45070</c:v>
                </c:pt>
                <c:pt idx="726">
                  <c:v>45069</c:v>
                </c:pt>
                <c:pt idx="727">
                  <c:v>45068</c:v>
                </c:pt>
                <c:pt idx="728">
                  <c:v>45065</c:v>
                </c:pt>
                <c:pt idx="729">
                  <c:v>45064</c:v>
                </c:pt>
                <c:pt idx="730">
                  <c:v>45063</c:v>
                </c:pt>
                <c:pt idx="731">
                  <c:v>45062</c:v>
                </c:pt>
                <c:pt idx="732">
                  <c:v>45061</c:v>
                </c:pt>
                <c:pt idx="733">
                  <c:v>45058</c:v>
                </c:pt>
                <c:pt idx="734">
                  <c:v>45057</c:v>
                </c:pt>
                <c:pt idx="735">
                  <c:v>45056</c:v>
                </c:pt>
                <c:pt idx="736">
                  <c:v>45055</c:v>
                </c:pt>
                <c:pt idx="737">
                  <c:v>45054</c:v>
                </c:pt>
                <c:pt idx="738">
                  <c:v>45050</c:v>
                </c:pt>
                <c:pt idx="739">
                  <c:v>45049</c:v>
                </c:pt>
                <c:pt idx="740">
                  <c:v>45048</c:v>
                </c:pt>
                <c:pt idx="741">
                  <c:v>45044</c:v>
                </c:pt>
                <c:pt idx="742">
                  <c:v>45043</c:v>
                </c:pt>
                <c:pt idx="743">
                  <c:v>45042</c:v>
                </c:pt>
                <c:pt idx="744">
                  <c:v>45041</c:v>
                </c:pt>
                <c:pt idx="745">
                  <c:v>45040</c:v>
                </c:pt>
                <c:pt idx="746">
                  <c:v>45037</c:v>
                </c:pt>
                <c:pt idx="747">
                  <c:v>45036</c:v>
                </c:pt>
                <c:pt idx="748">
                  <c:v>45035</c:v>
                </c:pt>
                <c:pt idx="749">
                  <c:v>45034</c:v>
                </c:pt>
                <c:pt idx="750">
                  <c:v>45033</c:v>
                </c:pt>
                <c:pt idx="751">
                  <c:v>45030</c:v>
                </c:pt>
                <c:pt idx="752">
                  <c:v>45029</c:v>
                </c:pt>
                <c:pt idx="753">
                  <c:v>45028</c:v>
                </c:pt>
                <c:pt idx="754">
                  <c:v>45027</c:v>
                </c:pt>
                <c:pt idx="755">
                  <c:v>45026</c:v>
                </c:pt>
                <c:pt idx="756">
                  <c:v>45023</c:v>
                </c:pt>
                <c:pt idx="757">
                  <c:v>45022</c:v>
                </c:pt>
                <c:pt idx="758">
                  <c:v>45021</c:v>
                </c:pt>
                <c:pt idx="759">
                  <c:v>45020</c:v>
                </c:pt>
                <c:pt idx="760">
                  <c:v>45019</c:v>
                </c:pt>
                <c:pt idx="761">
                  <c:v>45016</c:v>
                </c:pt>
                <c:pt idx="762">
                  <c:v>45015</c:v>
                </c:pt>
                <c:pt idx="763">
                  <c:v>45014</c:v>
                </c:pt>
                <c:pt idx="764">
                  <c:v>45013</c:v>
                </c:pt>
                <c:pt idx="765">
                  <c:v>45012</c:v>
                </c:pt>
                <c:pt idx="766">
                  <c:v>45009</c:v>
                </c:pt>
                <c:pt idx="767">
                  <c:v>45008</c:v>
                </c:pt>
                <c:pt idx="768">
                  <c:v>45007</c:v>
                </c:pt>
                <c:pt idx="769">
                  <c:v>45006</c:v>
                </c:pt>
                <c:pt idx="770">
                  <c:v>45005</c:v>
                </c:pt>
                <c:pt idx="771">
                  <c:v>45002</c:v>
                </c:pt>
                <c:pt idx="772">
                  <c:v>45001</c:v>
                </c:pt>
                <c:pt idx="773">
                  <c:v>45000</c:v>
                </c:pt>
                <c:pt idx="774">
                  <c:v>44999</c:v>
                </c:pt>
                <c:pt idx="775">
                  <c:v>44998</c:v>
                </c:pt>
                <c:pt idx="776">
                  <c:v>44995</c:v>
                </c:pt>
                <c:pt idx="777">
                  <c:v>44994</c:v>
                </c:pt>
                <c:pt idx="778">
                  <c:v>44993</c:v>
                </c:pt>
                <c:pt idx="779">
                  <c:v>44992</c:v>
                </c:pt>
                <c:pt idx="780">
                  <c:v>44991</c:v>
                </c:pt>
                <c:pt idx="781">
                  <c:v>44988</c:v>
                </c:pt>
                <c:pt idx="782">
                  <c:v>44987</c:v>
                </c:pt>
                <c:pt idx="783">
                  <c:v>44985</c:v>
                </c:pt>
                <c:pt idx="784">
                  <c:v>44984</c:v>
                </c:pt>
                <c:pt idx="785">
                  <c:v>44981</c:v>
                </c:pt>
                <c:pt idx="786">
                  <c:v>44980</c:v>
                </c:pt>
                <c:pt idx="787">
                  <c:v>44979</c:v>
                </c:pt>
                <c:pt idx="788">
                  <c:v>44978</c:v>
                </c:pt>
                <c:pt idx="789">
                  <c:v>44977</c:v>
                </c:pt>
                <c:pt idx="790">
                  <c:v>44974</c:v>
                </c:pt>
                <c:pt idx="791">
                  <c:v>44973</c:v>
                </c:pt>
                <c:pt idx="792">
                  <c:v>44972</c:v>
                </c:pt>
                <c:pt idx="793">
                  <c:v>44971</c:v>
                </c:pt>
                <c:pt idx="794">
                  <c:v>44970</c:v>
                </c:pt>
                <c:pt idx="795">
                  <c:v>44967</c:v>
                </c:pt>
                <c:pt idx="796">
                  <c:v>44966</c:v>
                </c:pt>
                <c:pt idx="797">
                  <c:v>44965</c:v>
                </c:pt>
                <c:pt idx="798">
                  <c:v>44964</c:v>
                </c:pt>
                <c:pt idx="799">
                  <c:v>44963</c:v>
                </c:pt>
                <c:pt idx="800">
                  <c:v>44960</c:v>
                </c:pt>
                <c:pt idx="801">
                  <c:v>44959</c:v>
                </c:pt>
                <c:pt idx="802">
                  <c:v>44958</c:v>
                </c:pt>
                <c:pt idx="803">
                  <c:v>44957</c:v>
                </c:pt>
                <c:pt idx="804">
                  <c:v>44956</c:v>
                </c:pt>
                <c:pt idx="805">
                  <c:v>44953</c:v>
                </c:pt>
                <c:pt idx="806">
                  <c:v>44952</c:v>
                </c:pt>
                <c:pt idx="807">
                  <c:v>44951</c:v>
                </c:pt>
                <c:pt idx="808">
                  <c:v>44946</c:v>
                </c:pt>
                <c:pt idx="809">
                  <c:v>44945</c:v>
                </c:pt>
                <c:pt idx="810">
                  <c:v>44944</c:v>
                </c:pt>
                <c:pt idx="811">
                  <c:v>44943</c:v>
                </c:pt>
                <c:pt idx="812">
                  <c:v>44942</c:v>
                </c:pt>
                <c:pt idx="813">
                  <c:v>44939</c:v>
                </c:pt>
                <c:pt idx="814">
                  <c:v>44938</c:v>
                </c:pt>
                <c:pt idx="815">
                  <c:v>44937</c:v>
                </c:pt>
                <c:pt idx="816">
                  <c:v>44936</c:v>
                </c:pt>
                <c:pt idx="817">
                  <c:v>44935</c:v>
                </c:pt>
                <c:pt idx="818">
                  <c:v>44932</c:v>
                </c:pt>
                <c:pt idx="819">
                  <c:v>44931</c:v>
                </c:pt>
                <c:pt idx="820">
                  <c:v>44930</c:v>
                </c:pt>
                <c:pt idx="821">
                  <c:v>44929</c:v>
                </c:pt>
                <c:pt idx="822">
                  <c:v>44928</c:v>
                </c:pt>
                <c:pt idx="823">
                  <c:v>44924</c:v>
                </c:pt>
                <c:pt idx="824">
                  <c:v>44923</c:v>
                </c:pt>
                <c:pt idx="825">
                  <c:v>44922</c:v>
                </c:pt>
                <c:pt idx="826">
                  <c:v>44921</c:v>
                </c:pt>
                <c:pt idx="827">
                  <c:v>44918</c:v>
                </c:pt>
                <c:pt idx="828">
                  <c:v>44917</c:v>
                </c:pt>
                <c:pt idx="829">
                  <c:v>44916</c:v>
                </c:pt>
                <c:pt idx="830">
                  <c:v>44915</c:v>
                </c:pt>
                <c:pt idx="831">
                  <c:v>44914</c:v>
                </c:pt>
                <c:pt idx="832">
                  <c:v>44911</c:v>
                </c:pt>
                <c:pt idx="833">
                  <c:v>44910</c:v>
                </c:pt>
                <c:pt idx="834">
                  <c:v>44909</c:v>
                </c:pt>
                <c:pt idx="835">
                  <c:v>44908</c:v>
                </c:pt>
                <c:pt idx="836">
                  <c:v>44907</c:v>
                </c:pt>
                <c:pt idx="837">
                  <c:v>44904</c:v>
                </c:pt>
                <c:pt idx="838">
                  <c:v>44903</c:v>
                </c:pt>
                <c:pt idx="839">
                  <c:v>44902</c:v>
                </c:pt>
                <c:pt idx="840">
                  <c:v>44901</c:v>
                </c:pt>
                <c:pt idx="841">
                  <c:v>44900</c:v>
                </c:pt>
                <c:pt idx="842">
                  <c:v>44897</c:v>
                </c:pt>
                <c:pt idx="843">
                  <c:v>44896</c:v>
                </c:pt>
                <c:pt idx="844">
                  <c:v>44895</c:v>
                </c:pt>
                <c:pt idx="845">
                  <c:v>44894</c:v>
                </c:pt>
                <c:pt idx="846">
                  <c:v>44893</c:v>
                </c:pt>
                <c:pt idx="847">
                  <c:v>44890</c:v>
                </c:pt>
                <c:pt idx="848">
                  <c:v>44889</c:v>
                </c:pt>
                <c:pt idx="849">
                  <c:v>44888</c:v>
                </c:pt>
                <c:pt idx="850">
                  <c:v>44887</c:v>
                </c:pt>
                <c:pt idx="851">
                  <c:v>44886</c:v>
                </c:pt>
                <c:pt idx="852">
                  <c:v>44883</c:v>
                </c:pt>
                <c:pt idx="853">
                  <c:v>44882</c:v>
                </c:pt>
                <c:pt idx="854">
                  <c:v>44881</c:v>
                </c:pt>
                <c:pt idx="855">
                  <c:v>44880</c:v>
                </c:pt>
                <c:pt idx="856">
                  <c:v>44879</c:v>
                </c:pt>
                <c:pt idx="857">
                  <c:v>44876</c:v>
                </c:pt>
                <c:pt idx="858">
                  <c:v>44875</c:v>
                </c:pt>
                <c:pt idx="859">
                  <c:v>44874</c:v>
                </c:pt>
                <c:pt idx="860">
                  <c:v>44873</c:v>
                </c:pt>
                <c:pt idx="861">
                  <c:v>44872</c:v>
                </c:pt>
                <c:pt idx="862">
                  <c:v>44869</c:v>
                </c:pt>
                <c:pt idx="863">
                  <c:v>44868</c:v>
                </c:pt>
                <c:pt idx="864">
                  <c:v>44867</c:v>
                </c:pt>
                <c:pt idx="865">
                  <c:v>44866</c:v>
                </c:pt>
                <c:pt idx="866">
                  <c:v>44865</c:v>
                </c:pt>
                <c:pt idx="867">
                  <c:v>44862</c:v>
                </c:pt>
                <c:pt idx="868">
                  <c:v>44861</c:v>
                </c:pt>
                <c:pt idx="869">
                  <c:v>44860</c:v>
                </c:pt>
                <c:pt idx="870">
                  <c:v>44859</c:v>
                </c:pt>
                <c:pt idx="871">
                  <c:v>44858</c:v>
                </c:pt>
                <c:pt idx="872">
                  <c:v>44855</c:v>
                </c:pt>
                <c:pt idx="873">
                  <c:v>44854</c:v>
                </c:pt>
                <c:pt idx="874">
                  <c:v>44853</c:v>
                </c:pt>
                <c:pt idx="875">
                  <c:v>44852</c:v>
                </c:pt>
                <c:pt idx="876">
                  <c:v>44851</c:v>
                </c:pt>
                <c:pt idx="877">
                  <c:v>44848</c:v>
                </c:pt>
                <c:pt idx="878">
                  <c:v>44847</c:v>
                </c:pt>
                <c:pt idx="879">
                  <c:v>44846</c:v>
                </c:pt>
                <c:pt idx="880">
                  <c:v>44845</c:v>
                </c:pt>
                <c:pt idx="881">
                  <c:v>44841</c:v>
                </c:pt>
                <c:pt idx="882">
                  <c:v>44840</c:v>
                </c:pt>
                <c:pt idx="883">
                  <c:v>44839</c:v>
                </c:pt>
                <c:pt idx="884">
                  <c:v>44838</c:v>
                </c:pt>
                <c:pt idx="885">
                  <c:v>44834</c:v>
                </c:pt>
                <c:pt idx="886">
                  <c:v>44833</c:v>
                </c:pt>
                <c:pt idx="887">
                  <c:v>44832</c:v>
                </c:pt>
                <c:pt idx="888">
                  <c:v>44831</c:v>
                </c:pt>
                <c:pt idx="889">
                  <c:v>44830</c:v>
                </c:pt>
                <c:pt idx="890">
                  <c:v>44827</c:v>
                </c:pt>
                <c:pt idx="891">
                  <c:v>44826</c:v>
                </c:pt>
                <c:pt idx="892">
                  <c:v>44825</c:v>
                </c:pt>
                <c:pt idx="893">
                  <c:v>44824</c:v>
                </c:pt>
                <c:pt idx="894">
                  <c:v>44823</c:v>
                </c:pt>
                <c:pt idx="895">
                  <c:v>44820</c:v>
                </c:pt>
                <c:pt idx="896">
                  <c:v>44819</c:v>
                </c:pt>
                <c:pt idx="897">
                  <c:v>44818</c:v>
                </c:pt>
                <c:pt idx="898">
                  <c:v>44817</c:v>
                </c:pt>
                <c:pt idx="899">
                  <c:v>44812</c:v>
                </c:pt>
                <c:pt idx="900">
                  <c:v>44811</c:v>
                </c:pt>
                <c:pt idx="901">
                  <c:v>44810</c:v>
                </c:pt>
                <c:pt idx="902">
                  <c:v>44809</c:v>
                </c:pt>
                <c:pt idx="903">
                  <c:v>44806</c:v>
                </c:pt>
                <c:pt idx="904">
                  <c:v>44805</c:v>
                </c:pt>
                <c:pt idx="905">
                  <c:v>44804</c:v>
                </c:pt>
                <c:pt idx="906">
                  <c:v>44803</c:v>
                </c:pt>
                <c:pt idx="907">
                  <c:v>44802</c:v>
                </c:pt>
                <c:pt idx="908">
                  <c:v>44799</c:v>
                </c:pt>
                <c:pt idx="909">
                  <c:v>44798</c:v>
                </c:pt>
                <c:pt idx="910">
                  <c:v>44797</c:v>
                </c:pt>
                <c:pt idx="911">
                  <c:v>44796</c:v>
                </c:pt>
                <c:pt idx="912">
                  <c:v>44795</c:v>
                </c:pt>
                <c:pt idx="913">
                  <c:v>44792</c:v>
                </c:pt>
                <c:pt idx="914">
                  <c:v>44791</c:v>
                </c:pt>
                <c:pt idx="915">
                  <c:v>44790</c:v>
                </c:pt>
                <c:pt idx="916">
                  <c:v>44789</c:v>
                </c:pt>
                <c:pt idx="917">
                  <c:v>44785</c:v>
                </c:pt>
                <c:pt idx="918">
                  <c:v>44784</c:v>
                </c:pt>
                <c:pt idx="919">
                  <c:v>44783</c:v>
                </c:pt>
                <c:pt idx="920">
                  <c:v>44782</c:v>
                </c:pt>
                <c:pt idx="921">
                  <c:v>44781</c:v>
                </c:pt>
                <c:pt idx="922">
                  <c:v>44778</c:v>
                </c:pt>
                <c:pt idx="923">
                  <c:v>44777</c:v>
                </c:pt>
                <c:pt idx="924">
                  <c:v>44776</c:v>
                </c:pt>
                <c:pt idx="925">
                  <c:v>44775</c:v>
                </c:pt>
                <c:pt idx="926">
                  <c:v>44774</c:v>
                </c:pt>
                <c:pt idx="927">
                  <c:v>44771</c:v>
                </c:pt>
                <c:pt idx="928">
                  <c:v>44770</c:v>
                </c:pt>
                <c:pt idx="929">
                  <c:v>44769</c:v>
                </c:pt>
                <c:pt idx="930">
                  <c:v>44768</c:v>
                </c:pt>
                <c:pt idx="931">
                  <c:v>44767</c:v>
                </c:pt>
                <c:pt idx="932">
                  <c:v>44764</c:v>
                </c:pt>
                <c:pt idx="933">
                  <c:v>44763</c:v>
                </c:pt>
                <c:pt idx="934">
                  <c:v>44762</c:v>
                </c:pt>
                <c:pt idx="935">
                  <c:v>44761</c:v>
                </c:pt>
                <c:pt idx="936">
                  <c:v>44760</c:v>
                </c:pt>
                <c:pt idx="937">
                  <c:v>44757</c:v>
                </c:pt>
                <c:pt idx="938">
                  <c:v>44756</c:v>
                </c:pt>
                <c:pt idx="939">
                  <c:v>44755</c:v>
                </c:pt>
                <c:pt idx="940">
                  <c:v>44754</c:v>
                </c:pt>
                <c:pt idx="941">
                  <c:v>44753</c:v>
                </c:pt>
                <c:pt idx="942">
                  <c:v>44750</c:v>
                </c:pt>
                <c:pt idx="943">
                  <c:v>44749</c:v>
                </c:pt>
                <c:pt idx="944">
                  <c:v>44748</c:v>
                </c:pt>
                <c:pt idx="945">
                  <c:v>44747</c:v>
                </c:pt>
                <c:pt idx="946">
                  <c:v>44746</c:v>
                </c:pt>
                <c:pt idx="947">
                  <c:v>44743</c:v>
                </c:pt>
                <c:pt idx="948">
                  <c:v>44742</c:v>
                </c:pt>
                <c:pt idx="949">
                  <c:v>44741</c:v>
                </c:pt>
                <c:pt idx="950">
                  <c:v>44740</c:v>
                </c:pt>
                <c:pt idx="951">
                  <c:v>44739</c:v>
                </c:pt>
                <c:pt idx="952">
                  <c:v>44736</c:v>
                </c:pt>
                <c:pt idx="953">
                  <c:v>44735</c:v>
                </c:pt>
                <c:pt idx="954">
                  <c:v>44734</c:v>
                </c:pt>
                <c:pt idx="955">
                  <c:v>44733</c:v>
                </c:pt>
                <c:pt idx="956">
                  <c:v>44732</c:v>
                </c:pt>
                <c:pt idx="957">
                  <c:v>44729</c:v>
                </c:pt>
                <c:pt idx="958">
                  <c:v>44728</c:v>
                </c:pt>
                <c:pt idx="959">
                  <c:v>44727</c:v>
                </c:pt>
                <c:pt idx="960">
                  <c:v>44726</c:v>
                </c:pt>
                <c:pt idx="961">
                  <c:v>44725</c:v>
                </c:pt>
                <c:pt idx="962">
                  <c:v>44722</c:v>
                </c:pt>
                <c:pt idx="963">
                  <c:v>44721</c:v>
                </c:pt>
                <c:pt idx="964">
                  <c:v>44720</c:v>
                </c:pt>
                <c:pt idx="965">
                  <c:v>44719</c:v>
                </c:pt>
                <c:pt idx="966">
                  <c:v>44715</c:v>
                </c:pt>
                <c:pt idx="967">
                  <c:v>44714</c:v>
                </c:pt>
                <c:pt idx="968">
                  <c:v>44712</c:v>
                </c:pt>
                <c:pt idx="969">
                  <c:v>44711</c:v>
                </c:pt>
                <c:pt idx="970">
                  <c:v>44708</c:v>
                </c:pt>
                <c:pt idx="971">
                  <c:v>44707</c:v>
                </c:pt>
                <c:pt idx="972">
                  <c:v>44706</c:v>
                </c:pt>
                <c:pt idx="973">
                  <c:v>44705</c:v>
                </c:pt>
                <c:pt idx="974">
                  <c:v>44704</c:v>
                </c:pt>
                <c:pt idx="975">
                  <c:v>44701</c:v>
                </c:pt>
                <c:pt idx="976">
                  <c:v>44700</c:v>
                </c:pt>
                <c:pt idx="977">
                  <c:v>44699</c:v>
                </c:pt>
                <c:pt idx="978">
                  <c:v>44698</c:v>
                </c:pt>
                <c:pt idx="979">
                  <c:v>44697</c:v>
                </c:pt>
                <c:pt idx="980">
                  <c:v>44694</c:v>
                </c:pt>
                <c:pt idx="981">
                  <c:v>44693</c:v>
                </c:pt>
                <c:pt idx="982">
                  <c:v>44692</c:v>
                </c:pt>
                <c:pt idx="983">
                  <c:v>44691</c:v>
                </c:pt>
                <c:pt idx="984">
                  <c:v>44690</c:v>
                </c:pt>
                <c:pt idx="985">
                  <c:v>44687</c:v>
                </c:pt>
                <c:pt idx="986">
                  <c:v>44685</c:v>
                </c:pt>
                <c:pt idx="987">
                  <c:v>44684</c:v>
                </c:pt>
                <c:pt idx="988">
                  <c:v>44683</c:v>
                </c:pt>
                <c:pt idx="989">
                  <c:v>44680</c:v>
                </c:pt>
                <c:pt idx="990">
                  <c:v>44679</c:v>
                </c:pt>
                <c:pt idx="991">
                  <c:v>44678</c:v>
                </c:pt>
                <c:pt idx="992">
                  <c:v>44677</c:v>
                </c:pt>
                <c:pt idx="993">
                  <c:v>44676</c:v>
                </c:pt>
                <c:pt idx="994">
                  <c:v>44673</c:v>
                </c:pt>
                <c:pt idx="995">
                  <c:v>44672</c:v>
                </c:pt>
                <c:pt idx="996">
                  <c:v>44671</c:v>
                </c:pt>
                <c:pt idx="997">
                  <c:v>44670</c:v>
                </c:pt>
                <c:pt idx="998">
                  <c:v>44669</c:v>
                </c:pt>
                <c:pt idx="999">
                  <c:v>44666</c:v>
                </c:pt>
                <c:pt idx="1000">
                  <c:v>44665</c:v>
                </c:pt>
                <c:pt idx="1001">
                  <c:v>44664</c:v>
                </c:pt>
                <c:pt idx="1002">
                  <c:v>44663</c:v>
                </c:pt>
                <c:pt idx="1003">
                  <c:v>44662</c:v>
                </c:pt>
                <c:pt idx="1004">
                  <c:v>44659</c:v>
                </c:pt>
                <c:pt idx="1005">
                  <c:v>44658</c:v>
                </c:pt>
                <c:pt idx="1006">
                  <c:v>44657</c:v>
                </c:pt>
                <c:pt idx="1007">
                  <c:v>44656</c:v>
                </c:pt>
                <c:pt idx="1008">
                  <c:v>44655</c:v>
                </c:pt>
                <c:pt idx="1009">
                  <c:v>44652</c:v>
                </c:pt>
                <c:pt idx="1010">
                  <c:v>44651</c:v>
                </c:pt>
                <c:pt idx="1011">
                  <c:v>44650</c:v>
                </c:pt>
                <c:pt idx="1012">
                  <c:v>44649</c:v>
                </c:pt>
                <c:pt idx="1013">
                  <c:v>44648</c:v>
                </c:pt>
                <c:pt idx="1014">
                  <c:v>44645</c:v>
                </c:pt>
                <c:pt idx="1015">
                  <c:v>44644</c:v>
                </c:pt>
                <c:pt idx="1016">
                  <c:v>44643</c:v>
                </c:pt>
                <c:pt idx="1017">
                  <c:v>44642</c:v>
                </c:pt>
                <c:pt idx="1018">
                  <c:v>44641</c:v>
                </c:pt>
                <c:pt idx="1019">
                  <c:v>44638</c:v>
                </c:pt>
                <c:pt idx="1020">
                  <c:v>44637</c:v>
                </c:pt>
                <c:pt idx="1021">
                  <c:v>44636</c:v>
                </c:pt>
                <c:pt idx="1022">
                  <c:v>44635</c:v>
                </c:pt>
                <c:pt idx="1023">
                  <c:v>44634</c:v>
                </c:pt>
                <c:pt idx="1024">
                  <c:v>44631</c:v>
                </c:pt>
                <c:pt idx="1025">
                  <c:v>44630</c:v>
                </c:pt>
                <c:pt idx="1026">
                  <c:v>44628</c:v>
                </c:pt>
                <c:pt idx="1027">
                  <c:v>44627</c:v>
                </c:pt>
                <c:pt idx="1028">
                  <c:v>44624</c:v>
                </c:pt>
                <c:pt idx="1029">
                  <c:v>44623</c:v>
                </c:pt>
                <c:pt idx="1030">
                  <c:v>44622</c:v>
                </c:pt>
                <c:pt idx="1031">
                  <c:v>44620</c:v>
                </c:pt>
                <c:pt idx="1032">
                  <c:v>44617</c:v>
                </c:pt>
                <c:pt idx="1033">
                  <c:v>44616</c:v>
                </c:pt>
                <c:pt idx="1034">
                  <c:v>44615</c:v>
                </c:pt>
                <c:pt idx="1035">
                  <c:v>44614</c:v>
                </c:pt>
                <c:pt idx="1036">
                  <c:v>44613</c:v>
                </c:pt>
                <c:pt idx="1037">
                  <c:v>44610</c:v>
                </c:pt>
                <c:pt idx="1038">
                  <c:v>44609</c:v>
                </c:pt>
                <c:pt idx="1039">
                  <c:v>44608</c:v>
                </c:pt>
                <c:pt idx="1040">
                  <c:v>44607</c:v>
                </c:pt>
                <c:pt idx="1041">
                  <c:v>44606</c:v>
                </c:pt>
                <c:pt idx="1042">
                  <c:v>44603</c:v>
                </c:pt>
                <c:pt idx="1043">
                  <c:v>44602</c:v>
                </c:pt>
                <c:pt idx="1044">
                  <c:v>44601</c:v>
                </c:pt>
                <c:pt idx="1045">
                  <c:v>44600</c:v>
                </c:pt>
                <c:pt idx="1046">
                  <c:v>44599</c:v>
                </c:pt>
                <c:pt idx="1047">
                  <c:v>44596</c:v>
                </c:pt>
                <c:pt idx="1048">
                  <c:v>44595</c:v>
                </c:pt>
                <c:pt idx="1049">
                  <c:v>44589</c:v>
                </c:pt>
                <c:pt idx="1050">
                  <c:v>44588</c:v>
                </c:pt>
                <c:pt idx="1051">
                  <c:v>44587</c:v>
                </c:pt>
                <c:pt idx="1052">
                  <c:v>44586</c:v>
                </c:pt>
                <c:pt idx="1053">
                  <c:v>44585</c:v>
                </c:pt>
                <c:pt idx="1054">
                  <c:v>44582</c:v>
                </c:pt>
                <c:pt idx="1055">
                  <c:v>44581</c:v>
                </c:pt>
                <c:pt idx="1056">
                  <c:v>44580</c:v>
                </c:pt>
                <c:pt idx="1057">
                  <c:v>44579</c:v>
                </c:pt>
                <c:pt idx="1058">
                  <c:v>44578</c:v>
                </c:pt>
                <c:pt idx="1059">
                  <c:v>44575</c:v>
                </c:pt>
                <c:pt idx="1060">
                  <c:v>44574</c:v>
                </c:pt>
                <c:pt idx="1061">
                  <c:v>44573</c:v>
                </c:pt>
                <c:pt idx="1062">
                  <c:v>44572</c:v>
                </c:pt>
                <c:pt idx="1063">
                  <c:v>44571</c:v>
                </c:pt>
                <c:pt idx="1064">
                  <c:v>44568</c:v>
                </c:pt>
                <c:pt idx="1065">
                  <c:v>44567</c:v>
                </c:pt>
                <c:pt idx="1066">
                  <c:v>44566</c:v>
                </c:pt>
                <c:pt idx="1067">
                  <c:v>44565</c:v>
                </c:pt>
                <c:pt idx="1068">
                  <c:v>44564</c:v>
                </c:pt>
                <c:pt idx="1069">
                  <c:v>44560</c:v>
                </c:pt>
                <c:pt idx="1070">
                  <c:v>44559</c:v>
                </c:pt>
                <c:pt idx="1071">
                  <c:v>44558</c:v>
                </c:pt>
                <c:pt idx="1072">
                  <c:v>44557</c:v>
                </c:pt>
                <c:pt idx="1073">
                  <c:v>44554</c:v>
                </c:pt>
                <c:pt idx="1074">
                  <c:v>44553</c:v>
                </c:pt>
                <c:pt idx="1075">
                  <c:v>44552</c:v>
                </c:pt>
                <c:pt idx="1076">
                  <c:v>44551</c:v>
                </c:pt>
                <c:pt idx="1077">
                  <c:v>44550</c:v>
                </c:pt>
                <c:pt idx="1078">
                  <c:v>44547</c:v>
                </c:pt>
                <c:pt idx="1079">
                  <c:v>44546</c:v>
                </c:pt>
                <c:pt idx="1080">
                  <c:v>44545</c:v>
                </c:pt>
                <c:pt idx="1081">
                  <c:v>44544</c:v>
                </c:pt>
                <c:pt idx="1082">
                  <c:v>44543</c:v>
                </c:pt>
                <c:pt idx="1083">
                  <c:v>44540</c:v>
                </c:pt>
                <c:pt idx="1084">
                  <c:v>44539</c:v>
                </c:pt>
                <c:pt idx="1085">
                  <c:v>44538</c:v>
                </c:pt>
                <c:pt idx="1086">
                  <c:v>44537</c:v>
                </c:pt>
                <c:pt idx="1087">
                  <c:v>44536</c:v>
                </c:pt>
                <c:pt idx="1088">
                  <c:v>44533</c:v>
                </c:pt>
                <c:pt idx="1089">
                  <c:v>44532</c:v>
                </c:pt>
                <c:pt idx="1090">
                  <c:v>44531</c:v>
                </c:pt>
                <c:pt idx="1091">
                  <c:v>44530</c:v>
                </c:pt>
                <c:pt idx="1092">
                  <c:v>44529</c:v>
                </c:pt>
                <c:pt idx="1093">
                  <c:v>44526</c:v>
                </c:pt>
                <c:pt idx="1094">
                  <c:v>44525</c:v>
                </c:pt>
                <c:pt idx="1095">
                  <c:v>44524</c:v>
                </c:pt>
                <c:pt idx="1096">
                  <c:v>44523</c:v>
                </c:pt>
                <c:pt idx="1097">
                  <c:v>44522</c:v>
                </c:pt>
                <c:pt idx="1098">
                  <c:v>44519</c:v>
                </c:pt>
                <c:pt idx="1099">
                  <c:v>44518</c:v>
                </c:pt>
                <c:pt idx="1100">
                  <c:v>44517</c:v>
                </c:pt>
                <c:pt idx="1101">
                  <c:v>44516</c:v>
                </c:pt>
                <c:pt idx="1102">
                  <c:v>44515</c:v>
                </c:pt>
                <c:pt idx="1103">
                  <c:v>44512</c:v>
                </c:pt>
                <c:pt idx="1104">
                  <c:v>44511</c:v>
                </c:pt>
                <c:pt idx="1105">
                  <c:v>44510</c:v>
                </c:pt>
                <c:pt idx="1106">
                  <c:v>44509</c:v>
                </c:pt>
                <c:pt idx="1107">
                  <c:v>44508</c:v>
                </c:pt>
                <c:pt idx="1108">
                  <c:v>44505</c:v>
                </c:pt>
                <c:pt idx="1109">
                  <c:v>44504</c:v>
                </c:pt>
                <c:pt idx="1110">
                  <c:v>44503</c:v>
                </c:pt>
                <c:pt idx="1111">
                  <c:v>44502</c:v>
                </c:pt>
                <c:pt idx="1112">
                  <c:v>44501</c:v>
                </c:pt>
                <c:pt idx="1113">
                  <c:v>44498</c:v>
                </c:pt>
                <c:pt idx="1114">
                  <c:v>44497</c:v>
                </c:pt>
                <c:pt idx="1115">
                  <c:v>44496</c:v>
                </c:pt>
                <c:pt idx="1116">
                  <c:v>44495</c:v>
                </c:pt>
                <c:pt idx="1117">
                  <c:v>44494</c:v>
                </c:pt>
                <c:pt idx="1118">
                  <c:v>44491</c:v>
                </c:pt>
                <c:pt idx="1119">
                  <c:v>44490</c:v>
                </c:pt>
                <c:pt idx="1120">
                  <c:v>44489</c:v>
                </c:pt>
                <c:pt idx="1121">
                  <c:v>44488</c:v>
                </c:pt>
                <c:pt idx="1122">
                  <c:v>44487</c:v>
                </c:pt>
                <c:pt idx="1123">
                  <c:v>44484</c:v>
                </c:pt>
                <c:pt idx="1124">
                  <c:v>44483</c:v>
                </c:pt>
                <c:pt idx="1125">
                  <c:v>44482</c:v>
                </c:pt>
                <c:pt idx="1126">
                  <c:v>44481</c:v>
                </c:pt>
                <c:pt idx="1127">
                  <c:v>44477</c:v>
                </c:pt>
                <c:pt idx="1128">
                  <c:v>44476</c:v>
                </c:pt>
                <c:pt idx="1129">
                  <c:v>44475</c:v>
                </c:pt>
                <c:pt idx="1130">
                  <c:v>44474</c:v>
                </c:pt>
                <c:pt idx="1131">
                  <c:v>44470</c:v>
                </c:pt>
                <c:pt idx="1132">
                  <c:v>44469</c:v>
                </c:pt>
                <c:pt idx="1133">
                  <c:v>44468</c:v>
                </c:pt>
                <c:pt idx="1134">
                  <c:v>44467</c:v>
                </c:pt>
                <c:pt idx="1135">
                  <c:v>44466</c:v>
                </c:pt>
                <c:pt idx="1136">
                  <c:v>44463</c:v>
                </c:pt>
                <c:pt idx="1137">
                  <c:v>44462</c:v>
                </c:pt>
                <c:pt idx="1138">
                  <c:v>44456</c:v>
                </c:pt>
                <c:pt idx="1139">
                  <c:v>44455</c:v>
                </c:pt>
                <c:pt idx="1140">
                  <c:v>44454</c:v>
                </c:pt>
                <c:pt idx="1141">
                  <c:v>44453</c:v>
                </c:pt>
                <c:pt idx="1142">
                  <c:v>44452</c:v>
                </c:pt>
                <c:pt idx="1143">
                  <c:v>44449</c:v>
                </c:pt>
                <c:pt idx="1144">
                  <c:v>44448</c:v>
                </c:pt>
                <c:pt idx="1145">
                  <c:v>44447</c:v>
                </c:pt>
                <c:pt idx="1146">
                  <c:v>44446</c:v>
                </c:pt>
                <c:pt idx="1147">
                  <c:v>44445</c:v>
                </c:pt>
                <c:pt idx="1148">
                  <c:v>44442</c:v>
                </c:pt>
                <c:pt idx="1149">
                  <c:v>44441</c:v>
                </c:pt>
                <c:pt idx="1150">
                  <c:v>44440</c:v>
                </c:pt>
                <c:pt idx="1151">
                  <c:v>44439</c:v>
                </c:pt>
                <c:pt idx="1152">
                  <c:v>44438</c:v>
                </c:pt>
                <c:pt idx="1153">
                  <c:v>44435</c:v>
                </c:pt>
                <c:pt idx="1154">
                  <c:v>44434</c:v>
                </c:pt>
                <c:pt idx="1155">
                  <c:v>44433</c:v>
                </c:pt>
                <c:pt idx="1156">
                  <c:v>44432</c:v>
                </c:pt>
                <c:pt idx="1157">
                  <c:v>44431</c:v>
                </c:pt>
                <c:pt idx="1158">
                  <c:v>44428</c:v>
                </c:pt>
                <c:pt idx="1159">
                  <c:v>44427</c:v>
                </c:pt>
                <c:pt idx="1160">
                  <c:v>44426</c:v>
                </c:pt>
                <c:pt idx="1161">
                  <c:v>44425</c:v>
                </c:pt>
                <c:pt idx="1162">
                  <c:v>44421</c:v>
                </c:pt>
                <c:pt idx="1163">
                  <c:v>44420</c:v>
                </c:pt>
                <c:pt idx="1164">
                  <c:v>44419</c:v>
                </c:pt>
                <c:pt idx="1165">
                  <c:v>44418</c:v>
                </c:pt>
                <c:pt idx="1166">
                  <c:v>44417</c:v>
                </c:pt>
                <c:pt idx="1167">
                  <c:v>44414</c:v>
                </c:pt>
                <c:pt idx="1168">
                  <c:v>44413</c:v>
                </c:pt>
                <c:pt idx="1169">
                  <c:v>44412</c:v>
                </c:pt>
                <c:pt idx="1170">
                  <c:v>44411</c:v>
                </c:pt>
                <c:pt idx="1171">
                  <c:v>44410</c:v>
                </c:pt>
                <c:pt idx="1172">
                  <c:v>44407</c:v>
                </c:pt>
                <c:pt idx="1173">
                  <c:v>44406</c:v>
                </c:pt>
                <c:pt idx="1174">
                  <c:v>44405</c:v>
                </c:pt>
                <c:pt idx="1175">
                  <c:v>44404</c:v>
                </c:pt>
                <c:pt idx="1176">
                  <c:v>44403</c:v>
                </c:pt>
                <c:pt idx="1177">
                  <c:v>44400</c:v>
                </c:pt>
                <c:pt idx="1178">
                  <c:v>44399</c:v>
                </c:pt>
                <c:pt idx="1179">
                  <c:v>44398</c:v>
                </c:pt>
                <c:pt idx="1180">
                  <c:v>44397</c:v>
                </c:pt>
                <c:pt idx="1181">
                  <c:v>44396</c:v>
                </c:pt>
                <c:pt idx="1182">
                  <c:v>44393</c:v>
                </c:pt>
                <c:pt idx="1183">
                  <c:v>44392</c:v>
                </c:pt>
                <c:pt idx="1184">
                  <c:v>44391</c:v>
                </c:pt>
                <c:pt idx="1185">
                  <c:v>44390</c:v>
                </c:pt>
                <c:pt idx="1186">
                  <c:v>44389</c:v>
                </c:pt>
                <c:pt idx="1187">
                  <c:v>44386</c:v>
                </c:pt>
                <c:pt idx="1188">
                  <c:v>44385</c:v>
                </c:pt>
                <c:pt idx="1189">
                  <c:v>44384</c:v>
                </c:pt>
                <c:pt idx="1190">
                  <c:v>44383</c:v>
                </c:pt>
                <c:pt idx="1191">
                  <c:v>44382</c:v>
                </c:pt>
                <c:pt idx="1192">
                  <c:v>44379</c:v>
                </c:pt>
                <c:pt idx="1193">
                  <c:v>44378</c:v>
                </c:pt>
                <c:pt idx="1194">
                  <c:v>44377</c:v>
                </c:pt>
                <c:pt idx="1195">
                  <c:v>44376</c:v>
                </c:pt>
                <c:pt idx="1196">
                  <c:v>44375</c:v>
                </c:pt>
                <c:pt idx="1197">
                  <c:v>44372</c:v>
                </c:pt>
                <c:pt idx="1198">
                  <c:v>44371</c:v>
                </c:pt>
                <c:pt idx="1199">
                  <c:v>44370</c:v>
                </c:pt>
                <c:pt idx="1200">
                  <c:v>44369</c:v>
                </c:pt>
                <c:pt idx="1201">
                  <c:v>44368</c:v>
                </c:pt>
                <c:pt idx="1202">
                  <c:v>44365</c:v>
                </c:pt>
                <c:pt idx="1203">
                  <c:v>44364</c:v>
                </c:pt>
                <c:pt idx="1204">
                  <c:v>44363</c:v>
                </c:pt>
                <c:pt idx="1205">
                  <c:v>44362</c:v>
                </c:pt>
                <c:pt idx="1206">
                  <c:v>44361</c:v>
                </c:pt>
                <c:pt idx="1207">
                  <c:v>44358</c:v>
                </c:pt>
                <c:pt idx="1208">
                  <c:v>44357</c:v>
                </c:pt>
                <c:pt idx="1209">
                  <c:v>44356</c:v>
                </c:pt>
                <c:pt idx="1210">
                  <c:v>44355</c:v>
                </c:pt>
                <c:pt idx="1211">
                  <c:v>44354</c:v>
                </c:pt>
                <c:pt idx="1212">
                  <c:v>44351</c:v>
                </c:pt>
                <c:pt idx="1213">
                  <c:v>44350</c:v>
                </c:pt>
                <c:pt idx="1214">
                  <c:v>44349</c:v>
                </c:pt>
                <c:pt idx="1215">
                  <c:v>44348</c:v>
                </c:pt>
                <c:pt idx="1216">
                  <c:v>44347</c:v>
                </c:pt>
                <c:pt idx="1217">
                  <c:v>44344</c:v>
                </c:pt>
                <c:pt idx="1218">
                  <c:v>44343</c:v>
                </c:pt>
                <c:pt idx="1219">
                  <c:v>44342</c:v>
                </c:pt>
                <c:pt idx="1220">
                  <c:v>44341</c:v>
                </c:pt>
                <c:pt idx="1221">
                  <c:v>44340</c:v>
                </c:pt>
                <c:pt idx="1222">
                  <c:v>44337</c:v>
                </c:pt>
                <c:pt idx="1223">
                  <c:v>44336</c:v>
                </c:pt>
                <c:pt idx="1224">
                  <c:v>44334</c:v>
                </c:pt>
              </c:numCache>
            </c:numRef>
          </c:cat>
          <c:val>
            <c:numRef>
              <c:f>Quanti!$C$15:$C$1239</c:f>
              <c:numCache>
                <c:formatCode>#,##0</c:formatCode>
                <c:ptCount val="1225"/>
                <c:pt idx="0">
                  <c:v>435</c:v>
                </c:pt>
                <c:pt idx="1">
                  <c:v>253</c:v>
                </c:pt>
                <c:pt idx="2">
                  <c:v>606</c:v>
                </c:pt>
                <c:pt idx="3">
                  <c:v>313</c:v>
                </c:pt>
                <c:pt idx="4">
                  <c:v>884</c:v>
                </c:pt>
                <c:pt idx="5">
                  <c:v>465</c:v>
                </c:pt>
                <c:pt idx="6">
                  <c:v>356</c:v>
                </c:pt>
                <c:pt idx="7">
                  <c:v>236</c:v>
                </c:pt>
                <c:pt idx="8">
                  <c:v>531</c:v>
                </c:pt>
                <c:pt idx="9">
                  <c:v>370</c:v>
                </c:pt>
                <c:pt idx="10">
                  <c:v>486</c:v>
                </c:pt>
                <c:pt idx="11">
                  <c:v>345</c:v>
                </c:pt>
                <c:pt idx="12">
                  <c:v>392</c:v>
                </c:pt>
                <c:pt idx="13">
                  <c:v>392</c:v>
                </c:pt>
                <c:pt idx="14">
                  <c:v>325</c:v>
                </c:pt>
                <c:pt idx="15">
                  <c:v>293</c:v>
                </c:pt>
                <c:pt idx="16">
                  <c:v>753</c:v>
                </c:pt>
                <c:pt idx="17">
                  <c:v>404</c:v>
                </c:pt>
                <c:pt idx="18">
                  <c:v>474</c:v>
                </c:pt>
                <c:pt idx="19">
                  <c:v>733</c:v>
                </c:pt>
                <c:pt idx="20">
                  <c:v>2255</c:v>
                </c:pt>
                <c:pt idx="21">
                  <c:v>1784</c:v>
                </c:pt>
                <c:pt idx="22">
                  <c:v>788</c:v>
                </c:pt>
                <c:pt idx="23">
                  <c:v>341</c:v>
                </c:pt>
                <c:pt idx="24">
                  <c:v>295</c:v>
                </c:pt>
                <c:pt idx="25">
                  <c:v>339</c:v>
                </c:pt>
                <c:pt idx="26">
                  <c:v>421</c:v>
                </c:pt>
                <c:pt idx="27">
                  <c:v>767</c:v>
                </c:pt>
                <c:pt idx="28">
                  <c:v>353</c:v>
                </c:pt>
                <c:pt idx="29">
                  <c:v>445</c:v>
                </c:pt>
                <c:pt idx="30">
                  <c:v>369</c:v>
                </c:pt>
                <c:pt idx="31">
                  <c:v>372</c:v>
                </c:pt>
                <c:pt idx="32">
                  <c:v>326</c:v>
                </c:pt>
                <c:pt idx="33">
                  <c:v>339</c:v>
                </c:pt>
                <c:pt idx="34">
                  <c:v>208</c:v>
                </c:pt>
                <c:pt idx="35">
                  <c:v>308</c:v>
                </c:pt>
                <c:pt idx="36">
                  <c:v>443</c:v>
                </c:pt>
                <c:pt idx="37">
                  <c:v>288</c:v>
                </c:pt>
                <c:pt idx="38">
                  <c:v>779</c:v>
                </c:pt>
                <c:pt idx="39">
                  <c:v>662</c:v>
                </c:pt>
                <c:pt idx="40">
                  <c:v>1883</c:v>
                </c:pt>
                <c:pt idx="41">
                  <c:v>507</c:v>
                </c:pt>
                <c:pt idx="42">
                  <c:v>738</c:v>
                </c:pt>
                <c:pt idx="43">
                  <c:v>967</c:v>
                </c:pt>
                <c:pt idx="44">
                  <c:v>920</c:v>
                </c:pt>
                <c:pt idx="45">
                  <c:v>3580</c:v>
                </c:pt>
                <c:pt idx="46">
                  <c:v>642</c:v>
                </c:pt>
                <c:pt idx="47">
                  <c:v>1614</c:v>
                </c:pt>
                <c:pt idx="48">
                  <c:v>386</c:v>
                </c:pt>
                <c:pt idx="49">
                  <c:v>281</c:v>
                </c:pt>
                <c:pt idx="50">
                  <c:v>274</c:v>
                </c:pt>
                <c:pt idx="51">
                  <c:v>462</c:v>
                </c:pt>
                <c:pt idx="52">
                  <c:v>696</c:v>
                </c:pt>
                <c:pt idx="53">
                  <c:v>912</c:v>
                </c:pt>
                <c:pt idx="54">
                  <c:v>227</c:v>
                </c:pt>
                <c:pt idx="55">
                  <c:v>541</c:v>
                </c:pt>
                <c:pt idx="56">
                  <c:v>883</c:v>
                </c:pt>
                <c:pt idx="57">
                  <c:v>483</c:v>
                </c:pt>
                <c:pt idx="58">
                  <c:v>417</c:v>
                </c:pt>
                <c:pt idx="59">
                  <c:v>648</c:v>
                </c:pt>
                <c:pt idx="60">
                  <c:v>420</c:v>
                </c:pt>
                <c:pt idx="61">
                  <c:v>830</c:v>
                </c:pt>
                <c:pt idx="62">
                  <c:v>1980</c:v>
                </c:pt>
                <c:pt idx="63">
                  <c:v>880</c:v>
                </c:pt>
                <c:pt idx="64">
                  <c:v>2371</c:v>
                </c:pt>
                <c:pt idx="65">
                  <c:v>943</c:v>
                </c:pt>
                <c:pt idx="66">
                  <c:v>332</c:v>
                </c:pt>
                <c:pt idx="67">
                  <c:v>340</c:v>
                </c:pt>
                <c:pt idx="68">
                  <c:v>924</c:v>
                </c:pt>
                <c:pt idx="69">
                  <c:v>1052</c:v>
                </c:pt>
                <c:pt idx="70">
                  <c:v>373</c:v>
                </c:pt>
                <c:pt idx="71">
                  <c:v>471</c:v>
                </c:pt>
                <c:pt idx="72">
                  <c:v>522</c:v>
                </c:pt>
                <c:pt idx="73">
                  <c:v>427</c:v>
                </c:pt>
                <c:pt idx="74">
                  <c:v>283</c:v>
                </c:pt>
                <c:pt idx="75">
                  <c:v>545</c:v>
                </c:pt>
                <c:pt idx="76">
                  <c:v>341</c:v>
                </c:pt>
                <c:pt idx="77">
                  <c:v>333</c:v>
                </c:pt>
                <c:pt idx="78">
                  <c:v>364</c:v>
                </c:pt>
                <c:pt idx="79">
                  <c:v>381</c:v>
                </c:pt>
                <c:pt idx="80">
                  <c:v>570</c:v>
                </c:pt>
                <c:pt idx="81">
                  <c:v>524</c:v>
                </c:pt>
                <c:pt idx="82">
                  <c:v>920</c:v>
                </c:pt>
                <c:pt idx="83">
                  <c:v>338</c:v>
                </c:pt>
                <c:pt idx="84">
                  <c:v>587</c:v>
                </c:pt>
                <c:pt idx="85">
                  <c:v>374</c:v>
                </c:pt>
                <c:pt idx="86">
                  <c:v>522</c:v>
                </c:pt>
                <c:pt idx="87">
                  <c:v>399</c:v>
                </c:pt>
                <c:pt idx="88">
                  <c:v>724</c:v>
                </c:pt>
                <c:pt idx="89">
                  <c:v>525</c:v>
                </c:pt>
                <c:pt idx="90">
                  <c:v>799</c:v>
                </c:pt>
                <c:pt idx="91">
                  <c:v>1118</c:v>
                </c:pt>
                <c:pt idx="92">
                  <c:v>706</c:v>
                </c:pt>
                <c:pt idx="93">
                  <c:v>685</c:v>
                </c:pt>
                <c:pt idx="94">
                  <c:v>449</c:v>
                </c:pt>
                <c:pt idx="95">
                  <c:v>619</c:v>
                </c:pt>
                <c:pt idx="96">
                  <c:v>904</c:v>
                </c:pt>
                <c:pt idx="97">
                  <c:v>957</c:v>
                </c:pt>
                <c:pt idx="98">
                  <c:v>939</c:v>
                </c:pt>
                <c:pt idx="99">
                  <c:v>1685</c:v>
                </c:pt>
                <c:pt idx="100">
                  <c:v>680</c:v>
                </c:pt>
                <c:pt idx="101">
                  <c:v>636</c:v>
                </c:pt>
                <c:pt idx="102">
                  <c:v>607</c:v>
                </c:pt>
                <c:pt idx="103">
                  <c:v>1056</c:v>
                </c:pt>
                <c:pt idx="104">
                  <c:v>1305</c:v>
                </c:pt>
                <c:pt idx="105">
                  <c:v>2703</c:v>
                </c:pt>
                <c:pt idx="106">
                  <c:v>292</c:v>
                </c:pt>
                <c:pt idx="107">
                  <c:v>409</c:v>
                </c:pt>
                <c:pt idx="108">
                  <c:v>323</c:v>
                </c:pt>
                <c:pt idx="109">
                  <c:v>523</c:v>
                </c:pt>
                <c:pt idx="110">
                  <c:v>496</c:v>
                </c:pt>
                <c:pt idx="111">
                  <c:v>265</c:v>
                </c:pt>
                <c:pt idx="112">
                  <c:v>351</c:v>
                </c:pt>
                <c:pt idx="113">
                  <c:v>579</c:v>
                </c:pt>
                <c:pt idx="114">
                  <c:v>1014</c:v>
                </c:pt>
                <c:pt idx="115">
                  <c:v>1050</c:v>
                </c:pt>
                <c:pt idx="116">
                  <c:v>380</c:v>
                </c:pt>
                <c:pt idx="117">
                  <c:v>402</c:v>
                </c:pt>
                <c:pt idx="118">
                  <c:v>1273</c:v>
                </c:pt>
                <c:pt idx="119">
                  <c:v>1200</c:v>
                </c:pt>
                <c:pt idx="120">
                  <c:v>875</c:v>
                </c:pt>
                <c:pt idx="121">
                  <c:v>2892</c:v>
                </c:pt>
                <c:pt idx="122">
                  <c:v>602</c:v>
                </c:pt>
                <c:pt idx="123">
                  <c:v>441</c:v>
                </c:pt>
                <c:pt idx="124">
                  <c:v>493</c:v>
                </c:pt>
                <c:pt idx="125">
                  <c:v>713</c:v>
                </c:pt>
                <c:pt idx="126">
                  <c:v>869</c:v>
                </c:pt>
                <c:pt idx="127">
                  <c:v>1236</c:v>
                </c:pt>
                <c:pt idx="128">
                  <c:v>1045</c:v>
                </c:pt>
                <c:pt idx="129">
                  <c:v>1919</c:v>
                </c:pt>
                <c:pt idx="130">
                  <c:v>1001</c:v>
                </c:pt>
                <c:pt idx="131">
                  <c:v>908</c:v>
                </c:pt>
                <c:pt idx="132">
                  <c:v>897</c:v>
                </c:pt>
                <c:pt idx="133">
                  <c:v>496</c:v>
                </c:pt>
                <c:pt idx="134">
                  <c:v>926</c:v>
                </c:pt>
                <c:pt idx="135">
                  <c:v>579</c:v>
                </c:pt>
                <c:pt idx="136">
                  <c:v>678</c:v>
                </c:pt>
                <c:pt idx="137">
                  <c:v>821</c:v>
                </c:pt>
                <c:pt idx="138">
                  <c:v>1021</c:v>
                </c:pt>
                <c:pt idx="139">
                  <c:v>704</c:v>
                </c:pt>
                <c:pt idx="140">
                  <c:v>1879</c:v>
                </c:pt>
                <c:pt idx="141">
                  <c:v>3168</c:v>
                </c:pt>
                <c:pt idx="142">
                  <c:v>1813</c:v>
                </c:pt>
                <c:pt idx="143">
                  <c:v>631</c:v>
                </c:pt>
                <c:pt idx="144">
                  <c:v>808</c:v>
                </c:pt>
                <c:pt idx="145">
                  <c:v>643</c:v>
                </c:pt>
                <c:pt idx="146">
                  <c:v>899</c:v>
                </c:pt>
                <c:pt idx="147">
                  <c:v>961</c:v>
                </c:pt>
                <c:pt idx="148">
                  <c:v>686</c:v>
                </c:pt>
                <c:pt idx="149">
                  <c:v>376</c:v>
                </c:pt>
                <c:pt idx="150">
                  <c:v>431</c:v>
                </c:pt>
                <c:pt idx="151">
                  <c:v>810</c:v>
                </c:pt>
                <c:pt idx="152">
                  <c:v>540</c:v>
                </c:pt>
                <c:pt idx="153">
                  <c:v>577</c:v>
                </c:pt>
                <c:pt idx="154">
                  <c:v>717</c:v>
                </c:pt>
                <c:pt idx="155">
                  <c:v>564</c:v>
                </c:pt>
                <c:pt idx="156">
                  <c:v>1422</c:v>
                </c:pt>
                <c:pt idx="157">
                  <c:v>1094</c:v>
                </c:pt>
                <c:pt idx="158">
                  <c:v>1767</c:v>
                </c:pt>
                <c:pt idx="159">
                  <c:v>858</c:v>
                </c:pt>
                <c:pt idx="160">
                  <c:v>994</c:v>
                </c:pt>
                <c:pt idx="161">
                  <c:v>757</c:v>
                </c:pt>
                <c:pt idx="162">
                  <c:v>1309</c:v>
                </c:pt>
                <c:pt idx="163">
                  <c:v>1180</c:v>
                </c:pt>
                <c:pt idx="164">
                  <c:v>1612</c:v>
                </c:pt>
                <c:pt idx="165">
                  <c:v>1330</c:v>
                </c:pt>
                <c:pt idx="166">
                  <c:v>1871</c:v>
                </c:pt>
                <c:pt idx="167">
                  <c:v>2538</c:v>
                </c:pt>
                <c:pt idx="168">
                  <c:v>2939</c:v>
                </c:pt>
                <c:pt idx="169">
                  <c:v>7467</c:v>
                </c:pt>
                <c:pt idx="170">
                  <c:v>22995</c:v>
                </c:pt>
                <c:pt idx="171">
                  <c:v>2619</c:v>
                </c:pt>
                <c:pt idx="172">
                  <c:v>7294</c:v>
                </c:pt>
                <c:pt idx="173">
                  <c:v>2917</c:v>
                </c:pt>
                <c:pt idx="174">
                  <c:v>2034</c:v>
                </c:pt>
                <c:pt idx="175">
                  <c:v>1413</c:v>
                </c:pt>
                <c:pt idx="176">
                  <c:v>4488</c:v>
                </c:pt>
                <c:pt idx="177">
                  <c:v>4979</c:v>
                </c:pt>
                <c:pt idx="178">
                  <c:v>943</c:v>
                </c:pt>
                <c:pt idx="179">
                  <c:v>846</c:v>
                </c:pt>
                <c:pt idx="180">
                  <c:v>1181</c:v>
                </c:pt>
                <c:pt idx="181">
                  <c:v>2326</c:v>
                </c:pt>
                <c:pt idx="182">
                  <c:v>8148</c:v>
                </c:pt>
                <c:pt idx="183">
                  <c:v>1573</c:v>
                </c:pt>
                <c:pt idx="184">
                  <c:v>3991</c:v>
                </c:pt>
                <c:pt idx="185">
                  <c:v>1223</c:v>
                </c:pt>
                <c:pt idx="186">
                  <c:v>1110</c:v>
                </c:pt>
                <c:pt idx="187">
                  <c:v>1147</c:v>
                </c:pt>
                <c:pt idx="188">
                  <c:v>1648</c:v>
                </c:pt>
                <c:pt idx="189">
                  <c:v>1141</c:v>
                </c:pt>
                <c:pt idx="190">
                  <c:v>3625</c:v>
                </c:pt>
                <c:pt idx="191">
                  <c:v>1249</c:v>
                </c:pt>
                <c:pt idx="192">
                  <c:v>2311</c:v>
                </c:pt>
                <c:pt idx="193">
                  <c:v>1283</c:v>
                </c:pt>
                <c:pt idx="194">
                  <c:v>1199</c:v>
                </c:pt>
                <c:pt idx="195">
                  <c:v>968</c:v>
                </c:pt>
                <c:pt idx="196">
                  <c:v>1719</c:v>
                </c:pt>
                <c:pt idx="197">
                  <c:v>1549</c:v>
                </c:pt>
                <c:pt idx="198">
                  <c:v>2241</c:v>
                </c:pt>
                <c:pt idx="199">
                  <c:v>2782</c:v>
                </c:pt>
                <c:pt idx="200">
                  <c:v>2924</c:v>
                </c:pt>
                <c:pt idx="201">
                  <c:v>7624</c:v>
                </c:pt>
                <c:pt idx="202">
                  <c:v>25979</c:v>
                </c:pt>
                <c:pt idx="203">
                  <c:v>9557</c:v>
                </c:pt>
                <c:pt idx="204">
                  <c:v>54823</c:v>
                </c:pt>
                <c:pt idx="205">
                  <c:v>10854</c:v>
                </c:pt>
                <c:pt idx="206">
                  <c:v>1126</c:v>
                </c:pt>
                <c:pt idx="207">
                  <c:v>3539</c:v>
                </c:pt>
                <c:pt idx="208">
                  <c:v>756</c:v>
                </c:pt>
                <c:pt idx="209">
                  <c:v>431</c:v>
                </c:pt>
                <c:pt idx="210">
                  <c:v>1785</c:v>
                </c:pt>
                <c:pt idx="211">
                  <c:v>610</c:v>
                </c:pt>
                <c:pt idx="212">
                  <c:v>475</c:v>
                </c:pt>
                <c:pt idx="213">
                  <c:v>477</c:v>
                </c:pt>
                <c:pt idx="214">
                  <c:v>518</c:v>
                </c:pt>
                <c:pt idx="215">
                  <c:v>522</c:v>
                </c:pt>
                <c:pt idx="216">
                  <c:v>334</c:v>
                </c:pt>
                <c:pt idx="217">
                  <c:v>237</c:v>
                </c:pt>
                <c:pt idx="218">
                  <c:v>658</c:v>
                </c:pt>
                <c:pt idx="219">
                  <c:v>1289</c:v>
                </c:pt>
                <c:pt idx="220">
                  <c:v>314</c:v>
                </c:pt>
                <c:pt idx="221">
                  <c:v>182</c:v>
                </c:pt>
                <c:pt idx="222">
                  <c:v>312</c:v>
                </c:pt>
                <c:pt idx="223">
                  <c:v>141</c:v>
                </c:pt>
                <c:pt idx="224">
                  <c:v>77</c:v>
                </c:pt>
                <c:pt idx="225">
                  <c:v>110</c:v>
                </c:pt>
                <c:pt idx="226">
                  <c:v>134</c:v>
                </c:pt>
                <c:pt idx="227">
                  <c:v>167</c:v>
                </c:pt>
                <c:pt idx="228">
                  <c:v>230</c:v>
                </c:pt>
                <c:pt idx="229">
                  <c:v>67</c:v>
                </c:pt>
                <c:pt idx="230">
                  <c:v>96</c:v>
                </c:pt>
                <c:pt idx="231">
                  <c:v>96</c:v>
                </c:pt>
                <c:pt idx="232">
                  <c:v>124</c:v>
                </c:pt>
                <c:pt idx="233">
                  <c:v>136</c:v>
                </c:pt>
                <c:pt idx="234">
                  <c:v>110</c:v>
                </c:pt>
                <c:pt idx="235">
                  <c:v>126</c:v>
                </c:pt>
                <c:pt idx="236">
                  <c:v>275</c:v>
                </c:pt>
                <c:pt idx="237">
                  <c:v>40</c:v>
                </c:pt>
                <c:pt idx="238">
                  <c:v>102</c:v>
                </c:pt>
                <c:pt idx="239">
                  <c:v>215</c:v>
                </c:pt>
                <c:pt idx="240">
                  <c:v>431</c:v>
                </c:pt>
                <c:pt idx="241">
                  <c:v>287</c:v>
                </c:pt>
                <c:pt idx="242">
                  <c:v>181</c:v>
                </c:pt>
                <c:pt idx="243">
                  <c:v>163</c:v>
                </c:pt>
                <c:pt idx="244">
                  <c:v>199</c:v>
                </c:pt>
                <c:pt idx="245">
                  <c:v>135</c:v>
                </c:pt>
                <c:pt idx="246">
                  <c:v>171</c:v>
                </c:pt>
                <c:pt idx="247">
                  <c:v>165</c:v>
                </c:pt>
                <c:pt idx="248">
                  <c:v>148</c:v>
                </c:pt>
                <c:pt idx="249">
                  <c:v>110</c:v>
                </c:pt>
                <c:pt idx="250">
                  <c:v>172</c:v>
                </c:pt>
                <c:pt idx="251">
                  <c:v>347</c:v>
                </c:pt>
                <c:pt idx="252">
                  <c:v>189</c:v>
                </c:pt>
                <c:pt idx="253">
                  <c:v>81</c:v>
                </c:pt>
                <c:pt idx="254">
                  <c:v>121</c:v>
                </c:pt>
                <c:pt idx="255">
                  <c:v>143</c:v>
                </c:pt>
                <c:pt idx="256">
                  <c:v>121</c:v>
                </c:pt>
                <c:pt idx="257">
                  <c:v>123</c:v>
                </c:pt>
                <c:pt idx="258">
                  <c:v>170</c:v>
                </c:pt>
                <c:pt idx="259">
                  <c:v>84</c:v>
                </c:pt>
                <c:pt idx="260">
                  <c:v>138</c:v>
                </c:pt>
                <c:pt idx="261">
                  <c:v>223</c:v>
                </c:pt>
                <c:pt idx="262">
                  <c:v>162</c:v>
                </c:pt>
                <c:pt idx="263">
                  <c:v>108</c:v>
                </c:pt>
                <c:pt idx="264">
                  <c:v>139</c:v>
                </c:pt>
                <c:pt idx="265">
                  <c:v>178</c:v>
                </c:pt>
                <c:pt idx="266">
                  <c:v>649</c:v>
                </c:pt>
                <c:pt idx="267">
                  <c:v>65</c:v>
                </c:pt>
                <c:pt idx="268">
                  <c:v>111</c:v>
                </c:pt>
                <c:pt idx="269">
                  <c:v>161</c:v>
                </c:pt>
                <c:pt idx="270">
                  <c:v>89</c:v>
                </c:pt>
                <c:pt idx="271">
                  <c:v>291</c:v>
                </c:pt>
                <c:pt idx="272">
                  <c:v>110</c:v>
                </c:pt>
                <c:pt idx="273">
                  <c:v>146</c:v>
                </c:pt>
                <c:pt idx="274">
                  <c:v>110</c:v>
                </c:pt>
                <c:pt idx="275">
                  <c:v>57</c:v>
                </c:pt>
                <c:pt idx="276">
                  <c:v>94</c:v>
                </c:pt>
                <c:pt idx="277">
                  <c:v>131</c:v>
                </c:pt>
                <c:pt idx="278">
                  <c:v>132</c:v>
                </c:pt>
                <c:pt idx="279">
                  <c:v>102</c:v>
                </c:pt>
                <c:pt idx="280">
                  <c:v>260</c:v>
                </c:pt>
                <c:pt idx="281">
                  <c:v>215</c:v>
                </c:pt>
                <c:pt idx="282">
                  <c:v>90</c:v>
                </c:pt>
                <c:pt idx="283">
                  <c:v>78</c:v>
                </c:pt>
                <c:pt idx="284">
                  <c:v>55</c:v>
                </c:pt>
                <c:pt idx="285">
                  <c:v>63</c:v>
                </c:pt>
                <c:pt idx="286">
                  <c:v>87</c:v>
                </c:pt>
                <c:pt idx="287">
                  <c:v>108</c:v>
                </c:pt>
                <c:pt idx="288">
                  <c:v>94</c:v>
                </c:pt>
                <c:pt idx="289">
                  <c:v>119</c:v>
                </c:pt>
                <c:pt idx="290">
                  <c:v>153</c:v>
                </c:pt>
                <c:pt idx="291">
                  <c:v>133</c:v>
                </c:pt>
                <c:pt idx="292">
                  <c:v>275</c:v>
                </c:pt>
                <c:pt idx="293">
                  <c:v>125</c:v>
                </c:pt>
                <c:pt idx="294">
                  <c:v>176</c:v>
                </c:pt>
                <c:pt idx="295">
                  <c:v>81</c:v>
                </c:pt>
                <c:pt idx="296">
                  <c:v>172</c:v>
                </c:pt>
                <c:pt idx="297">
                  <c:v>157</c:v>
                </c:pt>
                <c:pt idx="298">
                  <c:v>272</c:v>
                </c:pt>
                <c:pt idx="299">
                  <c:v>129</c:v>
                </c:pt>
                <c:pt idx="300">
                  <c:v>321</c:v>
                </c:pt>
                <c:pt idx="301">
                  <c:v>130</c:v>
                </c:pt>
                <c:pt idx="302">
                  <c:v>138</c:v>
                </c:pt>
                <c:pt idx="303">
                  <c:v>171</c:v>
                </c:pt>
                <c:pt idx="304">
                  <c:v>143</c:v>
                </c:pt>
                <c:pt idx="305">
                  <c:v>278</c:v>
                </c:pt>
                <c:pt idx="306">
                  <c:v>469</c:v>
                </c:pt>
                <c:pt idx="307">
                  <c:v>238</c:v>
                </c:pt>
                <c:pt idx="308">
                  <c:v>496</c:v>
                </c:pt>
                <c:pt idx="309">
                  <c:v>881</c:v>
                </c:pt>
                <c:pt idx="310">
                  <c:v>2409</c:v>
                </c:pt>
                <c:pt idx="311">
                  <c:v>162</c:v>
                </c:pt>
                <c:pt idx="312">
                  <c:v>277</c:v>
                </c:pt>
                <c:pt idx="313">
                  <c:v>79</c:v>
                </c:pt>
                <c:pt idx="314">
                  <c:v>79</c:v>
                </c:pt>
                <c:pt idx="315">
                  <c:v>136</c:v>
                </c:pt>
                <c:pt idx="316">
                  <c:v>217</c:v>
                </c:pt>
                <c:pt idx="317">
                  <c:v>473</c:v>
                </c:pt>
                <c:pt idx="318">
                  <c:v>179</c:v>
                </c:pt>
                <c:pt idx="319">
                  <c:v>660</c:v>
                </c:pt>
                <c:pt idx="320">
                  <c:v>246</c:v>
                </c:pt>
                <c:pt idx="321">
                  <c:v>454</c:v>
                </c:pt>
                <c:pt idx="322">
                  <c:v>323</c:v>
                </c:pt>
                <c:pt idx="323">
                  <c:v>297</c:v>
                </c:pt>
                <c:pt idx="324">
                  <c:v>198</c:v>
                </c:pt>
                <c:pt idx="325">
                  <c:v>159</c:v>
                </c:pt>
                <c:pt idx="326">
                  <c:v>298</c:v>
                </c:pt>
                <c:pt idx="327">
                  <c:v>654</c:v>
                </c:pt>
                <c:pt idx="328">
                  <c:v>421</c:v>
                </c:pt>
                <c:pt idx="329">
                  <c:v>952</c:v>
                </c:pt>
                <c:pt idx="330">
                  <c:v>297</c:v>
                </c:pt>
                <c:pt idx="331">
                  <c:v>144</c:v>
                </c:pt>
                <c:pt idx="332">
                  <c:v>191</c:v>
                </c:pt>
                <c:pt idx="333">
                  <c:v>238</c:v>
                </c:pt>
                <c:pt idx="334">
                  <c:v>230</c:v>
                </c:pt>
                <c:pt idx="335">
                  <c:v>493</c:v>
                </c:pt>
                <c:pt idx="336">
                  <c:v>299</c:v>
                </c:pt>
                <c:pt idx="337">
                  <c:v>2009</c:v>
                </c:pt>
                <c:pt idx="338">
                  <c:v>194</c:v>
                </c:pt>
                <c:pt idx="339">
                  <c:v>356</c:v>
                </c:pt>
                <c:pt idx="340">
                  <c:v>142</c:v>
                </c:pt>
                <c:pt idx="341">
                  <c:v>138</c:v>
                </c:pt>
                <c:pt idx="342">
                  <c:v>304</c:v>
                </c:pt>
                <c:pt idx="343">
                  <c:v>119</c:v>
                </c:pt>
                <c:pt idx="344">
                  <c:v>128</c:v>
                </c:pt>
                <c:pt idx="345">
                  <c:v>173</c:v>
                </c:pt>
                <c:pt idx="346">
                  <c:v>305</c:v>
                </c:pt>
                <c:pt idx="347">
                  <c:v>370</c:v>
                </c:pt>
                <c:pt idx="348">
                  <c:v>499</c:v>
                </c:pt>
                <c:pt idx="349">
                  <c:v>260</c:v>
                </c:pt>
                <c:pt idx="350">
                  <c:v>463</c:v>
                </c:pt>
                <c:pt idx="351">
                  <c:v>179</c:v>
                </c:pt>
                <c:pt idx="352">
                  <c:v>273</c:v>
                </c:pt>
                <c:pt idx="353">
                  <c:v>144</c:v>
                </c:pt>
                <c:pt idx="354">
                  <c:v>422</c:v>
                </c:pt>
                <c:pt idx="355">
                  <c:v>256</c:v>
                </c:pt>
                <c:pt idx="356">
                  <c:v>607</c:v>
                </c:pt>
                <c:pt idx="357">
                  <c:v>277</c:v>
                </c:pt>
                <c:pt idx="358">
                  <c:v>240</c:v>
                </c:pt>
                <c:pt idx="359">
                  <c:v>887</c:v>
                </c:pt>
                <c:pt idx="360">
                  <c:v>1297</c:v>
                </c:pt>
                <c:pt idx="361">
                  <c:v>1895</c:v>
                </c:pt>
                <c:pt idx="362">
                  <c:v>307</c:v>
                </c:pt>
                <c:pt idx="363">
                  <c:v>330</c:v>
                </c:pt>
                <c:pt idx="364">
                  <c:v>498</c:v>
                </c:pt>
                <c:pt idx="365">
                  <c:v>604</c:v>
                </c:pt>
                <c:pt idx="366">
                  <c:v>377</c:v>
                </c:pt>
                <c:pt idx="367">
                  <c:v>304</c:v>
                </c:pt>
                <c:pt idx="368">
                  <c:v>313</c:v>
                </c:pt>
                <c:pt idx="369">
                  <c:v>128</c:v>
                </c:pt>
                <c:pt idx="370">
                  <c:v>125</c:v>
                </c:pt>
                <c:pt idx="371">
                  <c:v>236</c:v>
                </c:pt>
                <c:pt idx="372">
                  <c:v>97</c:v>
                </c:pt>
                <c:pt idx="373">
                  <c:v>304</c:v>
                </c:pt>
                <c:pt idx="374">
                  <c:v>178</c:v>
                </c:pt>
                <c:pt idx="375">
                  <c:v>374</c:v>
                </c:pt>
                <c:pt idx="376">
                  <c:v>337</c:v>
                </c:pt>
                <c:pt idx="377">
                  <c:v>271</c:v>
                </c:pt>
                <c:pt idx="378">
                  <c:v>262</c:v>
                </c:pt>
                <c:pt idx="379">
                  <c:v>242</c:v>
                </c:pt>
                <c:pt idx="380">
                  <c:v>474</c:v>
                </c:pt>
                <c:pt idx="381">
                  <c:v>265</c:v>
                </c:pt>
                <c:pt idx="382">
                  <c:v>217</c:v>
                </c:pt>
                <c:pt idx="383">
                  <c:v>204</c:v>
                </c:pt>
                <c:pt idx="384">
                  <c:v>254</c:v>
                </c:pt>
                <c:pt idx="385">
                  <c:v>299</c:v>
                </c:pt>
                <c:pt idx="386">
                  <c:v>497</c:v>
                </c:pt>
                <c:pt idx="387">
                  <c:v>538</c:v>
                </c:pt>
                <c:pt idx="388">
                  <c:v>62</c:v>
                </c:pt>
                <c:pt idx="389">
                  <c:v>88</c:v>
                </c:pt>
                <c:pt idx="390">
                  <c:v>94</c:v>
                </c:pt>
                <c:pt idx="391">
                  <c:v>109</c:v>
                </c:pt>
                <c:pt idx="392">
                  <c:v>168</c:v>
                </c:pt>
                <c:pt idx="393">
                  <c:v>77</c:v>
                </c:pt>
                <c:pt idx="394">
                  <c:v>154</c:v>
                </c:pt>
                <c:pt idx="395">
                  <c:v>146</c:v>
                </c:pt>
                <c:pt idx="396">
                  <c:v>143</c:v>
                </c:pt>
                <c:pt idx="397">
                  <c:v>236</c:v>
                </c:pt>
                <c:pt idx="398">
                  <c:v>138</c:v>
                </c:pt>
                <c:pt idx="399">
                  <c:v>305</c:v>
                </c:pt>
                <c:pt idx="400">
                  <c:v>253</c:v>
                </c:pt>
                <c:pt idx="401">
                  <c:v>194</c:v>
                </c:pt>
                <c:pt idx="402">
                  <c:v>141</c:v>
                </c:pt>
                <c:pt idx="403">
                  <c:v>99</c:v>
                </c:pt>
                <c:pt idx="404">
                  <c:v>384</c:v>
                </c:pt>
                <c:pt idx="405">
                  <c:v>290</c:v>
                </c:pt>
                <c:pt idx="406">
                  <c:v>210</c:v>
                </c:pt>
                <c:pt idx="407">
                  <c:v>809</c:v>
                </c:pt>
                <c:pt idx="408">
                  <c:v>421</c:v>
                </c:pt>
                <c:pt idx="409">
                  <c:v>380</c:v>
                </c:pt>
                <c:pt idx="410">
                  <c:v>328</c:v>
                </c:pt>
                <c:pt idx="411">
                  <c:v>304</c:v>
                </c:pt>
                <c:pt idx="412">
                  <c:v>92</c:v>
                </c:pt>
                <c:pt idx="413">
                  <c:v>171</c:v>
                </c:pt>
                <c:pt idx="414">
                  <c:v>137</c:v>
                </c:pt>
                <c:pt idx="415">
                  <c:v>407</c:v>
                </c:pt>
                <c:pt idx="416">
                  <c:v>178</c:v>
                </c:pt>
                <c:pt idx="417">
                  <c:v>224</c:v>
                </c:pt>
                <c:pt idx="418">
                  <c:v>212</c:v>
                </c:pt>
                <c:pt idx="419">
                  <c:v>189</c:v>
                </c:pt>
                <c:pt idx="420">
                  <c:v>202</c:v>
                </c:pt>
                <c:pt idx="421">
                  <c:v>393</c:v>
                </c:pt>
                <c:pt idx="422">
                  <c:v>369</c:v>
                </c:pt>
                <c:pt idx="423">
                  <c:v>354</c:v>
                </c:pt>
                <c:pt idx="424">
                  <c:v>618</c:v>
                </c:pt>
                <c:pt idx="425">
                  <c:v>234</c:v>
                </c:pt>
                <c:pt idx="426">
                  <c:v>197</c:v>
                </c:pt>
                <c:pt idx="427">
                  <c:v>118</c:v>
                </c:pt>
                <c:pt idx="428">
                  <c:v>92</c:v>
                </c:pt>
                <c:pt idx="429">
                  <c:v>204</c:v>
                </c:pt>
                <c:pt idx="430">
                  <c:v>328</c:v>
                </c:pt>
                <c:pt idx="431">
                  <c:v>818</c:v>
                </c:pt>
                <c:pt idx="432">
                  <c:v>200</c:v>
                </c:pt>
                <c:pt idx="433">
                  <c:v>196</c:v>
                </c:pt>
                <c:pt idx="434">
                  <c:v>179</c:v>
                </c:pt>
                <c:pt idx="435">
                  <c:v>218</c:v>
                </c:pt>
                <c:pt idx="436">
                  <c:v>290</c:v>
                </c:pt>
                <c:pt idx="437">
                  <c:v>233</c:v>
                </c:pt>
                <c:pt idx="438">
                  <c:v>235</c:v>
                </c:pt>
                <c:pt idx="439">
                  <c:v>657</c:v>
                </c:pt>
                <c:pt idx="440">
                  <c:v>1289</c:v>
                </c:pt>
                <c:pt idx="441">
                  <c:v>366</c:v>
                </c:pt>
                <c:pt idx="442">
                  <c:v>235</c:v>
                </c:pt>
                <c:pt idx="443">
                  <c:v>296</c:v>
                </c:pt>
                <c:pt idx="444">
                  <c:v>550</c:v>
                </c:pt>
                <c:pt idx="445">
                  <c:v>643</c:v>
                </c:pt>
                <c:pt idx="446">
                  <c:v>612</c:v>
                </c:pt>
                <c:pt idx="447">
                  <c:v>806</c:v>
                </c:pt>
                <c:pt idx="448">
                  <c:v>773</c:v>
                </c:pt>
                <c:pt idx="449">
                  <c:v>624</c:v>
                </c:pt>
                <c:pt idx="450">
                  <c:v>847</c:v>
                </c:pt>
                <c:pt idx="451">
                  <c:v>1224</c:v>
                </c:pt>
                <c:pt idx="452">
                  <c:v>529</c:v>
                </c:pt>
                <c:pt idx="453">
                  <c:v>678</c:v>
                </c:pt>
                <c:pt idx="454">
                  <c:v>632</c:v>
                </c:pt>
                <c:pt idx="455">
                  <c:v>491</c:v>
                </c:pt>
                <c:pt idx="456">
                  <c:v>598</c:v>
                </c:pt>
                <c:pt idx="457">
                  <c:v>771</c:v>
                </c:pt>
                <c:pt idx="458">
                  <c:v>248</c:v>
                </c:pt>
                <c:pt idx="459">
                  <c:v>396</c:v>
                </c:pt>
                <c:pt idx="460">
                  <c:v>190</c:v>
                </c:pt>
                <c:pt idx="461">
                  <c:v>199</c:v>
                </c:pt>
                <c:pt idx="462">
                  <c:v>303</c:v>
                </c:pt>
                <c:pt idx="463">
                  <c:v>349</c:v>
                </c:pt>
                <c:pt idx="464">
                  <c:v>226</c:v>
                </c:pt>
                <c:pt idx="465">
                  <c:v>603</c:v>
                </c:pt>
                <c:pt idx="466">
                  <c:v>432</c:v>
                </c:pt>
                <c:pt idx="467">
                  <c:v>344</c:v>
                </c:pt>
                <c:pt idx="468">
                  <c:v>266</c:v>
                </c:pt>
                <c:pt idx="469">
                  <c:v>859</c:v>
                </c:pt>
                <c:pt idx="470">
                  <c:v>1354</c:v>
                </c:pt>
                <c:pt idx="471">
                  <c:v>626</c:v>
                </c:pt>
                <c:pt idx="472">
                  <c:v>706</c:v>
                </c:pt>
                <c:pt idx="473">
                  <c:v>490</c:v>
                </c:pt>
                <c:pt idx="474">
                  <c:v>1382</c:v>
                </c:pt>
                <c:pt idx="475">
                  <c:v>488</c:v>
                </c:pt>
                <c:pt idx="476">
                  <c:v>365</c:v>
                </c:pt>
                <c:pt idx="477">
                  <c:v>428</c:v>
                </c:pt>
                <c:pt idx="478">
                  <c:v>427</c:v>
                </c:pt>
                <c:pt idx="479">
                  <c:v>910</c:v>
                </c:pt>
                <c:pt idx="480">
                  <c:v>899</c:v>
                </c:pt>
                <c:pt idx="481">
                  <c:v>1384</c:v>
                </c:pt>
                <c:pt idx="482">
                  <c:v>1039</c:v>
                </c:pt>
                <c:pt idx="483">
                  <c:v>3978</c:v>
                </c:pt>
                <c:pt idx="484">
                  <c:v>1366</c:v>
                </c:pt>
                <c:pt idx="485">
                  <c:v>2439</c:v>
                </c:pt>
                <c:pt idx="486">
                  <c:v>1265</c:v>
                </c:pt>
                <c:pt idx="487">
                  <c:v>4859</c:v>
                </c:pt>
                <c:pt idx="488">
                  <c:v>4736</c:v>
                </c:pt>
                <c:pt idx="489">
                  <c:v>8658</c:v>
                </c:pt>
                <c:pt idx="490">
                  <c:v>115</c:v>
                </c:pt>
                <c:pt idx="491">
                  <c:v>191</c:v>
                </c:pt>
                <c:pt idx="492">
                  <c:v>151</c:v>
                </c:pt>
                <c:pt idx="493">
                  <c:v>499</c:v>
                </c:pt>
                <c:pt idx="494">
                  <c:v>89</c:v>
                </c:pt>
                <c:pt idx="495">
                  <c:v>112</c:v>
                </c:pt>
                <c:pt idx="496">
                  <c:v>118</c:v>
                </c:pt>
                <c:pt idx="497">
                  <c:v>105</c:v>
                </c:pt>
                <c:pt idx="498">
                  <c:v>125</c:v>
                </c:pt>
                <c:pt idx="499">
                  <c:v>205</c:v>
                </c:pt>
                <c:pt idx="500">
                  <c:v>638</c:v>
                </c:pt>
                <c:pt idx="501">
                  <c:v>166</c:v>
                </c:pt>
                <c:pt idx="502">
                  <c:v>516</c:v>
                </c:pt>
                <c:pt idx="503">
                  <c:v>252</c:v>
                </c:pt>
                <c:pt idx="504">
                  <c:v>133</c:v>
                </c:pt>
                <c:pt idx="505">
                  <c:v>149</c:v>
                </c:pt>
                <c:pt idx="506">
                  <c:v>324</c:v>
                </c:pt>
                <c:pt idx="507">
                  <c:v>416</c:v>
                </c:pt>
                <c:pt idx="508">
                  <c:v>120</c:v>
                </c:pt>
                <c:pt idx="509">
                  <c:v>320</c:v>
                </c:pt>
                <c:pt idx="510">
                  <c:v>184</c:v>
                </c:pt>
                <c:pt idx="511">
                  <c:v>406</c:v>
                </c:pt>
                <c:pt idx="512">
                  <c:v>125</c:v>
                </c:pt>
                <c:pt idx="513">
                  <c:v>341</c:v>
                </c:pt>
                <c:pt idx="514">
                  <c:v>329</c:v>
                </c:pt>
                <c:pt idx="515">
                  <c:v>175</c:v>
                </c:pt>
                <c:pt idx="516">
                  <c:v>151</c:v>
                </c:pt>
                <c:pt idx="517">
                  <c:v>328</c:v>
                </c:pt>
                <c:pt idx="518">
                  <c:v>268</c:v>
                </c:pt>
                <c:pt idx="519">
                  <c:v>285</c:v>
                </c:pt>
                <c:pt idx="520">
                  <c:v>261</c:v>
                </c:pt>
                <c:pt idx="521">
                  <c:v>139</c:v>
                </c:pt>
                <c:pt idx="522">
                  <c:v>250</c:v>
                </c:pt>
                <c:pt idx="523">
                  <c:v>489</c:v>
                </c:pt>
                <c:pt idx="524">
                  <c:v>241</c:v>
                </c:pt>
                <c:pt idx="525">
                  <c:v>360</c:v>
                </c:pt>
                <c:pt idx="526">
                  <c:v>202</c:v>
                </c:pt>
                <c:pt idx="527">
                  <c:v>459</c:v>
                </c:pt>
                <c:pt idx="528">
                  <c:v>396</c:v>
                </c:pt>
                <c:pt idx="529">
                  <c:v>2190</c:v>
                </c:pt>
                <c:pt idx="530">
                  <c:v>343</c:v>
                </c:pt>
                <c:pt idx="531">
                  <c:v>727</c:v>
                </c:pt>
                <c:pt idx="532">
                  <c:v>2123</c:v>
                </c:pt>
                <c:pt idx="533">
                  <c:v>414</c:v>
                </c:pt>
                <c:pt idx="534">
                  <c:v>290</c:v>
                </c:pt>
                <c:pt idx="535">
                  <c:v>298</c:v>
                </c:pt>
                <c:pt idx="536">
                  <c:v>341</c:v>
                </c:pt>
                <c:pt idx="537">
                  <c:v>256</c:v>
                </c:pt>
                <c:pt idx="538">
                  <c:v>274</c:v>
                </c:pt>
                <c:pt idx="539">
                  <c:v>378</c:v>
                </c:pt>
                <c:pt idx="540">
                  <c:v>262</c:v>
                </c:pt>
                <c:pt idx="541">
                  <c:v>449</c:v>
                </c:pt>
                <c:pt idx="542">
                  <c:v>526</c:v>
                </c:pt>
                <c:pt idx="543">
                  <c:v>512</c:v>
                </c:pt>
                <c:pt idx="544">
                  <c:v>663</c:v>
                </c:pt>
                <c:pt idx="545">
                  <c:v>1426</c:v>
                </c:pt>
                <c:pt idx="546">
                  <c:v>6341</c:v>
                </c:pt>
                <c:pt idx="547">
                  <c:v>2010</c:v>
                </c:pt>
                <c:pt idx="548">
                  <c:v>1614</c:v>
                </c:pt>
                <c:pt idx="549">
                  <c:v>2578</c:v>
                </c:pt>
                <c:pt idx="550">
                  <c:v>12053</c:v>
                </c:pt>
                <c:pt idx="551">
                  <c:v>477</c:v>
                </c:pt>
                <c:pt idx="552">
                  <c:v>260</c:v>
                </c:pt>
                <c:pt idx="553">
                  <c:v>432</c:v>
                </c:pt>
                <c:pt idx="554">
                  <c:v>479</c:v>
                </c:pt>
                <c:pt idx="555">
                  <c:v>679</c:v>
                </c:pt>
                <c:pt idx="556">
                  <c:v>836</c:v>
                </c:pt>
                <c:pt idx="557">
                  <c:v>969</c:v>
                </c:pt>
                <c:pt idx="558">
                  <c:v>1936</c:v>
                </c:pt>
                <c:pt idx="559">
                  <c:v>1437</c:v>
                </c:pt>
                <c:pt idx="560">
                  <c:v>3146</c:v>
                </c:pt>
                <c:pt idx="561">
                  <c:v>10116</c:v>
                </c:pt>
                <c:pt idx="562">
                  <c:v>321</c:v>
                </c:pt>
                <c:pt idx="563">
                  <c:v>1079</c:v>
                </c:pt>
                <c:pt idx="564">
                  <c:v>270</c:v>
                </c:pt>
                <c:pt idx="565">
                  <c:v>206</c:v>
                </c:pt>
                <c:pt idx="566">
                  <c:v>232</c:v>
                </c:pt>
                <c:pt idx="567">
                  <c:v>301</c:v>
                </c:pt>
                <c:pt idx="568">
                  <c:v>247</c:v>
                </c:pt>
                <c:pt idx="569">
                  <c:v>223</c:v>
                </c:pt>
                <c:pt idx="570">
                  <c:v>300</c:v>
                </c:pt>
                <c:pt idx="571">
                  <c:v>249</c:v>
                </c:pt>
                <c:pt idx="572">
                  <c:v>460</c:v>
                </c:pt>
                <c:pt idx="573">
                  <c:v>247</c:v>
                </c:pt>
                <c:pt idx="574">
                  <c:v>307</c:v>
                </c:pt>
                <c:pt idx="575">
                  <c:v>479</c:v>
                </c:pt>
                <c:pt idx="576">
                  <c:v>497</c:v>
                </c:pt>
                <c:pt idx="577">
                  <c:v>795</c:v>
                </c:pt>
                <c:pt idx="578">
                  <c:v>553</c:v>
                </c:pt>
                <c:pt idx="579">
                  <c:v>5426</c:v>
                </c:pt>
                <c:pt idx="580">
                  <c:v>961</c:v>
                </c:pt>
                <c:pt idx="581">
                  <c:v>699</c:v>
                </c:pt>
                <c:pt idx="582">
                  <c:v>246</c:v>
                </c:pt>
                <c:pt idx="583">
                  <c:v>408</c:v>
                </c:pt>
                <c:pt idx="584">
                  <c:v>219</c:v>
                </c:pt>
                <c:pt idx="585">
                  <c:v>257</c:v>
                </c:pt>
                <c:pt idx="586">
                  <c:v>412</c:v>
                </c:pt>
                <c:pt idx="587">
                  <c:v>1845</c:v>
                </c:pt>
                <c:pt idx="588">
                  <c:v>239</c:v>
                </c:pt>
                <c:pt idx="589">
                  <c:v>358</c:v>
                </c:pt>
                <c:pt idx="590">
                  <c:v>378</c:v>
                </c:pt>
                <c:pt idx="591">
                  <c:v>155</c:v>
                </c:pt>
                <c:pt idx="592">
                  <c:v>87</c:v>
                </c:pt>
                <c:pt idx="593">
                  <c:v>196</c:v>
                </c:pt>
                <c:pt idx="594">
                  <c:v>309</c:v>
                </c:pt>
                <c:pt idx="595">
                  <c:v>253</c:v>
                </c:pt>
                <c:pt idx="596">
                  <c:v>164</c:v>
                </c:pt>
                <c:pt idx="597">
                  <c:v>264</c:v>
                </c:pt>
                <c:pt idx="598">
                  <c:v>556</c:v>
                </c:pt>
                <c:pt idx="599">
                  <c:v>157</c:v>
                </c:pt>
                <c:pt idx="600">
                  <c:v>242</c:v>
                </c:pt>
                <c:pt idx="601">
                  <c:v>159</c:v>
                </c:pt>
                <c:pt idx="602">
                  <c:v>248</c:v>
                </c:pt>
                <c:pt idx="603">
                  <c:v>286</c:v>
                </c:pt>
                <c:pt idx="604">
                  <c:v>1003</c:v>
                </c:pt>
                <c:pt idx="605">
                  <c:v>139</c:v>
                </c:pt>
                <c:pt idx="606">
                  <c:v>214</c:v>
                </c:pt>
                <c:pt idx="607">
                  <c:v>190</c:v>
                </c:pt>
                <c:pt idx="608">
                  <c:v>209</c:v>
                </c:pt>
                <c:pt idx="609">
                  <c:v>393</c:v>
                </c:pt>
                <c:pt idx="610">
                  <c:v>210</c:v>
                </c:pt>
                <c:pt idx="611">
                  <c:v>266</c:v>
                </c:pt>
                <c:pt idx="612">
                  <c:v>330</c:v>
                </c:pt>
                <c:pt idx="613">
                  <c:v>716</c:v>
                </c:pt>
                <c:pt idx="614">
                  <c:v>479</c:v>
                </c:pt>
                <c:pt idx="615">
                  <c:v>483</c:v>
                </c:pt>
                <c:pt idx="616">
                  <c:v>837</c:v>
                </c:pt>
                <c:pt idx="617">
                  <c:v>729</c:v>
                </c:pt>
                <c:pt idx="618">
                  <c:v>239</c:v>
                </c:pt>
                <c:pt idx="619">
                  <c:v>356</c:v>
                </c:pt>
                <c:pt idx="620">
                  <c:v>163</c:v>
                </c:pt>
                <c:pt idx="621">
                  <c:v>291</c:v>
                </c:pt>
                <c:pt idx="622">
                  <c:v>292</c:v>
                </c:pt>
                <c:pt idx="623">
                  <c:v>430</c:v>
                </c:pt>
                <c:pt idx="624">
                  <c:v>368</c:v>
                </c:pt>
                <c:pt idx="625">
                  <c:v>219</c:v>
                </c:pt>
                <c:pt idx="626">
                  <c:v>508</c:v>
                </c:pt>
                <c:pt idx="627">
                  <c:v>538</c:v>
                </c:pt>
                <c:pt idx="628">
                  <c:v>890</c:v>
                </c:pt>
                <c:pt idx="629">
                  <c:v>808</c:v>
                </c:pt>
                <c:pt idx="630">
                  <c:v>336</c:v>
                </c:pt>
                <c:pt idx="631">
                  <c:v>158</c:v>
                </c:pt>
                <c:pt idx="632">
                  <c:v>343</c:v>
                </c:pt>
                <c:pt idx="633">
                  <c:v>188</c:v>
                </c:pt>
                <c:pt idx="634">
                  <c:v>111</c:v>
                </c:pt>
                <c:pt idx="635">
                  <c:v>126</c:v>
                </c:pt>
                <c:pt idx="636">
                  <c:v>308</c:v>
                </c:pt>
                <c:pt idx="637">
                  <c:v>167</c:v>
                </c:pt>
                <c:pt idx="638">
                  <c:v>141</c:v>
                </c:pt>
                <c:pt idx="639">
                  <c:v>206</c:v>
                </c:pt>
                <c:pt idx="640">
                  <c:v>71</c:v>
                </c:pt>
                <c:pt idx="641">
                  <c:v>136</c:v>
                </c:pt>
                <c:pt idx="642">
                  <c:v>124</c:v>
                </c:pt>
                <c:pt idx="643">
                  <c:v>187</c:v>
                </c:pt>
                <c:pt idx="644">
                  <c:v>247</c:v>
                </c:pt>
                <c:pt idx="645">
                  <c:v>80</c:v>
                </c:pt>
                <c:pt idx="646">
                  <c:v>194</c:v>
                </c:pt>
                <c:pt idx="647">
                  <c:v>643</c:v>
                </c:pt>
                <c:pt idx="648">
                  <c:v>167</c:v>
                </c:pt>
                <c:pt idx="649">
                  <c:v>114</c:v>
                </c:pt>
                <c:pt idx="650">
                  <c:v>59</c:v>
                </c:pt>
                <c:pt idx="651">
                  <c:v>187</c:v>
                </c:pt>
                <c:pt idx="652">
                  <c:v>141</c:v>
                </c:pt>
                <c:pt idx="653">
                  <c:v>112</c:v>
                </c:pt>
                <c:pt idx="654">
                  <c:v>58</c:v>
                </c:pt>
                <c:pt idx="655">
                  <c:v>234</c:v>
                </c:pt>
                <c:pt idx="656">
                  <c:v>440</c:v>
                </c:pt>
                <c:pt idx="657">
                  <c:v>186</c:v>
                </c:pt>
                <c:pt idx="658">
                  <c:v>104</c:v>
                </c:pt>
                <c:pt idx="659">
                  <c:v>104</c:v>
                </c:pt>
                <c:pt idx="660">
                  <c:v>56</c:v>
                </c:pt>
                <c:pt idx="661">
                  <c:v>115</c:v>
                </c:pt>
                <c:pt idx="662">
                  <c:v>147</c:v>
                </c:pt>
                <c:pt idx="663">
                  <c:v>147</c:v>
                </c:pt>
                <c:pt idx="664">
                  <c:v>146</c:v>
                </c:pt>
                <c:pt idx="665">
                  <c:v>97</c:v>
                </c:pt>
                <c:pt idx="666">
                  <c:v>108</c:v>
                </c:pt>
                <c:pt idx="667">
                  <c:v>207</c:v>
                </c:pt>
                <c:pt idx="668">
                  <c:v>242</c:v>
                </c:pt>
                <c:pt idx="669">
                  <c:v>286</c:v>
                </c:pt>
                <c:pt idx="670">
                  <c:v>174</c:v>
                </c:pt>
                <c:pt idx="671">
                  <c:v>184</c:v>
                </c:pt>
                <c:pt idx="672">
                  <c:v>104</c:v>
                </c:pt>
                <c:pt idx="673">
                  <c:v>141</c:v>
                </c:pt>
                <c:pt idx="674">
                  <c:v>216</c:v>
                </c:pt>
                <c:pt idx="675">
                  <c:v>286</c:v>
                </c:pt>
                <c:pt idx="676">
                  <c:v>205</c:v>
                </c:pt>
                <c:pt idx="677">
                  <c:v>464</c:v>
                </c:pt>
                <c:pt idx="678">
                  <c:v>536</c:v>
                </c:pt>
                <c:pt idx="679">
                  <c:v>161</c:v>
                </c:pt>
                <c:pt idx="680">
                  <c:v>257</c:v>
                </c:pt>
                <c:pt idx="681">
                  <c:v>258</c:v>
                </c:pt>
                <c:pt idx="682">
                  <c:v>370</c:v>
                </c:pt>
                <c:pt idx="683">
                  <c:v>256</c:v>
                </c:pt>
                <c:pt idx="684">
                  <c:v>233</c:v>
                </c:pt>
                <c:pt idx="685">
                  <c:v>265</c:v>
                </c:pt>
                <c:pt idx="686">
                  <c:v>221</c:v>
                </c:pt>
                <c:pt idx="687">
                  <c:v>331</c:v>
                </c:pt>
                <c:pt idx="688">
                  <c:v>996</c:v>
                </c:pt>
                <c:pt idx="689">
                  <c:v>312</c:v>
                </c:pt>
                <c:pt idx="690">
                  <c:v>271</c:v>
                </c:pt>
                <c:pt idx="691">
                  <c:v>256</c:v>
                </c:pt>
                <c:pt idx="692">
                  <c:v>254</c:v>
                </c:pt>
                <c:pt idx="693">
                  <c:v>366</c:v>
                </c:pt>
                <c:pt idx="694">
                  <c:v>310</c:v>
                </c:pt>
                <c:pt idx="695">
                  <c:v>332</c:v>
                </c:pt>
                <c:pt idx="696">
                  <c:v>131</c:v>
                </c:pt>
                <c:pt idx="697">
                  <c:v>171</c:v>
                </c:pt>
                <c:pt idx="698">
                  <c:v>216</c:v>
                </c:pt>
                <c:pt idx="699">
                  <c:v>252</c:v>
                </c:pt>
                <c:pt idx="700">
                  <c:v>185</c:v>
                </c:pt>
                <c:pt idx="701">
                  <c:v>180</c:v>
                </c:pt>
                <c:pt idx="702">
                  <c:v>195</c:v>
                </c:pt>
                <c:pt idx="703">
                  <c:v>160</c:v>
                </c:pt>
                <c:pt idx="704">
                  <c:v>103</c:v>
                </c:pt>
                <c:pt idx="705">
                  <c:v>148</c:v>
                </c:pt>
                <c:pt idx="706">
                  <c:v>142</c:v>
                </c:pt>
                <c:pt idx="707">
                  <c:v>336</c:v>
                </c:pt>
                <c:pt idx="708">
                  <c:v>285</c:v>
                </c:pt>
                <c:pt idx="709">
                  <c:v>231</c:v>
                </c:pt>
                <c:pt idx="710">
                  <c:v>288</c:v>
                </c:pt>
                <c:pt idx="711">
                  <c:v>279</c:v>
                </c:pt>
                <c:pt idx="712">
                  <c:v>440</c:v>
                </c:pt>
                <c:pt idx="713">
                  <c:v>288</c:v>
                </c:pt>
                <c:pt idx="714">
                  <c:v>200</c:v>
                </c:pt>
                <c:pt idx="715">
                  <c:v>185</c:v>
                </c:pt>
                <c:pt idx="716">
                  <c:v>248</c:v>
                </c:pt>
                <c:pt idx="717">
                  <c:v>415</c:v>
                </c:pt>
                <c:pt idx="718">
                  <c:v>317</c:v>
                </c:pt>
                <c:pt idx="719">
                  <c:v>542</c:v>
                </c:pt>
                <c:pt idx="720">
                  <c:v>411</c:v>
                </c:pt>
                <c:pt idx="721">
                  <c:v>464</c:v>
                </c:pt>
                <c:pt idx="722">
                  <c:v>266</c:v>
                </c:pt>
                <c:pt idx="723">
                  <c:v>196</c:v>
                </c:pt>
                <c:pt idx="724">
                  <c:v>525</c:v>
                </c:pt>
                <c:pt idx="725">
                  <c:v>271</c:v>
                </c:pt>
                <c:pt idx="726">
                  <c:v>270</c:v>
                </c:pt>
                <c:pt idx="727">
                  <c:v>468</c:v>
                </c:pt>
                <c:pt idx="728">
                  <c:v>1245</c:v>
                </c:pt>
                <c:pt idx="729">
                  <c:v>894</c:v>
                </c:pt>
                <c:pt idx="730">
                  <c:v>768</c:v>
                </c:pt>
                <c:pt idx="731">
                  <c:v>1378</c:v>
                </c:pt>
                <c:pt idx="732">
                  <c:v>215</c:v>
                </c:pt>
                <c:pt idx="733">
                  <c:v>143</c:v>
                </c:pt>
                <c:pt idx="734">
                  <c:v>185</c:v>
                </c:pt>
                <c:pt idx="735">
                  <c:v>203</c:v>
                </c:pt>
                <c:pt idx="736">
                  <c:v>193</c:v>
                </c:pt>
                <c:pt idx="737">
                  <c:v>376</c:v>
                </c:pt>
                <c:pt idx="738">
                  <c:v>372</c:v>
                </c:pt>
                <c:pt idx="739">
                  <c:v>211</c:v>
                </c:pt>
                <c:pt idx="740">
                  <c:v>216</c:v>
                </c:pt>
                <c:pt idx="741">
                  <c:v>587</c:v>
                </c:pt>
                <c:pt idx="742">
                  <c:v>419</c:v>
                </c:pt>
                <c:pt idx="743">
                  <c:v>413</c:v>
                </c:pt>
                <c:pt idx="744">
                  <c:v>608</c:v>
                </c:pt>
                <c:pt idx="745">
                  <c:v>353</c:v>
                </c:pt>
                <c:pt idx="746">
                  <c:v>566</c:v>
                </c:pt>
                <c:pt idx="747">
                  <c:v>1605</c:v>
                </c:pt>
                <c:pt idx="748">
                  <c:v>2739</c:v>
                </c:pt>
                <c:pt idx="749">
                  <c:v>2591</c:v>
                </c:pt>
                <c:pt idx="750">
                  <c:v>593</c:v>
                </c:pt>
                <c:pt idx="751">
                  <c:v>421</c:v>
                </c:pt>
                <c:pt idx="752">
                  <c:v>504</c:v>
                </c:pt>
                <c:pt idx="753">
                  <c:v>460</c:v>
                </c:pt>
                <c:pt idx="754">
                  <c:v>400</c:v>
                </c:pt>
                <c:pt idx="755">
                  <c:v>571</c:v>
                </c:pt>
                <c:pt idx="756">
                  <c:v>342</c:v>
                </c:pt>
                <c:pt idx="757">
                  <c:v>587</c:v>
                </c:pt>
                <c:pt idx="758">
                  <c:v>285</c:v>
                </c:pt>
                <c:pt idx="759">
                  <c:v>460</c:v>
                </c:pt>
                <c:pt idx="760">
                  <c:v>435</c:v>
                </c:pt>
                <c:pt idx="761">
                  <c:v>737</c:v>
                </c:pt>
                <c:pt idx="762">
                  <c:v>1187</c:v>
                </c:pt>
                <c:pt idx="763">
                  <c:v>4384</c:v>
                </c:pt>
                <c:pt idx="764">
                  <c:v>3429</c:v>
                </c:pt>
                <c:pt idx="765">
                  <c:v>443</c:v>
                </c:pt>
                <c:pt idx="766">
                  <c:v>391</c:v>
                </c:pt>
                <c:pt idx="767">
                  <c:v>655</c:v>
                </c:pt>
                <c:pt idx="768">
                  <c:v>452</c:v>
                </c:pt>
                <c:pt idx="769">
                  <c:v>172</c:v>
                </c:pt>
                <c:pt idx="770">
                  <c:v>286</c:v>
                </c:pt>
                <c:pt idx="771">
                  <c:v>419</c:v>
                </c:pt>
                <c:pt idx="772">
                  <c:v>183</c:v>
                </c:pt>
                <c:pt idx="773">
                  <c:v>254</c:v>
                </c:pt>
                <c:pt idx="774">
                  <c:v>271</c:v>
                </c:pt>
                <c:pt idx="775">
                  <c:v>390</c:v>
                </c:pt>
                <c:pt idx="776">
                  <c:v>446</c:v>
                </c:pt>
                <c:pt idx="777">
                  <c:v>803</c:v>
                </c:pt>
                <c:pt idx="778">
                  <c:v>288</c:v>
                </c:pt>
                <c:pt idx="779">
                  <c:v>642</c:v>
                </c:pt>
                <c:pt idx="780">
                  <c:v>212</c:v>
                </c:pt>
                <c:pt idx="781">
                  <c:v>253</c:v>
                </c:pt>
                <c:pt idx="782">
                  <c:v>373</c:v>
                </c:pt>
                <c:pt idx="783">
                  <c:v>185</c:v>
                </c:pt>
                <c:pt idx="784">
                  <c:v>182</c:v>
                </c:pt>
                <c:pt idx="785">
                  <c:v>265</c:v>
                </c:pt>
                <c:pt idx="786">
                  <c:v>224</c:v>
                </c:pt>
                <c:pt idx="787">
                  <c:v>834</c:v>
                </c:pt>
                <c:pt idx="788">
                  <c:v>725</c:v>
                </c:pt>
                <c:pt idx="789">
                  <c:v>551</c:v>
                </c:pt>
                <c:pt idx="790">
                  <c:v>339</c:v>
                </c:pt>
                <c:pt idx="791">
                  <c:v>1993</c:v>
                </c:pt>
                <c:pt idx="792">
                  <c:v>212</c:v>
                </c:pt>
                <c:pt idx="793">
                  <c:v>865</c:v>
                </c:pt>
                <c:pt idx="794">
                  <c:v>553</c:v>
                </c:pt>
                <c:pt idx="795">
                  <c:v>149</c:v>
                </c:pt>
                <c:pt idx="796">
                  <c:v>246</c:v>
                </c:pt>
                <c:pt idx="797">
                  <c:v>452</c:v>
                </c:pt>
                <c:pt idx="798">
                  <c:v>414</c:v>
                </c:pt>
                <c:pt idx="799">
                  <c:v>155</c:v>
                </c:pt>
                <c:pt idx="800">
                  <c:v>112</c:v>
                </c:pt>
                <c:pt idx="801">
                  <c:v>176</c:v>
                </c:pt>
                <c:pt idx="802">
                  <c:v>284</c:v>
                </c:pt>
                <c:pt idx="803">
                  <c:v>115</c:v>
                </c:pt>
                <c:pt idx="804">
                  <c:v>242</c:v>
                </c:pt>
                <c:pt idx="805">
                  <c:v>255</c:v>
                </c:pt>
                <c:pt idx="806">
                  <c:v>369</c:v>
                </c:pt>
                <c:pt idx="807">
                  <c:v>358</c:v>
                </c:pt>
                <c:pt idx="808">
                  <c:v>94</c:v>
                </c:pt>
                <c:pt idx="809">
                  <c:v>109</c:v>
                </c:pt>
                <c:pt idx="810">
                  <c:v>114</c:v>
                </c:pt>
                <c:pt idx="811">
                  <c:v>188</c:v>
                </c:pt>
                <c:pt idx="812">
                  <c:v>270</c:v>
                </c:pt>
                <c:pt idx="813">
                  <c:v>99</c:v>
                </c:pt>
                <c:pt idx="814">
                  <c:v>156</c:v>
                </c:pt>
                <c:pt idx="815">
                  <c:v>92</c:v>
                </c:pt>
                <c:pt idx="816">
                  <c:v>130</c:v>
                </c:pt>
                <c:pt idx="817">
                  <c:v>153</c:v>
                </c:pt>
                <c:pt idx="818">
                  <c:v>480</c:v>
                </c:pt>
                <c:pt idx="819">
                  <c:v>78</c:v>
                </c:pt>
                <c:pt idx="820">
                  <c:v>142</c:v>
                </c:pt>
                <c:pt idx="821">
                  <c:v>171</c:v>
                </c:pt>
                <c:pt idx="822">
                  <c:v>187</c:v>
                </c:pt>
                <c:pt idx="823">
                  <c:v>128</c:v>
                </c:pt>
                <c:pt idx="824">
                  <c:v>152</c:v>
                </c:pt>
                <c:pt idx="825">
                  <c:v>179</c:v>
                </c:pt>
                <c:pt idx="826">
                  <c:v>198</c:v>
                </c:pt>
                <c:pt idx="827">
                  <c:v>299</c:v>
                </c:pt>
                <c:pt idx="828">
                  <c:v>139</c:v>
                </c:pt>
                <c:pt idx="829">
                  <c:v>113</c:v>
                </c:pt>
                <c:pt idx="830">
                  <c:v>163</c:v>
                </c:pt>
                <c:pt idx="831">
                  <c:v>116</c:v>
                </c:pt>
                <c:pt idx="832">
                  <c:v>119</c:v>
                </c:pt>
                <c:pt idx="833">
                  <c:v>161</c:v>
                </c:pt>
                <c:pt idx="834">
                  <c:v>108</c:v>
                </c:pt>
                <c:pt idx="835">
                  <c:v>199</c:v>
                </c:pt>
                <c:pt idx="836">
                  <c:v>90</c:v>
                </c:pt>
                <c:pt idx="837">
                  <c:v>154</c:v>
                </c:pt>
                <c:pt idx="838">
                  <c:v>153</c:v>
                </c:pt>
                <c:pt idx="839">
                  <c:v>115</c:v>
                </c:pt>
                <c:pt idx="840">
                  <c:v>131</c:v>
                </c:pt>
                <c:pt idx="841">
                  <c:v>213</c:v>
                </c:pt>
                <c:pt idx="842">
                  <c:v>206</c:v>
                </c:pt>
                <c:pt idx="843">
                  <c:v>329</c:v>
                </c:pt>
                <c:pt idx="844">
                  <c:v>282</c:v>
                </c:pt>
                <c:pt idx="845">
                  <c:v>217</c:v>
                </c:pt>
                <c:pt idx="846">
                  <c:v>368</c:v>
                </c:pt>
                <c:pt idx="847">
                  <c:v>533</c:v>
                </c:pt>
                <c:pt idx="848">
                  <c:v>945</c:v>
                </c:pt>
                <c:pt idx="849">
                  <c:v>176</c:v>
                </c:pt>
                <c:pt idx="850">
                  <c:v>102</c:v>
                </c:pt>
                <c:pt idx="851">
                  <c:v>134</c:v>
                </c:pt>
                <c:pt idx="852">
                  <c:v>385</c:v>
                </c:pt>
                <c:pt idx="853">
                  <c:v>383</c:v>
                </c:pt>
                <c:pt idx="854">
                  <c:v>439</c:v>
                </c:pt>
                <c:pt idx="855">
                  <c:v>597</c:v>
                </c:pt>
                <c:pt idx="856">
                  <c:v>214</c:v>
                </c:pt>
                <c:pt idx="857">
                  <c:v>327</c:v>
                </c:pt>
                <c:pt idx="858">
                  <c:v>235</c:v>
                </c:pt>
                <c:pt idx="859">
                  <c:v>192</c:v>
                </c:pt>
                <c:pt idx="860">
                  <c:v>239</c:v>
                </c:pt>
                <c:pt idx="861">
                  <c:v>279</c:v>
                </c:pt>
                <c:pt idx="862">
                  <c:v>555</c:v>
                </c:pt>
                <c:pt idx="863">
                  <c:v>238</c:v>
                </c:pt>
                <c:pt idx="864">
                  <c:v>323</c:v>
                </c:pt>
                <c:pt idx="865">
                  <c:v>376</c:v>
                </c:pt>
                <c:pt idx="866">
                  <c:v>302</c:v>
                </c:pt>
                <c:pt idx="867">
                  <c:v>930</c:v>
                </c:pt>
                <c:pt idx="868">
                  <c:v>285</c:v>
                </c:pt>
                <c:pt idx="869">
                  <c:v>1738</c:v>
                </c:pt>
                <c:pt idx="870">
                  <c:v>417</c:v>
                </c:pt>
                <c:pt idx="871">
                  <c:v>288</c:v>
                </c:pt>
                <c:pt idx="872">
                  <c:v>600</c:v>
                </c:pt>
                <c:pt idx="873">
                  <c:v>1286</c:v>
                </c:pt>
                <c:pt idx="874">
                  <c:v>298</c:v>
                </c:pt>
                <c:pt idx="875">
                  <c:v>523</c:v>
                </c:pt>
                <c:pt idx="876">
                  <c:v>551</c:v>
                </c:pt>
                <c:pt idx="877">
                  <c:v>688</c:v>
                </c:pt>
                <c:pt idx="878">
                  <c:v>754</c:v>
                </c:pt>
                <c:pt idx="879">
                  <c:v>4526</c:v>
                </c:pt>
                <c:pt idx="880">
                  <c:v>1619</c:v>
                </c:pt>
                <c:pt idx="881">
                  <c:v>5886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2A-405A-9111-D785F5FB9D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82139040"/>
        <c:axId val="1454737696"/>
      </c:barChart>
      <c:lineChart>
        <c:grouping val="standard"/>
        <c:varyColors val="0"/>
        <c:ser>
          <c:idx val="0"/>
          <c:order val="0"/>
          <c:tx>
            <c:strRef>
              <c:f>Quanti!$B$14</c:f>
              <c:strCache>
                <c:ptCount val="1"/>
                <c:pt idx="0">
                  <c:v>수정주가</c:v>
                </c:pt>
              </c:strCache>
            </c:strRef>
          </c:tx>
          <c:spPr>
            <a:ln w="28575" cap="rnd">
              <a:solidFill>
                <a:srgbClr val="074196"/>
              </a:solidFill>
              <a:round/>
            </a:ln>
            <a:effectLst/>
          </c:spPr>
          <c:marker>
            <c:symbol val="none"/>
          </c:marker>
          <c:cat>
            <c:numRef>
              <c:f>Quanti!$A$15:$A$1239</c:f>
              <c:numCache>
                <c:formatCode>m/d/yyyy</c:formatCode>
                <c:ptCount val="1225"/>
                <c:pt idx="0">
                  <c:v>46161</c:v>
                </c:pt>
                <c:pt idx="1">
                  <c:v>46160</c:v>
                </c:pt>
                <c:pt idx="2">
                  <c:v>46157</c:v>
                </c:pt>
                <c:pt idx="3">
                  <c:v>46156</c:v>
                </c:pt>
                <c:pt idx="4">
                  <c:v>46155</c:v>
                </c:pt>
                <c:pt idx="5">
                  <c:v>46154</c:v>
                </c:pt>
                <c:pt idx="6">
                  <c:v>46153</c:v>
                </c:pt>
                <c:pt idx="7">
                  <c:v>46150</c:v>
                </c:pt>
                <c:pt idx="8">
                  <c:v>46149</c:v>
                </c:pt>
                <c:pt idx="9">
                  <c:v>46148</c:v>
                </c:pt>
                <c:pt idx="10">
                  <c:v>46146</c:v>
                </c:pt>
                <c:pt idx="11">
                  <c:v>46142</c:v>
                </c:pt>
                <c:pt idx="12">
                  <c:v>46141</c:v>
                </c:pt>
                <c:pt idx="13">
                  <c:v>46140</c:v>
                </c:pt>
                <c:pt idx="14">
                  <c:v>46139</c:v>
                </c:pt>
                <c:pt idx="15">
                  <c:v>46136</c:v>
                </c:pt>
                <c:pt idx="16">
                  <c:v>46135</c:v>
                </c:pt>
                <c:pt idx="17">
                  <c:v>46134</c:v>
                </c:pt>
                <c:pt idx="18">
                  <c:v>46133</c:v>
                </c:pt>
                <c:pt idx="19">
                  <c:v>46132</c:v>
                </c:pt>
                <c:pt idx="20">
                  <c:v>46129</c:v>
                </c:pt>
                <c:pt idx="21">
                  <c:v>46128</c:v>
                </c:pt>
                <c:pt idx="22">
                  <c:v>46127</c:v>
                </c:pt>
                <c:pt idx="23">
                  <c:v>46126</c:v>
                </c:pt>
                <c:pt idx="24">
                  <c:v>46125</c:v>
                </c:pt>
                <c:pt idx="25">
                  <c:v>46122</c:v>
                </c:pt>
                <c:pt idx="26">
                  <c:v>46121</c:v>
                </c:pt>
                <c:pt idx="27">
                  <c:v>46120</c:v>
                </c:pt>
                <c:pt idx="28">
                  <c:v>46119</c:v>
                </c:pt>
                <c:pt idx="29">
                  <c:v>46118</c:v>
                </c:pt>
                <c:pt idx="30">
                  <c:v>46115</c:v>
                </c:pt>
                <c:pt idx="31">
                  <c:v>46114</c:v>
                </c:pt>
                <c:pt idx="32">
                  <c:v>46113</c:v>
                </c:pt>
                <c:pt idx="33">
                  <c:v>46112</c:v>
                </c:pt>
                <c:pt idx="34">
                  <c:v>46111</c:v>
                </c:pt>
                <c:pt idx="35">
                  <c:v>46108</c:v>
                </c:pt>
                <c:pt idx="36">
                  <c:v>46107</c:v>
                </c:pt>
                <c:pt idx="37">
                  <c:v>46106</c:v>
                </c:pt>
                <c:pt idx="38">
                  <c:v>46105</c:v>
                </c:pt>
                <c:pt idx="39">
                  <c:v>46104</c:v>
                </c:pt>
                <c:pt idx="40">
                  <c:v>46101</c:v>
                </c:pt>
                <c:pt idx="41">
                  <c:v>46100</c:v>
                </c:pt>
                <c:pt idx="42">
                  <c:v>46099</c:v>
                </c:pt>
                <c:pt idx="43">
                  <c:v>46098</c:v>
                </c:pt>
                <c:pt idx="44">
                  <c:v>46097</c:v>
                </c:pt>
                <c:pt idx="45">
                  <c:v>46094</c:v>
                </c:pt>
                <c:pt idx="46">
                  <c:v>46093</c:v>
                </c:pt>
                <c:pt idx="47">
                  <c:v>46092</c:v>
                </c:pt>
                <c:pt idx="48">
                  <c:v>46091</c:v>
                </c:pt>
                <c:pt idx="49">
                  <c:v>46090</c:v>
                </c:pt>
                <c:pt idx="50">
                  <c:v>46087</c:v>
                </c:pt>
                <c:pt idx="51">
                  <c:v>46086</c:v>
                </c:pt>
                <c:pt idx="52">
                  <c:v>46085</c:v>
                </c:pt>
                <c:pt idx="53">
                  <c:v>46084</c:v>
                </c:pt>
                <c:pt idx="54">
                  <c:v>46080</c:v>
                </c:pt>
                <c:pt idx="55">
                  <c:v>46079</c:v>
                </c:pt>
                <c:pt idx="56">
                  <c:v>46078</c:v>
                </c:pt>
                <c:pt idx="57">
                  <c:v>46077</c:v>
                </c:pt>
                <c:pt idx="58">
                  <c:v>46076</c:v>
                </c:pt>
                <c:pt idx="59">
                  <c:v>46073</c:v>
                </c:pt>
                <c:pt idx="60">
                  <c:v>46072</c:v>
                </c:pt>
                <c:pt idx="61">
                  <c:v>46066</c:v>
                </c:pt>
                <c:pt idx="62">
                  <c:v>46065</c:v>
                </c:pt>
                <c:pt idx="63">
                  <c:v>46064</c:v>
                </c:pt>
                <c:pt idx="64">
                  <c:v>46063</c:v>
                </c:pt>
                <c:pt idx="65">
                  <c:v>46062</c:v>
                </c:pt>
                <c:pt idx="66">
                  <c:v>46059</c:v>
                </c:pt>
                <c:pt idx="67">
                  <c:v>46058</c:v>
                </c:pt>
                <c:pt idx="68">
                  <c:v>46057</c:v>
                </c:pt>
                <c:pt idx="69">
                  <c:v>46056</c:v>
                </c:pt>
                <c:pt idx="70">
                  <c:v>46055</c:v>
                </c:pt>
                <c:pt idx="71">
                  <c:v>46052</c:v>
                </c:pt>
                <c:pt idx="72">
                  <c:v>46051</c:v>
                </c:pt>
                <c:pt idx="73">
                  <c:v>46050</c:v>
                </c:pt>
                <c:pt idx="74">
                  <c:v>46049</c:v>
                </c:pt>
                <c:pt idx="75">
                  <c:v>46048</c:v>
                </c:pt>
                <c:pt idx="76">
                  <c:v>46045</c:v>
                </c:pt>
                <c:pt idx="77">
                  <c:v>46044</c:v>
                </c:pt>
                <c:pt idx="78">
                  <c:v>46043</c:v>
                </c:pt>
                <c:pt idx="79">
                  <c:v>46042</c:v>
                </c:pt>
                <c:pt idx="80">
                  <c:v>46041</c:v>
                </c:pt>
                <c:pt idx="81">
                  <c:v>46038</c:v>
                </c:pt>
                <c:pt idx="82">
                  <c:v>46037</c:v>
                </c:pt>
                <c:pt idx="83">
                  <c:v>46036</c:v>
                </c:pt>
                <c:pt idx="84">
                  <c:v>46035</c:v>
                </c:pt>
                <c:pt idx="85">
                  <c:v>46034</c:v>
                </c:pt>
                <c:pt idx="86">
                  <c:v>46031</c:v>
                </c:pt>
                <c:pt idx="87">
                  <c:v>46030</c:v>
                </c:pt>
                <c:pt idx="88">
                  <c:v>46029</c:v>
                </c:pt>
                <c:pt idx="89">
                  <c:v>46028</c:v>
                </c:pt>
                <c:pt idx="90">
                  <c:v>46027</c:v>
                </c:pt>
                <c:pt idx="91">
                  <c:v>46024</c:v>
                </c:pt>
                <c:pt idx="92">
                  <c:v>46021</c:v>
                </c:pt>
                <c:pt idx="93">
                  <c:v>46020</c:v>
                </c:pt>
                <c:pt idx="94">
                  <c:v>46017</c:v>
                </c:pt>
                <c:pt idx="95">
                  <c:v>46015</c:v>
                </c:pt>
                <c:pt idx="96">
                  <c:v>46014</c:v>
                </c:pt>
                <c:pt idx="97">
                  <c:v>46013</c:v>
                </c:pt>
                <c:pt idx="98">
                  <c:v>46010</c:v>
                </c:pt>
                <c:pt idx="99">
                  <c:v>46009</c:v>
                </c:pt>
                <c:pt idx="100">
                  <c:v>46008</c:v>
                </c:pt>
                <c:pt idx="101">
                  <c:v>46007</c:v>
                </c:pt>
                <c:pt idx="102">
                  <c:v>46006</c:v>
                </c:pt>
                <c:pt idx="103">
                  <c:v>46003</c:v>
                </c:pt>
                <c:pt idx="104">
                  <c:v>46002</c:v>
                </c:pt>
                <c:pt idx="105">
                  <c:v>46001</c:v>
                </c:pt>
                <c:pt idx="106">
                  <c:v>46000</c:v>
                </c:pt>
                <c:pt idx="107">
                  <c:v>45999</c:v>
                </c:pt>
                <c:pt idx="108">
                  <c:v>45996</c:v>
                </c:pt>
                <c:pt idx="109">
                  <c:v>45995</c:v>
                </c:pt>
                <c:pt idx="110">
                  <c:v>45994</c:v>
                </c:pt>
                <c:pt idx="111">
                  <c:v>45993</c:v>
                </c:pt>
                <c:pt idx="112">
                  <c:v>45992</c:v>
                </c:pt>
                <c:pt idx="113">
                  <c:v>45989</c:v>
                </c:pt>
                <c:pt idx="114">
                  <c:v>45988</c:v>
                </c:pt>
                <c:pt idx="115">
                  <c:v>45987</c:v>
                </c:pt>
                <c:pt idx="116">
                  <c:v>45986</c:v>
                </c:pt>
                <c:pt idx="117">
                  <c:v>45985</c:v>
                </c:pt>
                <c:pt idx="118">
                  <c:v>45982</c:v>
                </c:pt>
                <c:pt idx="119">
                  <c:v>45981</c:v>
                </c:pt>
                <c:pt idx="120">
                  <c:v>45980</c:v>
                </c:pt>
                <c:pt idx="121">
                  <c:v>45979</c:v>
                </c:pt>
                <c:pt idx="122">
                  <c:v>45978</c:v>
                </c:pt>
                <c:pt idx="123">
                  <c:v>45975</c:v>
                </c:pt>
                <c:pt idx="124">
                  <c:v>45974</c:v>
                </c:pt>
                <c:pt idx="125">
                  <c:v>45973</c:v>
                </c:pt>
                <c:pt idx="126">
                  <c:v>45972</c:v>
                </c:pt>
                <c:pt idx="127">
                  <c:v>45971</c:v>
                </c:pt>
                <c:pt idx="128">
                  <c:v>45968</c:v>
                </c:pt>
                <c:pt idx="129">
                  <c:v>45967</c:v>
                </c:pt>
                <c:pt idx="130">
                  <c:v>45966</c:v>
                </c:pt>
                <c:pt idx="131">
                  <c:v>45965</c:v>
                </c:pt>
                <c:pt idx="132">
                  <c:v>45964</c:v>
                </c:pt>
                <c:pt idx="133">
                  <c:v>45961</c:v>
                </c:pt>
                <c:pt idx="134">
                  <c:v>45960</c:v>
                </c:pt>
                <c:pt idx="135">
                  <c:v>45959</c:v>
                </c:pt>
                <c:pt idx="136">
                  <c:v>45958</c:v>
                </c:pt>
                <c:pt idx="137">
                  <c:v>45957</c:v>
                </c:pt>
                <c:pt idx="138">
                  <c:v>45954</c:v>
                </c:pt>
                <c:pt idx="139">
                  <c:v>45953</c:v>
                </c:pt>
                <c:pt idx="140">
                  <c:v>45952</c:v>
                </c:pt>
                <c:pt idx="141">
                  <c:v>45951</c:v>
                </c:pt>
                <c:pt idx="142">
                  <c:v>45950</c:v>
                </c:pt>
                <c:pt idx="143">
                  <c:v>45947</c:v>
                </c:pt>
                <c:pt idx="144">
                  <c:v>45946</c:v>
                </c:pt>
                <c:pt idx="145">
                  <c:v>45945</c:v>
                </c:pt>
                <c:pt idx="146">
                  <c:v>45944</c:v>
                </c:pt>
                <c:pt idx="147">
                  <c:v>45943</c:v>
                </c:pt>
                <c:pt idx="148">
                  <c:v>45940</c:v>
                </c:pt>
                <c:pt idx="149">
                  <c:v>45932</c:v>
                </c:pt>
                <c:pt idx="150">
                  <c:v>45931</c:v>
                </c:pt>
                <c:pt idx="151">
                  <c:v>45930</c:v>
                </c:pt>
                <c:pt idx="152">
                  <c:v>45929</c:v>
                </c:pt>
                <c:pt idx="153">
                  <c:v>45926</c:v>
                </c:pt>
                <c:pt idx="154">
                  <c:v>45925</c:v>
                </c:pt>
                <c:pt idx="155">
                  <c:v>45924</c:v>
                </c:pt>
                <c:pt idx="156">
                  <c:v>45923</c:v>
                </c:pt>
                <c:pt idx="157">
                  <c:v>45922</c:v>
                </c:pt>
                <c:pt idx="158">
                  <c:v>45919</c:v>
                </c:pt>
                <c:pt idx="159">
                  <c:v>45918</c:v>
                </c:pt>
                <c:pt idx="160">
                  <c:v>45917</c:v>
                </c:pt>
                <c:pt idx="161">
                  <c:v>45916</c:v>
                </c:pt>
                <c:pt idx="162">
                  <c:v>45915</c:v>
                </c:pt>
                <c:pt idx="163">
                  <c:v>45912</c:v>
                </c:pt>
                <c:pt idx="164">
                  <c:v>45911</c:v>
                </c:pt>
                <c:pt idx="165">
                  <c:v>45910</c:v>
                </c:pt>
                <c:pt idx="166">
                  <c:v>45909</c:v>
                </c:pt>
                <c:pt idx="167">
                  <c:v>45908</c:v>
                </c:pt>
                <c:pt idx="168">
                  <c:v>45905</c:v>
                </c:pt>
                <c:pt idx="169">
                  <c:v>45904</c:v>
                </c:pt>
                <c:pt idx="170">
                  <c:v>45903</c:v>
                </c:pt>
                <c:pt idx="171">
                  <c:v>45902</c:v>
                </c:pt>
                <c:pt idx="172">
                  <c:v>45901</c:v>
                </c:pt>
                <c:pt idx="173">
                  <c:v>45898</c:v>
                </c:pt>
                <c:pt idx="174">
                  <c:v>45897</c:v>
                </c:pt>
                <c:pt idx="175">
                  <c:v>45896</c:v>
                </c:pt>
                <c:pt idx="176">
                  <c:v>45895</c:v>
                </c:pt>
                <c:pt idx="177">
                  <c:v>45894</c:v>
                </c:pt>
                <c:pt idx="178">
                  <c:v>45891</c:v>
                </c:pt>
                <c:pt idx="179">
                  <c:v>45890</c:v>
                </c:pt>
                <c:pt idx="180">
                  <c:v>45889</c:v>
                </c:pt>
                <c:pt idx="181">
                  <c:v>45888</c:v>
                </c:pt>
                <c:pt idx="182">
                  <c:v>45887</c:v>
                </c:pt>
                <c:pt idx="183">
                  <c:v>45883</c:v>
                </c:pt>
                <c:pt idx="184">
                  <c:v>45882</c:v>
                </c:pt>
                <c:pt idx="185">
                  <c:v>45881</c:v>
                </c:pt>
                <c:pt idx="186">
                  <c:v>45880</c:v>
                </c:pt>
                <c:pt idx="187">
                  <c:v>45877</c:v>
                </c:pt>
                <c:pt idx="188">
                  <c:v>45876</c:v>
                </c:pt>
                <c:pt idx="189">
                  <c:v>45875</c:v>
                </c:pt>
                <c:pt idx="190">
                  <c:v>45874</c:v>
                </c:pt>
                <c:pt idx="191">
                  <c:v>45873</c:v>
                </c:pt>
                <c:pt idx="192">
                  <c:v>45870</c:v>
                </c:pt>
                <c:pt idx="193">
                  <c:v>45869</c:v>
                </c:pt>
                <c:pt idx="194">
                  <c:v>45868</c:v>
                </c:pt>
                <c:pt idx="195">
                  <c:v>45867</c:v>
                </c:pt>
                <c:pt idx="196">
                  <c:v>45866</c:v>
                </c:pt>
                <c:pt idx="197">
                  <c:v>45863</c:v>
                </c:pt>
                <c:pt idx="198">
                  <c:v>45862</c:v>
                </c:pt>
                <c:pt idx="199">
                  <c:v>45861</c:v>
                </c:pt>
                <c:pt idx="200">
                  <c:v>45860</c:v>
                </c:pt>
                <c:pt idx="201">
                  <c:v>45859</c:v>
                </c:pt>
                <c:pt idx="202">
                  <c:v>45856</c:v>
                </c:pt>
                <c:pt idx="203">
                  <c:v>45855</c:v>
                </c:pt>
                <c:pt idx="204">
                  <c:v>45854</c:v>
                </c:pt>
                <c:pt idx="205">
                  <c:v>45853</c:v>
                </c:pt>
                <c:pt idx="206">
                  <c:v>45852</c:v>
                </c:pt>
                <c:pt idx="207">
                  <c:v>45849</c:v>
                </c:pt>
                <c:pt idx="208">
                  <c:v>45848</c:v>
                </c:pt>
                <c:pt idx="209">
                  <c:v>45847</c:v>
                </c:pt>
                <c:pt idx="210">
                  <c:v>45846</c:v>
                </c:pt>
                <c:pt idx="211">
                  <c:v>45845</c:v>
                </c:pt>
                <c:pt idx="212">
                  <c:v>45842</c:v>
                </c:pt>
                <c:pt idx="213">
                  <c:v>45841</c:v>
                </c:pt>
                <c:pt idx="214">
                  <c:v>45840</c:v>
                </c:pt>
                <c:pt idx="215">
                  <c:v>45839</c:v>
                </c:pt>
                <c:pt idx="216">
                  <c:v>45838</c:v>
                </c:pt>
                <c:pt idx="217">
                  <c:v>45835</c:v>
                </c:pt>
                <c:pt idx="218">
                  <c:v>45834</c:v>
                </c:pt>
                <c:pt idx="219">
                  <c:v>45833</c:v>
                </c:pt>
                <c:pt idx="220">
                  <c:v>45832</c:v>
                </c:pt>
                <c:pt idx="221">
                  <c:v>45831</c:v>
                </c:pt>
                <c:pt idx="222">
                  <c:v>45828</c:v>
                </c:pt>
                <c:pt idx="223">
                  <c:v>45827</c:v>
                </c:pt>
                <c:pt idx="224">
                  <c:v>45826</c:v>
                </c:pt>
                <c:pt idx="225">
                  <c:v>45825</c:v>
                </c:pt>
                <c:pt idx="226">
                  <c:v>45824</c:v>
                </c:pt>
                <c:pt idx="227">
                  <c:v>45821</c:v>
                </c:pt>
                <c:pt idx="228">
                  <c:v>45820</c:v>
                </c:pt>
                <c:pt idx="229">
                  <c:v>45819</c:v>
                </c:pt>
                <c:pt idx="230">
                  <c:v>45818</c:v>
                </c:pt>
                <c:pt idx="231">
                  <c:v>45817</c:v>
                </c:pt>
                <c:pt idx="232">
                  <c:v>45813</c:v>
                </c:pt>
                <c:pt idx="233">
                  <c:v>45812</c:v>
                </c:pt>
                <c:pt idx="234">
                  <c:v>45810</c:v>
                </c:pt>
                <c:pt idx="235">
                  <c:v>45807</c:v>
                </c:pt>
                <c:pt idx="236">
                  <c:v>45806</c:v>
                </c:pt>
                <c:pt idx="237">
                  <c:v>45805</c:v>
                </c:pt>
                <c:pt idx="238">
                  <c:v>45804</c:v>
                </c:pt>
                <c:pt idx="239">
                  <c:v>45803</c:v>
                </c:pt>
                <c:pt idx="240">
                  <c:v>45800</c:v>
                </c:pt>
                <c:pt idx="241">
                  <c:v>45799</c:v>
                </c:pt>
                <c:pt idx="242">
                  <c:v>45798</c:v>
                </c:pt>
                <c:pt idx="243">
                  <c:v>45797</c:v>
                </c:pt>
                <c:pt idx="244">
                  <c:v>45796</c:v>
                </c:pt>
                <c:pt idx="245">
                  <c:v>45793</c:v>
                </c:pt>
                <c:pt idx="246">
                  <c:v>45792</c:v>
                </c:pt>
                <c:pt idx="247">
                  <c:v>45791</c:v>
                </c:pt>
                <c:pt idx="248">
                  <c:v>45790</c:v>
                </c:pt>
                <c:pt idx="249">
                  <c:v>45789</c:v>
                </c:pt>
                <c:pt idx="250">
                  <c:v>45786</c:v>
                </c:pt>
                <c:pt idx="251">
                  <c:v>45785</c:v>
                </c:pt>
                <c:pt idx="252">
                  <c:v>45784</c:v>
                </c:pt>
                <c:pt idx="253">
                  <c:v>45779</c:v>
                </c:pt>
                <c:pt idx="254">
                  <c:v>45777</c:v>
                </c:pt>
                <c:pt idx="255">
                  <c:v>45776</c:v>
                </c:pt>
                <c:pt idx="256">
                  <c:v>45775</c:v>
                </c:pt>
                <c:pt idx="257">
                  <c:v>45772</c:v>
                </c:pt>
                <c:pt idx="258">
                  <c:v>45771</c:v>
                </c:pt>
                <c:pt idx="259">
                  <c:v>45770</c:v>
                </c:pt>
                <c:pt idx="260">
                  <c:v>45769</c:v>
                </c:pt>
                <c:pt idx="261">
                  <c:v>45768</c:v>
                </c:pt>
                <c:pt idx="262">
                  <c:v>45765</c:v>
                </c:pt>
                <c:pt idx="263">
                  <c:v>45764</c:v>
                </c:pt>
                <c:pt idx="264">
                  <c:v>45763</c:v>
                </c:pt>
                <c:pt idx="265">
                  <c:v>45762</c:v>
                </c:pt>
                <c:pt idx="266">
                  <c:v>45761</c:v>
                </c:pt>
                <c:pt idx="267">
                  <c:v>45758</c:v>
                </c:pt>
                <c:pt idx="268">
                  <c:v>45757</c:v>
                </c:pt>
                <c:pt idx="269">
                  <c:v>45756</c:v>
                </c:pt>
                <c:pt idx="270">
                  <c:v>45755</c:v>
                </c:pt>
                <c:pt idx="271">
                  <c:v>45754</c:v>
                </c:pt>
                <c:pt idx="272">
                  <c:v>45751</c:v>
                </c:pt>
                <c:pt idx="273">
                  <c:v>45750</c:v>
                </c:pt>
                <c:pt idx="274">
                  <c:v>45749</c:v>
                </c:pt>
                <c:pt idx="275">
                  <c:v>45748</c:v>
                </c:pt>
                <c:pt idx="276">
                  <c:v>45747</c:v>
                </c:pt>
                <c:pt idx="277">
                  <c:v>45744</c:v>
                </c:pt>
                <c:pt idx="278">
                  <c:v>45743</c:v>
                </c:pt>
                <c:pt idx="279">
                  <c:v>45742</c:v>
                </c:pt>
                <c:pt idx="280">
                  <c:v>45741</c:v>
                </c:pt>
                <c:pt idx="281">
                  <c:v>45740</c:v>
                </c:pt>
                <c:pt idx="282">
                  <c:v>45737</c:v>
                </c:pt>
                <c:pt idx="283">
                  <c:v>45736</c:v>
                </c:pt>
                <c:pt idx="284">
                  <c:v>45735</c:v>
                </c:pt>
                <c:pt idx="285">
                  <c:v>45734</c:v>
                </c:pt>
                <c:pt idx="286">
                  <c:v>45733</c:v>
                </c:pt>
                <c:pt idx="287">
                  <c:v>45730</c:v>
                </c:pt>
                <c:pt idx="288">
                  <c:v>45729</c:v>
                </c:pt>
                <c:pt idx="289">
                  <c:v>45728</c:v>
                </c:pt>
                <c:pt idx="290">
                  <c:v>45727</c:v>
                </c:pt>
                <c:pt idx="291">
                  <c:v>45726</c:v>
                </c:pt>
                <c:pt idx="292">
                  <c:v>45723</c:v>
                </c:pt>
                <c:pt idx="293">
                  <c:v>45722</c:v>
                </c:pt>
                <c:pt idx="294">
                  <c:v>45721</c:v>
                </c:pt>
                <c:pt idx="295">
                  <c:v>45720</c:v>
                </c:pt>
                <c:pt idx="296">
                  <c:v>45716</c:v>
                </c:pt>
                <c:pt idx="297">
                  <c:v>45715</c:v>
                </c:pt>
                <c:pt idx="298">
                  <c:v>45714</c:v>
                </c:pt>
                <c:pt idx="299">
                  <c:v>45713</c:v>
                </c:pt>
                <c:pt idx="300">
                  <c:v>45712</c:v>
                </c:pt>
                <c:pt idx="301">
                  <c:v>45709</c:v>
                </c:pt>
                <c:pt idx="302">
                  <c:v>45708</c:v>
                </c:pt>
                <c:pt idx="303">
                  <c:v>45707</c:v>
                </c:pt>
                <c:pt idx="304">
                  <c:v>45706</c:v>
                </c:pt>
                <c:pt idx="305">
                  <c:v>45705</c:v>
                </c:pt>
                <c:pt idx="306">
                  <c:v>45702</c:v>
                </c:pt>
                <c:pt idx="307">
                  <c:v>45701</c:v>
                </c:pt>
                <c:pt idx="308">
                  <c:v>45700</c:v>
                </c:pt>
                <c:pt idx="309">
                  <c:v>45699</c:v>
                </c:pt>
                <c:pt idx="310">
                  <c:v>45698</c:v>
                </c:pt>
                <c:pt idx="311">
                  <c:v>45695</c:v>
                </c:pt>
                <c:pt idx="312">
                  <c:v>45694</c:v>
                </c:pt>
                <c:pt idx="313">
                  <c:v>45693</c:v>
                </c:pt>
                <c:pt idx="314">
                  <c:v>45692</c:v>
                </c:pt>
                <c:pt idx="315">
                  <c:v>45691</c:v>
                </c:pt>
                <c:pt idx="316">
                  <c:v>45688</c:v>
                </c:pt>
                <c:pt idx="317">
                  <c:v>45681</c:v>
                </c:pt>
                <c:pt idx="318">
                  <c:v>45680</c:v>
                </c:pt>
                <c:pt idx="319">
                  <c:v>45679</c:v>
                </c:pt>
                <c:pt idx="320">
                  <c:v>45678</c:v>
                </c:pt>
                <c:pt idx="321">
                  <c:v>45677</c:v>
                </c:pt>
                <c:pt idx="322">
                  <c:v>45674</c:v>
                </c:pt>
                <c:pt idx="323">
                  <c:v>45673</c:v>
                </c:pt>
                <c:pt idx="324">
                  <c:v>45672</c:v>
                </c:pt>
                <c:pt idx="325">
                  <c:v>45671</c:v>
                </c:pt>
                <c:pt idx="326">
                  <c:v>45670</c:v>
                </c:pt>
                <c:pt idx="327">
                  <c:v>45667</c:v>
                </c:pt>
                <c:pt idx="328">
                  <c:v>45666</c:v>
                </c:pt>
                <c:pt idx="329">
                  <c:v>45665</c:v>
                </c:pt>
                <c:pt idx="330">
                  <c:v>45664</c:v>
                </c:pt>
                <c:pt idx="331">
                  <c:v>45663</c:v>
                </c:pt>
                <c:pt idx="332">
                  <c:v>45660</c:v>
                </c:pt>
                <c:pt idx="333">
                  <c:v>45659</c:v>
                </c:pt>
                <c:pt idx="334">
                  <c:v>45656</c:v>
                </c:pt>
                <c:pt idx="335">
                  <c:v>45653</c:v>
                </c:pt>
                <c:pt idx="336">
                  <c:v>45652</c:v>
                </c:pt>
                <c:pt idx="337">
                  <c:v>45650</c:v>
                </c:pt>
                <c:pt idx="338">
                  <c:v>45649</c:v>
                </c:pt>
                <c:pt idx="339">
                  <c:v>45646</c:v>
                </c:pt>
                <c:pt idx="340">
                  <c:v>45645</c:v>
                </c:pt>
                <c:pt idx="341">
                  <c:v>45644</c:v>
                </c:pt>
                <c:pt idx="342">
                  <c:v>45643</c:v>
                </c:pt>
                <c:pt idx="343">
                  <c:v>45642</c:v>
                </c:pt>
                <c:pt idx="344">
                  <c:v>45639</c:v>
                </c:pt>
                <c:pt idx="345">
                  <c:v>45638</c:v>
                </c:pt>
                <c:pt idx="346">
                  <c:v>45637</c:v>
                </c:pt>
                <c:pt idx="347">
                  <c:v>45636</c:v>
                </c:pt>
                <c:pt idx="348">
                  <c:v>45635</c:v>
                </c:pt>
                <c:pt idx="349">
                  <c:v>45632</c:v>
                </c:pt>
                <c:pt idx="350">
                  <c:v>45631</c:v>
                </c:pt>
                <c:pt idx="351">
                  <c:v>45630</c:v>
                </c:pt>
                <c:pt idx="352">
                  <c:v>45629</c:v>
                </c:pt>
                <c:pt idx="353">
                  <c:v>45628</c:v>
                </c:pt>
                <c:pt idx="354">
                  <c:v>45625</c:v>
                </c:pt>
                <c:pt idx="355">
                  <c:v>45624</c:v>
                </c:pt>
                <c:pt idx="356">
                  <c:v>45623</c:v>
                </c:pt>
                <c:pt idx="357">
                  <c:v>45622</c:v>
                </c:pt>
                <c:pt idx="358">
                  <c:v>45621</c:v>
                </c:pt>
                <c:pt idx="359">
                  <c:v>45618</c:v>
                </c:pt>
                <c:pt idx="360">
                  <c:v>45617</c:v>
                </c:pt>
                <c:pt idx="361">
                  <c:v>45616</c:v>
                </c:pt>
                <c:pt idx="362">
                  <c:v>45615</c:v>
                </c:pt>
                <c:pt idx="363">
                  <c:v>45614</c:v>
                </c:pt>
                <c:pt idx="364">
                  <c:v>45611</c:v>
                </c:pt>
                <c:pt idx="365">
                  <c:v>45610</c:v>
                </c:pt>
                <c:pt idx="366">
                  <c:v>45609</c:v>
                </c:pt>
                <c:pt idx="367">
                  <c:v>45608</c:v>
                </c:pt>
                <c:pt idx="368">
                  <c:v>45607</c:v>
                </c:pt>
                <c:pt idx="369">
                  <c:v>45604</c:v>
                </c:pt>
                <c:pt idx="370">
                  <c:v>45603</c:v>
                </c:pt>
                <c:pt idx="371">
                  <c:v>45602</c:v>
                </c:pt>
                <c:pt idx="372">
                  <c:v>45601</c:v>
                </c:pt>
                <c:pt idx="373">
                  <c:v>45600</c:v>
                </c:pt>
                <c:pt idx="374">
                  <c:v>45597</c:v>
                </c:pt>
                <c:pt idx="375">
                  <c:v>45596</c:v>
                </c:pt>
                <c:pt idx="376">
                  <c:v>45595</c:v>
                </c:pt>
                <c:pt idx="377">
                  <c:v>45594</c:v>
                </c:pt>
                <c:pt idx="378">
                  <c:v>45593</c:v>
                </c:pt>
                <c:pt idx="379">
                  <c:v>45590</c:v>
                </c:pt>
                <c:pt idx="380">
                  <c:v>45589</c:v>
                </c:pt>
                <c:pt idx="381">
                  <c:v>45588</c:v>
                </c:pt>
                <c:pt idx="382">
                  <c:v>45587</c:v>
                </c:pt>
                <c:pt idx="383">
                  <c:v>45586</c:v>
                </c:pt>
                <c:pt idx="384">
                  <c:v>45583</c:v>
                </c:pt>
                <c:pt idx="385">
                  <c:v>45582</c:v>
                </c:pt>
                <c:pt idx="386">
                  <c:v>45581</c:v>
                </c:pt>
                <c:pt idx="387">
                  <c:v>45580</c:v>
                </c:pt>
                <c:pt idx="388">
                  <c:v>45579</c:v>
                </c:pt>
                <c:pt idx="389">
                  <c:v>45576</c:v>
                </c:pt>
                <c:pt idx="390">
                  <c:v>45575</c:v>
                </c:pt>
                <c:pt idx="391">
                  <c:v>45573</c:v>
                </c:pt>
                <c:pt idx="392">
                  <c:v>45572</c:v>
                </c:pt>
                <c:pt idx="393">
                  <c:v>45569</c:v>
                </c:pt>
                <c:pt idx="394">
                  <c:v>45567</c:v>
                </c:pt>
                <c:pt idx="395">
                  <c:v>45565</c:v>
                </c:pt>
                <c:pt idx="396">
                  <c:v>45562</c:v>
                </c:pt>
                <c:pt idx="397">
                  <c:v>45561</c:v>
                </c:pt>
                <c:pt idx="398">
                  <c:v>45560</c:v>
                </c:pt>
                <c:pt idx="399">
                  <c:v>45559</c:v>
                </c:pt>
                <c:pt idx="400">
                  <c:v>45558</c:v>
                </c:pt>
                <c:pt idx="401">
                  <c:v>45555</c:v>
                </c:pt>
                <c:pt idx="402">
                  <c:v>45554</c:v>
                </c:pt>
                <c:pt idx="403">
                  <c:v>45548</c:v>
                </c:pt>
                <c:pt idx="404">
                  <c:v>45547</c:v>
                </c:pt>
                <c:pt idx="405">
                  <c:v>45546</c:v>
                </c:pt>
                <c:pt idx="406">
                  <c:v>45545</c:v>
                </c:pt>
                <c:pt idx="407">
                  <c:v>45544</c:v>
                </c:pt>
                <c:pt idx="408">
                  <c:v>45541</c:v>
                </c:pt>
                <c:pt idx="409">
                  <c:v>45540</c:v>
                </c:pt>
                <c:pt idx="410">
                  <c:v>45539</c:v>
                </c:pt>
                <c:pt idx="411">
                  <c:v>45538</c:v>
                </c:pt>
                <c:pt idx="412">
                  <c:v>45537</c:v>
                </c:pt>
                <c:pt idx="413">
                  <c:v>45534</c:v>
                </c:pt>
                <c:pt idx="414">
                  <c:v>45533</c:v>
                </c:pt>
                <c:pt idx="415">
                  <c:v>45532</c:v>
                </c:pt>
                <c:pt idx="416">
                  <c:v>45531</c:v>
                </c:pt>
                <c:pt idx="417">
                  <c:v>45530</c:v>
                </c:pt>
                <c:pt idx="418">
                  <c:v>45527</c:v>
                </c:pt>
                <c:pt idx="419">
                  <c:v>45526</c:v>
                </c:pt>
                <c:pt idx="420">
                  <c:v>45525</c:v>
                </c:pt>
                <c:pt idx="421">
                  <c:v>45524</c:v>
                </c:pt>
                <c:pt idx="422">
                  <c:v>45523</c:v>
                </c:pt>
                <c:pt idx="423">
                  <c:v>45520</c:v>
                </c:pt>
                <c:pt idx="424">
                  <c:v>45518</c:v>
                </c:pt>
                <c:pt idx="425">
                  <c:v>45517</c:v>
                </c:pt>
                <c:pt idx="426">
                  <c:v>45516</c:v>
                </c:pt>
                <c:pt idx="427">
                  <c:v>45513</c:v>
                </c:pt>
                <c:pt idx="428">
                  <c:v>45512</c:v>
                </c:pt>
                <c:pt idx="429">
                  <c:v>45511</c:v>
                </c:pt>
                <c:pt idx="430">
                  <c:v>45510</c:v>
                </c:pt>
                <c:pt idx="431">
                  <c:v>45509</c:v>
                </c:pt>
                <c:pt idx="432">
                  <c:v>45506</c:v>
                </c:pt>
                <c:pt idx="433">
                  <c:v>45505</c:v>
                </c:pt>
                <c:pt idx="434">
                  <c:v>45504</c:v>
                </c:pt>
                <c:pt idx="435">
                  <c:v>45503</c:v>
                </c:pt>
                <c:pt idx="436">
                  <c:v>45502</c:v>
                </c:pt>
                <c:pt idx="437">
                  <c:v>45499</c:v>
                </c:pt>
                <c:pt idx="438">
                  <c:v>45498</c:v>
                </c:pt>
                <c:pt idx="439">
                  <c:v>45497</c:v>
                </c:pt>
                <c:pt idx="440">
                  <c:v>45496</c:v>
                </c:pt>
                <c:pt idx="441">
                  <c:v>45495</c:v>
                </c:pt>
                <c:pt idx="442">
                  <c:v>45492</c:v>
                </c:pt>
                <c:pt idx="443">
                  <c:v>45491</c:v>
                </c:pt>
                <c:pt idx="444">
                  <c:v>45490</c:v>
                </c:pt>
                <c:pt idx="445">
                  <c:v>45489</c:v>
                </c:pt>
                <c:pt idx="446">
                  <c:v>45488</c:v>
                </c:pt>
                <c:pt idx="447">
                  <c:v>45485</c:v>
                </c:pt>
                <c:pt idx="448">
                  <c:v>45484</c:v>
                </c:pt>
                <c:pt idx="449">
                  <c:v>45483</c:v>
                </c:pt>
                <c:pt idx="450">
                  <c:v>45482</c:v>
                </c:pt>
                <c:pt idx="451">
                  <c:v>45481</c:v>
                </c:pt>
                <c:pt idx="452">
                  <c:v>45478</c:v>
                </c:pt>
                <c:pt idx="453">
                  <c:v>45477</c:v>
                </c:pt>
                <c:pt idx="454">
                  <c:v>45476</c:v>
                </c:pt>
                <c:pt idx="455">
                  <c:v>45475</c:v>
                </c:pt>
                <c:pt idx="456">
                  <c:v>45474</c:v>
                </c:pt>
                <c:pt idx="457">
                  <c:v>45471</c:v>
                </c:pt>
                <c:pt idx="458">
                  <c:v>45470</c:v>
                </c:pt>
                <c:pt idx="459">
                  <c:v>45469</c:v>
                </c:pt>
                <c:pt idx="460">
                  <c:v>45468</c:v>
                </c:pt>
                <c:pt idx="461">
                  <c:v>45467</c:v>
                </c:pt>
                <c:pt idx="462">
                  <c:v>45464</c:v>
                </c:pt>
                <c:pt idx="463">
                  <c:v>45463</c:v>
                </c:pt>
                <c:pt idx="464">
                  <c:v>45462</c:v>
                </c:pt>
                <c:pt idx="465">
                  <c:v>45461</c:v>
                </c:pt>
                <c:pt idx="466">
                  <c:v>45460</c:v>
                </c:pt>
                <c:pt idx="467">
                  <c:v>45457</c:v>
                </c:pt>
                <c:pt idx="468">
                  <c:v>45456</c:v>
                </c:pt>
                <c:pt idx="469">
                  <c:v>45455</c:v>
                </c:pt>
                <c:pt idx="470">
                  <c:v>45454</c:v>
                </c:pt>
                <c:pt idx="471">
                  <c:v>45453</c:v>
                </c:pt>
                <c:pt idx="472">
                  <c:v>45450</c:v>
                </c:pt>
                <c:pt idx="473">
                  <c:v>45448</c:v>
                </c:pt>
                <c:pt idx="474">
                  <c:v>45447</c:v>
                </c:pt>
                <c:pt idx="475">
                  <c:v>45446</c:v>
                </c:pt>
                <c:pt idx="476">
                  <c:v>45443</c:v>
                </c:pt>
                <c:pt idx="477">
                  <c:v>45442</c:v>
                </c:pt>
                <c:pt idx="478">
                  <c:v>45441</c:v>
                </c:pt>
                <c:pt idx="479">
                  <c:v>45440</c:v>
                </c:pt>
                <c:pt idx="480">
                  <c:v>45439</c:v>
                </c:pt>
                <c:pt idx="481">
                  <c:v>45436</c:v>
                </c:pt>
                <c:pt idx="482">
                  <c:v>45435</c:v>
                </c:pt>
                <c:pt idx="483">
                  <c:v>45434</c:v>
                </c:pt>
                <c:pt idx="484">
                  <c:v>45433</c:v>
                </c:pt>
                <c:pt idx="485">
                  <c:v>45432</c:v>
                </c:pt>
                <c:pt idx="486">
                  <c:v>45429</c:v>
                </c:pt>
                <c:pt idx="487">
                  <c:v>45428</c:v>
                </c:pt>
                <c:pt idx="488">
                  <c:v>45426</c:v>
                </c:pt>
                <c:pt idx="489">
                  <c:v>45425</c:v>
                </c:pt>
                <c:pt idx="490">
                  <c:v>45422</c:v>
                </c:pt>
                <c:pt idx="491">
                  <c:v>45421</c:v>
                </c:pt>
                <c:pt idx="492">
                  <c:v>45420</c:v>
                </c:pt>
                <c:pt idx="493">
                  <c:v>45419</c:v>
                </c:pt>
                <c:pt idx="494">
                  <c:v>45415</c:v>
                </c:pt>
                <c:pt idx="495">
                  <c:v>45414</c:v>
                </c:pt>
                <c:pt idx="496">
                  <c:v>45412</c:v>
                </c:pt>
                <c:pt idx="497">
                  <c:v>45411</c:v>
                </c:pt>
                <c:pt idx="498">
                  <c:v>45408</c:v>
                </c:pt>
                <c:pt idx="499">
                  <c:v>45407</c:v>
                </c:pt>
                <c:pt idx="500">
                  <c:v>45406</c:v>
                </c:pt>
                <c:pt idx="501">
                  <c:v>45405</c:v>
                </c:pt>
                <c:pt idx="502">
                  <c:v>45404</c:v>
                </c:pt>
                <c:pt idx="503">
                  <c:v>45401</c:v>
                </c:pt>
                <c:pt idx="504">
                  <c:v>45400</c:v>
                </c:pt>
                <c:pt idx="505">
                  <c:v>45399</c:v>
                </c:pt>
                <c:pt idx="506">
                  <c:v>45398</c:v>
                </c:pt>
                <c:pt idx="507">
                  <c:v>45397</c:v>
                </c:pt>
                <c:pt idx="508">
                  <c:v>45394</c:v>
                </c:pt>
                <c:pt idx="509">
                  <c:v>45393</c:v>
                </c:pt>
                <c:pt idx="510">
                  <c:v>45391</c:v>
                </c:pt>
                <c:pt idx="511">
                  <c:v>45390</c:v>
                </c:pt>
                <c:pt idx="512">
                  <c:v>45387</c:v>
                </c:pt>
                <c:pt idx="513">
                  <c:v>45386</c:v>
                </c:pt>
                <c:pt idx="514">
                  <c:v>45385</c:v>
                </c:pt>
                <c:pt idx="515">
                  <c:v>45384</c:v>
                </c:pt>
                <c:pt idx="516">
                  <c:v>45383</c:v>
                </c:pt>
                <c:pt idx="517">
                  <c:v>45380</c:v>
                </c:pt>
                <c:pt idx="518">
                  <c:v>45379</c:v>
                </c:pt>
                <c:pt idx="519">
                  <c:v>45378</c:v>
                </c:pt>
                <c:pt idx="520">
                  <c:v>45377</c:v>
                </c:pt>
                <c:pt idx="521">
                  <c:v>45376</c:v>
                </c:pt>
                <c:pt idx="522">
                  <c:v>45373</c:v>
                </c:pt>
                <c:pt idx="523">
                  <c:v>45372</c:v>
                </c:pt>
                <c:pt idx="524">
                  <c:v>45371</c:v>
                </c:pt>
                <c:pt idx="525">
                  <c:v>45370</c:v>
                </c:pt>
                <c:pt idx="526">
                  <c:v>45369</c:v>
                </c:pt>
                <c:pt idx="527">
                  <c:v>45366</c:v>
                </c:pt>
                <c:pt idx="528">
                  <c:v>45365</c:v>
                </c:pt>
                <c:pt idx="529">
                  <c:v>45364</c:v>
                </c:pt>
                <c:pt idx="530">
                  <c:v>45363</c:v>
                </c:pt>
                <c:pt idx="531">
                  <c:v>45362</c:v>
                </c:pt>
                <c:pt idx="532">
                  <c:v>45359</c:v>
                </c:pt>
                <c:pt idx="533">
                  <c:v>45358</c:v>
                </c:pt>
                <c:pt idx="534">
                  <c:v>45357</c:v>
                </c:pt>
                <c:pt idx="535">
                  <c:v>45356</c:v>
                </c:pt>
                <c:pt idx="536">
                  <c:v>45355</c:v>
                </c:pt>
                <c:pt idx="537">
                  <c:v>45351</c:v>
                </c:pt>
                <c:pt idx="538">
                  <c:v>45350</c:v>
                </c:pt>
                <c:pt idx="539">
                  <c:v>45349</c:v>
                </c:pt>
                <c:pt idx="540">
                  <c:v>45348</c:v>
                </c:pt>
                <c:pt idx="541">
                  <c:v>45345</c:v>
                </c:pt>
                <c:pt idx="542">
                  <c:v>45344</c:v>
                </c:pt>
                <c:pt idx="543">
                  <c:v>45343</c:v>
                </c:pt>
                <c:pt idx="544">
                  <c:v>45342</c:v>
                </c:pt>
                <c:pt idx="545">
                  <c:v>45341</c:v>
                </c:pt>
                <c:pt idx="546">
                  <c:v>45338</c:v>
                </c:pt>
                <c:pt idx="547">
                  <c:v>45337</c:v>
                </c:pt>
                <c:pt idx="548">
                  <c:v>45336</c:v>
                </c:pt>
                <c:pt idx="549">
                  <c:v>45335</c:v>
                </c:pt>
                <c:pt idx="550">
                  <c:v>45330</c:v>
                </c:pt>
                <c:pt idx="551">
                  <c:v>45329</c:v>
                </c:pt>
                <c:pt idx="552">
                  <c:v>45328</c:v>
                </c:pt>
                <c:pt idx="553">
                  <c:v>45327</c:v>
                </c:pt>
                <c:pt idx="554">
                  <c:v>45324</c:v>
                </c:pt>
                <c:pt idx="555">
                  <c:v>45323</c:v>
                </c:pt>
                <c:pt idx="556">
                  <c:v>45322</c:v>
                </c:pt>
                <c:pt idx="557">
                  <c:v>45321</c:v>
                </c:pt>
                <c:pt idx="558">
                  <c:v>45320</c:v>
                </c:pt>
                <c:pt idx="559">
                  <c:v>45317</c:v>
                </c:pt>
                <c:pt idx="560">
                  <c:v>45316</c:v>
                </c:pt>
                <c:pt idx="561">
                  <c:v>45315</c:v>
                </c:pt>
                <c:pt idx="562">
                  <c:v>45314</c:v>
                </c:pt>
                <c:pt idx="563">
                  <c:v>45313</c:v>
                </c:pt>
                <c:pt idx="564">
                  <c:v>45310</c:v>
                </c:pt>
                <c:pt idx="565">
                  <c:v>45309</c:v>
                </c:pt>
                <c:pt idx="566">
                  <c:v>45308</c:v>
                </c:pt>
                <c:pt idx="567">
                  <c:v>45307</c:v>
                </c:pt>
                <c:pt idx="568">
                  <c:v>45306</c:v>
                </c:pt>
                <c:pt idx="569">
                  <c:v>45303</c:v>
                </c:pt>
                <c:pt idx="570">
                  <c:v>45302</c:v>
                </c:pt>
                <c:pt idx="571">
                  <c:v>45301</c:v>
                </c:pt>
                <c:pt idx="572">
                  <c:v>45300</c:v>
                </c:pt>
                <c:pt idx="573">
                  <c:v>45299</c:v>
                </c:pt>
                <c:pt idx="574">
                  <c:v>45296</c:v>
                </c:pt>
                <c:pt idx="575">
                  <c:v>45295</c:v>
                </c:pt>
                <c:pt idx="576">
                  <c:v>45294</c:v>
                </c:pt>
                <c:pt idx="577">
                  <c:v>45293</c:v>
                </c:pt>
                <c:pt idx="578">
                  <c:v>45288</c:v>
                </c:pt>
                <c:pt idx="579">
                  <c:v>45287</c:v>
                </c:pt>
                <c:pt idx="580">
                  <c:v>45286</c:v>
                </c:pt>
                <c:pt idx="581">
                  <c:v>45282</c:v>
                </c:pt>
                <c:pt idx="582">
                  <c:v>45281</c:v>
                </c:pt>
                <c:pt idx="583">
                  <c:v>45280</c:v>
                </c:pt>
                <c:pt idx="584">
                  <c:v>45279</c:v>
                </c:pt>
                <c:pt idx="585">
                  <c:v>45278</c:v>
                </c:pt>
                <c:pt idx="586">
                  <c:v>45275</c:v>
                </c:pt>
                <c:pt idx="587">
                  <c:v>45274</c:v>
                </c:pt>
                <c:pt idx="588">
                  <c:v>45273</c:v>
                </c:pt>
                <c:pt idx="589">
                  <c:v>45272</c:v>
                </c:pt>
                <c:pt idx="590">
                  <c:v>45271</c:v>
                </c:pt>
                <c:pt idx="591">
                  <c:v>45268</c:v>
                </c:pt>
                <c:pt idx="592">
                  <c:v>45267</c:v>
                </c:pt>
                <c:pt idx="593">
                  <c:v>45266</c:v>
                </c:pt>
                <c:pt idx="594">
                  <c:v>45265</c:v>
                </c:pt>
                <c:pt idx="595">
                  <c:v>45264</c:v>
                </c:pt>
                <c:pt idx="596">
                  <c:v>45261</c:v>
                </c:pt>
                <c:pt idx="597">
                  <c:v>45260</c:v>
                </c:pt>
                <c:pt idx="598">
                  <c:v>45259</c:v>
                </c:pt>
                <c:pt idx="599">
                  <c:v>45258</c:v>
                </c:pt>
                <c:pt idx="600">
                  <c:v>45257</c:v>
                </c:pt>
                <c:pt idx="601">
                  <c:v>45254</c:v>
                </c:pt>
                <c:pt idx="602">
                  <c:v>45253</c:v>
                </c:pt>
                <c:pt idx="603">
                  <c:v>45252</c:v>
                </c:pt>
                <c:pt idx="604">
                  <c:v>45251</c:v>
                </c:pt>
                <c:pt idx="605">
                  <c:v>45250</c:v>
                </c:pt>
                <c:pt idx="606">
                  <c:v>45247</c:v>
                </c:pt>
                <c:pt idx="607">
                  <c:v>45246</c:v>
                </c:pt>
                <c:pt idx="608">
                  <c:v>45245</c:v>
                </c:pt>
                <c:pt idx="609">
                  <c:v>45244</c:v>
                </c:pt>
                <c:pt idx="610">
                  <c:v>45243</c:v>
                </c:pt>
                <c:pt idx="611">
                  <c:v>45240</c:v>
                </c:pt>
                <c:pt idx="612">
                  <c:v>45239</c:v>
                </c:pt>
                <c:pt idx="613">
                  <c:v>45238</c:v>
                </c:pt>
                <c:pt idx="614">
                  <c:v>45237</c:v>
                </c:pt>
                <c:pt idx="615">
                  <c:v>45236</c:v>
                </c:pt>
                <c:pt idx="616">
                  <c:v>45233</c:v>
                </c:pt>
                <c:pt idx="617">
                  <c:v>45232</c:v>
                </c:pt>
                <c:pt idx="618">
                  <c:v>45231</c:v>
                </c:pt>
                <c:pt idx="619">
                  <c:v>45230</c:v>
                </c:pt>
                <c:pt idx="620">
                  <c:v>45229</c:v>
                </c:pt>
                <c:pt idx="621">
                  <c:v>45226</c:v>
                </c:pt>
                <c:pt idx="622">
                  <c:v>45225</c:v>
                </c:pt>
                <c:pt idx="623">
                  <c:v>45224</c:v>
                </c:pt>
                <c:pt idx="624">
                  <c:v>45223</c:v>
                </c:pt>
                <c:pt idx="625">
                  <c:v>45222</c:v>
                </c:pt>
                <c:pt idx="626">
                  <c:v>45219</c:v>
                </c:pt>
                <c:pt idx="627">
                  <c:v>45218</c:v>
                </c:pt>
                <c:pt idx="628">
                  <c:v>45217</c:v>
                </c:pt>
                <c:pt idx="629">
                  <c:v>45216</c:v>
                </c:pt>
                <c:pt idx="630">
                  <c:v>45215</c:v>
                </c:pt>
                <c:pt idx="631">
                  <c:v>45212</c:v>
                </c:pt>
                <c:pt idx="632">
                  <c:v>45211</c:v>
                </c:pt>
                <c:pt idx="633">
                  <c:v>45210</c:v>
                </c:pt>
                <c:pt idx="634">
                  <c:v>45209</c:v>
                </c:pt>
                <c:pt idx="635">
                  <c:v>45205</c:v>
                </c:pt>
                <c:pt idx="636">
                  <c:v>45204</c:v>
                </c:pt>
                <c:pt idx="637">
                  <c:v>45203</c:v>
                </c:pt>
                <c:pt idx="638">
                  <c:v>45196</c:v>
                </c:pt>
                <c:pt idx="639">
                  <c:v>45195</c:v>
                </c:pt>
                <c:pt idx="640">
                  <c:v>45194</c:v>
                </c:pt>
                <c:pt idx="641">
                  <c:v>45191</c:v>
                </c:pt>
                <c:pt idx="642">
                  <c:v>45190</c:v>
                </c:pt>
                <c:pt idx="643">
                  <c:v>45189</c:v>
                </c:pt>
                <c:pt idx="644">
                  <c:v>45188</c:v>
                </c:pt>
                <c:pt idx="645">
                  <c:v>45187</c:v>
                </c:pt>
                <c:pt idx="646">
                  <c:v>45184</c:v>
                </c:pt>
                <c:pt idx="647">
                  <c:v>45183</c:v>
                </c:pt>
                <c:pt idx="648">
                  <c:v>45182</c:v>
                </c:pt>
                <c:pt idx="649">
                  <c:v>45181</c:v>
                </c:pt>
                <c:pt idx="650">
                  <c:v>45180</c:v>
                </c:pt>
                <c:pt idx="651">
                  <c:v>45177</c:v>
                </c:pt>
                <c:pt idx="652">
                  <c:v>45176</c:v>
                </c:pt>
                <c:pt idx="653">
                  <c:v>45175</c:v>
                </c:pt>
                <c:pt idx="654">
                  <c:v>45174</c:v>
                </c:pt>
                <c:pt idx="655">
                  <c:v>45173</c:v>
                </c:pt>
                <c:pt idx="656">
                  <c:v>45170</c:v>
                </c:pt>
                <c:pt idx="657">
                  <c:v>45169</c:v>
                </c:pt>
                <c:pt idx="658">
                  <c:v>45168</c:v>
                </c:pt>
                <c:pt idx="659">
                  <c:v>45167</c:v>
                </c:pt>
                <c:pt idx="660">
                  <c:v>45166</c:v>
                </c:pt>
                <c:pt idx="661">
                  <c:v>45163</c:v>
                </c:pt>
                <c:pt idx="662">
                  <c:v>45162</c:v>
                </c:pt>
                <c:pt idx="663">
                  <c:v>45161</c:v>
                </c:pt>
                <c:pt idx="664">
                  <c:v>45160</c:v>
                </c:pt>
                <c:pt idx="665">
                  <c:v>45159</c:v>
                </c:pt>
                <c:pt idx="666">
                  <c:v>45156</c:v>
                </c:pt>
                <c:pt idx="667">
                  <c:v>45155</c:v>
                </c:pt>
                <c:pt idx="668">
                  <c:v>45154</c:v>
                </c:pt>
                <c:pt idx="669">
                  <c:v>45152</c:v>
                </c:pt>
                <c:pt idx="670">
                  <c:v>45149</c:v>
                </c:pt>
                <c:pt idx="671">
                  <c:v>45148</c:v>
                </c:pt>
                <c:pt idx="672">
                  <c:v>45147</c:v>
                </c:pt>
                <c:pt idx="673">
                  <c:v>45146</c:v>
                </c:pt>
                <c:pt idx="674">
                  <c:v>45145</c:v>
                </c:pt>
                <c:pt idx="675">
                  <c:v>45142</c:v>
                </c:pt>
                <c:pt idx="676">
                  <c:v>45141</c:v>
                </c:pt>
                <c:pt idx="677">
                  <c:v>45140</c:v>
                </c:pt>
                <c:pt idx="678">
                  <c:v>45139</c:v>
                </c:pt>
                <c:pt idx="679">
                  <c:v>45138</c:v>
                </c:pt>
                <c:pt idx="680">
                  <c:v>45135</c:v>
                </c:pt>
                <c:pt idx="681">
                  <c:v>45134</c:v>
                </c:pt>
                <c:pt idx="682">
                  <c:v>45133</c:v>
                </c:pt>
                <c:pt idx="683">
                  <c:v>45132</c:v>
                </c:pt>
                <c:pt idx="684">
                  <c:v>45131</c:v>
                </c:pt>
                <c:pt idx="685">
                  <c:v>45128</c:v>
                </c:pt>
                <c:pt idx="686">
                  <c:v>45127</c:v>
                </c:pt>
                <c:pt idx="687">
                  <c:v>45126</c:v>
                </c:pt>
                <c:pt idx="688">
                  <c:v>45125</c:v>
                </c:pt>
                <c:pt idx="689">
                  <c:v>45124</c:v>
                </c:pt>
                <c:pt idx="690">
                  <c:v>45121</c:v>
                </c:pt>
                <c:pt idx="691">
                  <c:v>45120</c:v>
                </c:pt>
                <c:pt idx="692">
                  <c:v>45119</c:v>
                </c:pt>
                <c:pt idx="693">
                  <c:v>45118</c:v>
                </c:pt>
                <c:pt idx="694">
                  <c:v>45117</c:v>
                </c:pt>
                <c:pt idx="695">
                  <c:v>45114</c:v>
                </c:pt>
                <c:pt idx="696">
                  <c:v>45113</c:v>
                </c:pt>
                <c:pt idx="697">
                  <c:v>45112</c:v>
                </c:pt>
                <c:pt idx="698">
                  <c:v>45111</c:v>
                </c:pt>
                <c:pt idx="699">
                  <c:v>45110</c:v>
                </c:pt>
                <c:pt idx="700">
                  <c:v>45107</c:v>
                </c:pt>
                <c:pt idx="701">
                  <c:v>45106</c:v>
                </c:pt>
                <c:pt idx="702">
                  <c:v>45105</c:v>
                </c:pt>
                <c:pt idx="703">
                  <c:v>45104</c:v>
                </c:pt>
                <c:pt idx="704">
                  <c:v>45103</c:v>
                </c:pt>
                <c:pt idx="705">
                  <c:v>45100</c:v>
                </c:pt>
                <c:pt idx="706">
                  <c:v>45099</c:v>
                </c:pt>
                <c:pt idx="707">
                  <c:v>45098</c:v>
                </c:pt>
                <c:pt idx="708">
                  <c:v>45097</c:v>
                </c:pt>
                <c:pt idx="709">
                  <c:v>45096</c:v>
                </c:pt>
                <c:pt idx="710">
                  <c:v>45093</c:v>
                </c:pt>
                <c:pt idx="711">
                  <c:v>45092</c:v>
                </c:pt>
                <c:pt idx="712">
                  <c:v>45091</c:v>
                </c:pt>
                <c:pt idx="713">
                  <c:v>45090</c:v>
                </c:pt>
                <c:pt idx="714">
                  <c:v>45089</c:v>
                </c:pt>
                <c:pt idx="715">
                  <c:v>45086</c:v>
                </c:pt>
                <c:pt idx="716">
                  <c:v>45085</c:v>
                </c:pt>
                <c:pt idx="717">
                  <c:v>45084</c:v>
                </c:pt>
                <c:pt idx="718">
                  <c:v>45082</c:v>
                </c:pt>
                <c:pt idx="719">
                  <c:v>45079</c:v>
                </c:pt>
                <c:pt idx="720">
                  <c:v>45078</c:v>
                </c:pt>
                <c:pt idx="721">
                  <c:v>45077</c:v>
                </c:pt>
                <c:pt idx="722">
                  <c:v>45076</c:v>
                </c:pt>
                <c:pt idx="723">
                  <c:v>45072</c:v>
                </c:pt>
                <c:pt idx="724">
                  <c:v>45071</c:v>
                </c:pt>
                <c:pt idx="725">
                  <c:v>45070</c:v>
                </c:pt>
                <c:pt idx="726">
                  <c:v>45069</c:v>
                </c:pt>
                <c:pt idx="727">
                  <c:v>45068</c:v>
                </c:pt>
                <c:pt idx="728">
                  <c:v>45065</c:v>
                </c:pt>
                <c:pt idx="729">
                  <c:v>45064</c:v>
                </c:pt>
                <c:pt idx="730">
                  <c:v>45063</c:v>
                </c:pt>
                <c:pt idx="731">
                  <c:v>45062</c:v>
                </c:pt>
                <c:pt idx="732">
                  <c:v>45061</c:v>
                </c:pt>
                <c:pt idx="733">
                  <c:v>45058</c:v>
                </c:pt>
                <c:pt idx="734">
                  <c:v>45057</c:v>
                </c:pt>
                <c:pt idx="735">
                  <c:v>45056</c:v>
                </c:pt>
                <c:pt idx="736">
                  <c:v>45055</c:v>
                </c:pt>
                <c:pt idx="737">
                  <c:v>45054</c:v>
                </c:pt>
                <c:pt idx="738">
                  <c:v>45050</c:v>
                </c:pt>
                <c:pt idx="739">
                  <c:v>45049</c:v>
                </c:pt>
                <c:pt idx="740">
                  <c:v>45048</c:v>
                </c:pt>
                <c:pt idx="741">
                  <c:v>45044</c:v>
                </c:pt>
                <c:pt idx="742">
                  <c:v>45043</c:v>
                </c:pt>
                <c:pt idx="743">
                  <c:v>45042</c:v>
                </c:pt>
                <c:pt idx="744">
                  <c:v>45041</c:v>
                </c:pt>
                <c:pt idx="745">
                  <c:v>45040</c:v>
                </c:pt>
                <c:pt idx="746">
                  <c:v>45037</c:v>
                </c:pt>
                <c:pt idx="747">
                  <c:v>45036</c:v>
                </c:pt>
                <c:pt idx="748">
                  <c:v>45035</c:v>
                </c:pt>
                <c:pt idx="749">
                  <c:v>45034</c:v>
                </c:pt>
                <c:pt idx="750">
                  <c:v>45033</c:v>
                </c:pt>
                <c:pt idx="751">
                  <c:v>45030</c:v>
                </c:pt>
                <c:pt idx="752">
                  <c:v>45029</c:v>
                </c:pt>
                <c:pt idx="753">
                  <c:v>45028</c:v>
                </c:pt>
                <c:pt idx="754">
                  <c:v>45027</c:v>
                </c:pt>
                <c:pt idx="755">
                  <c:v>45026</c:v>
                </c:pt>
                <c:pt idx="756">
                  <c:v>45023</c:v>
                </c:pt>
                <c:pt idx="757">
                  <c:v>45022</c:v>
                </c:pt>
                <c:pt idx="758">
                  <c:v>45021</c:v>
                </c:pt>
                <c:pt idx="759">
                  <c:v>45020</c:v>
                </c:pt>
                <c:pt idx="760">
                  <c:v>45019</c:v>
                </c:pt>
                <c:pt idx="761">
                  <c:v>45016</c:v>
                </c:pt>
                <c:pt idx="762">
                  <c:v>45015</c:v>
                </c:pt>
                <c:pt idx="763">
                  <c:v>45014</c:v>
                </c:pt>
                <c:pt idx="764">
                  <c:v>45013</c:v>
                </c:pt>
                <c:pt idx="765">
                  <c:v>45012</c:v>
                </c:pt>
                <c:pt idx="766">
                  <c:v>45009</c:v>
                </c:pt>
                <c:pt idx="767">
                  <c:v>45008</c:v>
                </c:pt>
                <c:pt idx="768">
                  <c:v>45007</c:v>
                </c:pt>
                <c:pt idx="769">
                  <c:v>45006</c:v>
                </c:pt>
                <c:pt idx="770">
                  <c:v>45005</c:v>
                </c:pt>
                <c:pt idx="771">
                  <c:v>45002</c:v>
                </c:pt>
                <c:pt idx="772">
                  <c:v>45001</c:v>
                </c:pt>
                <c:pt idx="773">
                  <c:v>45000</c:v>
                </c:pt>
                <c:pt idx="774">
                  <c:v>44999</c:v>
                </c:pt>
                <c:pt idx="775">
                  <c:v>44998</c:v>
                </c:pt>
                <c:pt idx="776">
                  <c:v>44995</c:v>
                </c:pt>
                <c:pt idx="777">
                  <c:v>44994</c:v>
                </c:pt>
                <c:pt idx="778">
                  <c:v>44993</c:v>
                </c:pt>
                <c:pt idx="779">
                  <c:v>44992</c:v>
                </c:pt>
                <c:pt idx="780">
                  <c:v>44991</c:v>
                </c:pt>
                <c:pt idx="781">
                  <c:v>44988</c:v>
                </c:pt>
                <c:pt idx="782">
                  <c:v>44987</c:v>
                </c:pt>
                <c:pt idx="783">
                  <c:v>44985</c:v>
                </c:pt>
                <c:pt idx="784">
                  <c:v>44984</c:v>
                </c:pt>
                <c:pt idx="785">
                  <c:v>44981</c:v>
                </c:pt>
                <c:pt idx="786">
                  <c:v>44980</c:v>
                </c:pt>
                <c:pt idx="787">
                  <c:v>44979</c:v>
                </c:pt>
                <c:pt idx="788">
                  <c:v>44978</c:v>
                </c:pt>
                <c:pt idx="789">
                  <c:v>44977</c:v>
                </c:pt>
                <c:pt idx="790">
                  <c:v>44974</c:v>
                </c:pt>
                <c:pt idx="791">
                  <c:v>44973</c:v>
                </c:pt>
                <c:pt idx="792">
                  <c:v>44972</c:v>
                </c:pt>
                <c:pt idx="793">
                  <c:v>44971</c:v>
                </c:pt>
                <c:pt idx="794">
                  <c:v>44970</c:v>
                </c:pt>
                <c:pt idx="795">
                  <c:v>44967</c:v>
                </c:pt>
                <c:pt idx="796">
                  <c:v>44966</c:v>
                </c:pt>
                <c:pt idx="797">
                  <c:v>44965</c:v>
                </c:pt>
                <c:pt idx="798">
                  <c:v>44964</c:v>
                </c:pt>
                <c:pt idx="799">
                  <c:v>44963</c:v>
                </c:pt>
                <c:pt idx="800">
                  <c:v>44960</c:v>
                </c:pt>
                <c:pt idx="801">
                  <c:v>44959</c:v>
                </c:pt>
                <c:pt idx="802">
                  <c:v>44958</c:v>
                </c:pt>
                <c:pt idx="803">
                  <c:v>44957</c:v>
                </c:pt>
                <c:pt idx="804">
                  <c:v>44956</c:v>
                </c:pt>
                <c:pt idx="805">
                  <c:v>44953</c:v>
                </c:pt>
                <c:pt idx="806">
                  <c:v>44952</c:v>
                </c:pt>
                <c:pt idx="807">
                  <c:v>44951</c:v>
                </c:pt>
                <c:pt idx="808">
                  <c:v>44946</c:v>
                </c:pt>
                <c:pt idx="809">
                  <c:v>44945</c:v>
                </c:pt>
                <c:pt idx="810">
                  <c:v>44944</c:v>
                </c:pt>
                <c:pt idx="811">
                  <c:v>44943</c:v>
                </c:pt>
                <c:pt idx="812">
                  <c:v>44942</c:v>
                </c:pt>
                <c:pt idx="813">
                  <c:v>44939</c:v>
                </c:pt>
                <c:pt idx="814">
                  <c:v>44938</c:v>
                </c:pt>
                <c:pt idx="815">
                  <c:v>44937</c:v>
                </c:pt>
                <c:pt idx="816">
                  <c:v>44936</c:v>
                </c:pt>
                <c:pt idx="817">
                  <c:v>44935</c:v>
                </c:pt>
                <c:pt idx="818">
                  <c:v>44932</c:v>
                </c:pt>
                <c:pt idx="819">
                  <c:v>44931</c:v>
                </c:pt>
                <c:pt idx="820">
                  <c:v>44930</c:v>
                </c:pt>
                <c:pt idx="821">
                  <c:v>44929</c:v>
                </c:pt>
                <c:pt idx="822">
                  <c:v>44928</c:v>
                </c:pt>
                <c:pt idx="823">
                  <c:v>44924</c:v>
                </c:pt>
                <c:pt idx="824">
                  <c:v>44923</c:v>
                </c:pt>
                <c:pt idx="825">
                  <c:v>44922</c:v>
                </c:pt>
                <c:pt idx="826">
                  <c:v>44921</c:v>
                </c:pt>
                <c:pt idx="827">
                  <c:v>44918</c:v>
                </c:pt>
                <c:pt idx="828">
                  <c:v>44917</c:v>
                </c:pt>
                <c:pt idx="829">
                  <c:v>44916</c:v>
                </c:pt>
                <c:pt idx="830">
                  <c:v>44915</c:v>
                </c:pt>
                <c:pt idx="831">
                  <c:v>44914</c:v>
                </c:pt>
                <c:pt idx="832">
                  <c:v>44911</c:v>
                </c:pt>
                <c:pt idx="833">
                  <c:v>44910</c:v>
                </c:pt>
                <c:pt idx="834">
                  <c:v>44909</c:v>
                </c:pt>
                <c:pt idx="835">
                  <c:v>44908</c:v>
                </c:pt>
                <c:pt idx="836">
                  <c:v>44907</c:v>
                </c:pt>
                <c:pt idx="837">
                  <c:v>44904</c:v>
                </c:pt>
                <c:pt idx="838">
                  <c:v>44903</c:v>
                </c:pt>
                <c:pt idx="839">
                  <c:v>44902</c:v>
                </c:pt>
                <c:pt idx="840">
                  <c:v>44901</c:v>
                </c:pt>
                <c:pt idx="841">
                  <c:v>44900</c:v>
                </c:pt>
                <c:pt idx="842">
                  <c:v>44897</c:v>
                </c:pt>
                <c:pt idx="843">
                  <c:v>44896</c:v>
                </c:pt>
                <c:pt idx="844">
                  <c:v>44895</c:v>
                </c:pt>
                <c:pt idx="845">
                  <c:v>44894</c:v>
                </c:pt>
                <c:pt idx="846">
                  <c:v>44893</c:v>
                </c:pt>
                <c:pt idx="847">
                  <c:v>44890</c:v>
                </c:pt>
                <c:pt idx="848">
                  <c:v>44889</c:v>
                </c:pt>
                <c:pt idx="849">
                  <c:v>44888</c:v>
                </c:pt>
                <c:pt idx="850">
                  <c:v>44887</c:v>
                </c:pt>
                <c:pt idx="851">
                  <c:v>44886</c:v>
                </c:pt>
                <c:pt idx="852">
                  <c:v>44883</c:v>
                </c:pt>
                <c:pt idx="853">
                  <c:v>44882</c:v>
                </c:pt>
                <c:pt idx="854">
                  <c:v>44881</c:v>
                </c:pt>
                <c:pt idx="855">
                  <c:v>44880</c:v>
                </c:pt>
                <c:pt idx="856">
                  <c:v>44879</c:v>
                </c:pt>
                <c:pt idx="857">
                  <c:v>44876</c:v>
                </c:pt>
                <c:pt idx="858">
                  <c:v>44875</c:v>
                </c:pt>
                <c:pt idx="859">
                  <c:v>44874</c:v>
                </c:pt>
                <c:pt idx="860">
                  <c:v>44873</c:v>
                </c:pt>
                <c:pt idx="861">
                  <c:v>44872</c:v>
                </c:pt>
                <c:pt idx="862">
                  <c:v>44869</c:v>
                </c:pt>
                <c:pt idx="863">
                  <c:v>44868</c:v>
                </c:pt>
                <c:pt idx="864">
                  <c:v>44867</c:v>
                </c:pt>
                <c:pt idx="865">
                  <c:v>44866</c:v>
                </c:pt>
                <c:pt idx="866">
                  <c:v>44865</c:v>
                </c:pt>
                <c:pt idx="867">
                  <c:v>44862</c:v>
                </c:pt>
                <c:pt idx="868">
                  <c:v>44861</c:v>
                </c:pt>
                <c:pt idx="869">
                  <c:v>44860</c:v>
                </c:pt>
                <c:pt idx="870">
                  <c:v>44859</c:v>
                </c:pt>
                <c:pt idx="871">
                  <c:v>44858</c:v>
                </c:pt>
                <c:pt idx="872">
                  <c:v>44855</c:v>
                </c:pt>
                <c:pt idx="873">
                  <c:v>44854</c:v>
                </c:pt>
                <c:pt idx="874">
                  <c:v>44853</c:v>
                </c:pt>
                <c:pt idx="875">
                  <c:v>44852</c:v>
                </c:pt>
                <c:pt idx="876">
                  <c:v>44851</c:v>
                </c:pt>
                <c:pt idx="877">
                  <c:v>44848</c:v>
                </c:pt>
                <c:pt idx="878">
                  <c:v>44847</c:v>
                </c:pt>
                <c:pt idx="879">
                  <c:v>44846</c:v>
                </c:pt>
                <c:pt idx="880">
                  <c:v>44845</c:v>
                </c:pt>
                <c:pt idx="881">
                  <c:v>44841</c:v>
                </c:pt>
                <c:pt idx="882">
                  <c:v>44840</c:v>
                </c:pt>
                <c:pt idx="883">
                  <c:v>44839</c:v>
                </c:pt>
                <c:pt idx="884">
                  <c:v>44838</c:v>
                </c:pt>
                <c:pt idx="885">
                  <c:v>44834</c:v>
                </c:pt>
                <c:pt idx="886">
                  <c:v>44833</c:v>
                </c:pt>
                <c:pt idx="887">
                  <c:v>44832</c:v>
                </c:pt>
                <c:pt idx="888">
                  <c:v>44831</c:v>
                </c:pt>
                <c:pt idx="889">
                  <c:v>44830</c:v>
                </c:pt>
                <c:pt idx="890">
                  <c:v>44827</c:v>
                </c:pt>
                <c:pt idx="891">
                  <c:v>44826</c:v>
                </c:pt>
                <c:pt idx="892">
                  <c:v>44825</c:v>
                </c:pt>
                <c:pt idx="893">
                  <c:v>44824</c:v>
                </c:pt>
                <c:pt idx="894">
                  <c:v>44823</c:v>
                </c:pt>
                <c:pt idx="895">
                  <c:v>44820</c:v>
                </c:pt>
                <c:pt idx="896">
                  <c:v>44819</c:v>
                </c:pt>
                <c:pt idx="897">
                  <c:v>44818</c:v>
                </c:pt>
                <c:pt idx="898">
                  <c:v>44817</c:v>
                </c:pt>
                <c:pt idx="899">
                  <c:v>44812</c:v>
                </c:pt>
                <c:pt idx="900">
                  <c:v>44811</c:v>
                </c:pt>
                <c:pt idx="901">
                  <c:v>44810</c:v>
                </c:pt>
                <c:pt idx="902">
                  <c:v>44809</c:v>
                </c:pt>
                <c:pt idx="903">
                  <c:v>44806</c:v>
                </c:pt>
                <c:pt idx="904">
                  <c:v>44805</c:v>
                </c:pt>
                <c:pt idx="905">
                  <c:v>44804</c:v>
                </c:pt>
                <c:pt idx="906">
                  <c:v>44803</c:v>
                </c:pt>
                <c:pt idx="907">
                  <c:v>44802</c:v>
                </c:pt>
                <c:pt idx="908">
                  <c:v>44799</c:v>
                </c:pt>
                <c:pt idx="909">
                  <c:v>44798</c:v>
                </c:pt>
                <c:pt idx="910">
                  <c:v>44797</c:v>
                </c:pt>
                <c:pt idx="911">
                  <c:v>44796</c:v>
                </c:pt>
                <c:pt idx="912">
                  <c:v>44795</c:v>
                </c:pt>
                <c:pt idx="913">
                  <c:v>44792</c:v>
                </c:pt>
                <c:pt idx="914">
                  <c:v>44791</c:v>
                </c:pt>
                <c:pt idx="915">
                  <c:v>44790</c:v>
                </c:pt>
                <c:pt idx="916">
                  <c:v>44789</c:v>
                </c:pt>
                <c:pt idx="917">
                  <c:v>44785</c:v>
                </c:pt>
                <c:pt idx="918">
                  <c:v>44784</c:v>
                </c:pt>
                <c:pt idx="919">
                  <c:v>44783</c:v>
                </c:pt>
                <c:pt idx="920">
                  <c:v>44782</c:v>
                </c:pt>
                <c:pt idx="921">
                  <c:v>44781</c:v>
                </c:pt>
                <c:pt idx="922">
                  <c:v>44778</c:v>
                </c:pt>
                <c:pt idx="923">
                  <c:v>44777</c:v>
                </c:pt>
                <c:pt idx="924">
                  <c:v>44776</c:v>
                </c:pt>
                <c:pt idx="925">
                  <c:v>44775</c:v>
                </c:pt>
                <c:pt idx="926">
                  <c:v>44774</c:v>
                </c:pt>
                <c:pt idx="927">
                  <c:v>44771</c:v>
                </c:pt>
                <c:pt idx="928">
                  <c:v>44770</c:v>
                </c:pt>
                <c:pt idx="929">
                  <c:v>44769</c:v>
                </c:pt>
                <c:pt idx="930">
                  <c:v>44768</c:v>
                </c:pt>
                <c:pt idx="931">
                  <c:v>44767</c:v>
                </c:pt>
                <c:pt idx="932">
                  <c:v>44764</c:v>
                </c:pt>
                <c:pt idx="933">
                  <c:v>44763</c:v>
                </c:pt>
                <c:pt idx="934">
                  <c:v>44762</c:v>
                </c:pt>
                <c:pt idx="935">
                  <c:v>44761</c:v>
                </c:pt>
                <c:pt idx="936">
                  <c:v>44760</c:v>
                </c:pt>
                <c:pt idx="937">
                  <c:v>44757</c:v>
                </c:pt>
                <c:pt idx="938">
                  <c:v>44756</c:v>
                </c:pt>
                <c:pt idx="939">
                  <c:v>44755</c:v>
                </c:pt>
                <c:pt idx="940">
                  <c:v>44754</c:v>
                </c:pt>
                <c:pt idx="941">
                  <c:v>44753</c:v>
                </c:pt>
                <c:pt idx="942">
                  <c:v>44750</c:v>
                </c:pt>
                <c:pt idx="943">
                  <c:v>44749</c:v>
                </c:pt>
                <c:pt idx="944">
                  <c:v>44748</c:v>
                </c:pt>
                <c:pt idx="945">
                  <c:v>44747</c:v>
                </c:pt>
                <c:pt idx="946">
                  <c:v>44746</c:v>
                </c:pt>
                <c:pt idx="947">
                  <c:v>44743</c:v>
                </c:pt>
                <c:pt idx="948">
                  <c:v>44742</c:v>
                </c:pt>
                <c:pt idx="949">
                  <c:v>44741</c:v>
                </c:pt>
                <c:pt idx="950">
                  <c:v>44740</c:v>
                </c:pt>
                <c:pt idx="951">
                  <c:v>44739</c:v>
                </c:pt>
                <c:pt idx="952">
                  <c:v>44736</c:v>
                </c:pt>
                <c:pt idx="953">
                  <c:v>44735</c:v>
                </c:pt>
                <c:pt idx="954">
                  <c:v>44734</c:v>
                </c:pt>
                <c:pt idx="955">
                  <c:v>44733</c:v>
                </c:pt>
                <c:pt idx="956">
                  <c:v>44732</c:v>
                </c:pt>
                <c:pt idx="957">
                  <c:v>44729</c:v>
                </c:pt>
                <c:pt idx="958">
                  <c:v>44728</c:v>
                </c:pt>
                <c:pt idx="959">
                  <c:v>44727</c:v>
                </c:pt>
                <c:pt idx="960">
                  <c:v>44726</c:v>
                </c:pt>
                <c:pt idx="961">
                  <c:v>44725</c:v>
                </c:pt>
                <c:pt idx="962">
                  <c:v>44722</c:v>
                </c:pt>
                <c:pt idx="963">
                  <c:v>44721</c:v>
                </c:pt>
                <c:pt idx="964">
                  <c:v>44720</c:v>
                </c:pt>
                <c:pt idx="965">
                  <c:v>44719</c:v>
                </c:pt>
                <c:pt idx="966">
                  <c:v>44715</c:v>
                </c:pt>
                <c:pt idx="967">
                  <c:v>44714</c:v>
                </c:pt>
                <c:pt idx="968">
                  <c:v>44712</c:v>
                </c:pt>
                <c:pt idx="969">
                  <c:v>44711</c:v>
                </c:pt>
                <c:pt idx="970">
                  <c:v>44708</c:v>
                </c:pt>
                <c:pt idx="971">
                  <c:v>44707</c:v>
                </c:pt>
                <c:pt idx="972">
                  <c:v>44706</c:v>
                </c:pt>
                <c:pt idx="973">
                  <c:v>44705</c:v>
                </c:pt>
                <c:pt idx="974">
                  <c:v>44704</c:v>
                </c:pt>
                <c:pt idx="975">
                  <c:v>44701</c:v>
                </c:pt>
                <c:pt idx="976">
                  <c:v>44700</c:v>
                </c:pt>
                <c:pt idx="977">
                  <c:v>44699</c:v>
                </c:pt>
                <c:pt idx="978">
                  <c:v>44698</c:v>
                </c:pt>
                <c:pt idx="979">
                  <c:v>44697</c:v>
                </c:pt>
                <c:pt idx="980">
                  <c:v>44694</c:v>
                </c:pt>
                <c:pt idx="981">
                  <c:v>44693</c:v>
                </c:pt>
                <c:pt idx="982">
                  <c:v>44692</c:v>
                </c:pt>
                <c:pt idx="983">
                  <c:v>44691</c:v>
                </c:pt>
                <c:pt idx="984">
                  <c:v>44690</c:v>
                </c:pt>
                <c:pt idx="985">
                  <c:v>44687</c:v>
                </c:pt>
                <c:pt idx="986">
                  <c:v>44685</c:v>
                </c:pt>
                <c:pt idx="987">
                  <c:v>44684</c:v>
                </c:pt>
                <c:pt idx="988">
                  <c:v>44683</c:v>
                </c:pt>
                <c:pt idx="989">
                  <c:v>44680</c:v>
                </c:pt>
                <c:pt idx="990">
                  <c:v>44679</c:v>
                </c:pt>
                <c:pt idx="991">
                  <c:v>44678</c:v>
                </c:pt>
                <c:pt idx="992">
                  <c:v>44677</c:v>
                </c:pt>
                <c:pt idx="993">
                  <c:v>44676</c:v>
                </c:pt>
                <c:pt idx="994">
                  <c:v>44673</c:v>
                </c:pt>
                <c:pt idx="995">
                  <c:v>44672</c:v>
                </c:pt>
                <c:pt idx="996">
                  <c:v>44671</c:v>
                </c:pt>
                <c:pt idx="997">
                  <c:v>44670</c:v>
                </c:pt>
                <c:pt idx="998">
                  <c:v>44669</c:v>
                </c:pt>
                <c:pt idx="999">
                  <c:v>44666</c:v>
                </c:pt>
                <c:pt idx="1000">
                  <c:v>44665</c:v>
                </c:pt>
                <c:pt idx="1001">
                  <c:v>44664</c:v>
                </c:pt>
                <c:pt idx="1002">
                  <c:v>44663</c:v>
                </c:pt>
                <c:pt idx="1003">
                  <c:v>44662</c:v>
                </c:pt>
                <c:pt idx="1004">
                  <c:v>44659</c:v>
                </c:pt>
                <c:pt idx="1005">
                  <c:v>44658</c:v>
                </c:pt>
                <c:pt idx="1006">
                  <c:v>44657</c:v>
                </c:pt>
                <c:pt idx="1007">
                  <c:v>44656</c:v>
                </c:pt>
                <c:pt idx="1008">
                  <c:v>44655</c:v>
                </c:pt>
                <c:pt idx="1009">
                  <c:v>44652</c:v>
                </c:pt>
                <c:pt idx="1010">
                  <c:v>44651</c:v>
                </c:pt>
                <c:pt idx="1011">
                  <c:v>44650</c:v>
                </c:pt>
                <c:pt idx="1012">
                  <c:v>44649</c:v>
                </c:pt>
                <c:pt idx="1013">
                  <c:v>44648</c:v>
                </c:pt>
                <c:pt idx="1014">
                  <c:v>44645</c:v>
                </c:pt>
                <c:pt idx="1015">
                  <c:v>44644</c:v>
                </c:pt>
                <c:pt idx="1016">
                  <c:v>44643</c:v>
                </c:pt>
                <c:pt idx="1017">
                  <c:v>44642</c:v>
                </c:pt>
                <c:pt idx="1018">
                  <c:v>44641</c:v>
                </c:pt>
                <c:pt idx="1019">
                  <c:v>44638</c:v>
                </c:pt>
                <c:pt idx="1020">
                  <c:v>44637</c:v>
                </c:pt>
                <c:pt idx="1021">
                  <c:v>44636</c:v>
                </c:pt>
                <c:pt idx="1022">
                  <c:v>44635</c:v>
                </c:pt>
                <c:pt idx="1023">
                  <c:v>44634</c:v>
                </c:pt>
                <c:pt idx="1024">
                  <c:v>44631</c:v>
                </c:pt>
                <c:pt idx="1025">
                  <c:v>44630</c:v>
                </c:pt>
                <c:pt idx="1026">
                  <c:v>44628</c:v>
                </c:pt>
                <c:pt idx="1027">
                  <c:v>44627</c:v>
                </c:pt>
                <c:pt idx="1028">
                  <c:v>44624</c:v>
                </c:pt>
                <c:pt idx="1029">
                  <c:v>44623</c:v>
                </c:pt>
                <c:pt idx="1030">
                  <c:v>44622</c:v>
                </c:pt>
                <c:pt idx="1031">
                  <c:v>44620</c:v>
                </c:pt>
                <c:pt idx="1032">
                  <c:v>44617</c:v>
                </c:pt>
                <c:pt idx="1033">
                  <c:v>44616</c:v>
                </c:pt>
                <c:pt idx="1034">
                  <c:v>44615</c:v>
                </c:pt>
                <c:pt idx="1035">
                  <c:v>44614</c:v>
                </c:pt>
                <c:pt idx="1036">
                  <c:v>44613</c:v>
                </c:pt>
                <c:pt idx="1037">
                  <c:v>44610</c:v>
                </c:pt>
                <c:pt idx="1038">
                  <c:v>44609</c:v>
                </c:pt>
                <c:pt idx="1039">
                  <c:v>44608</c:v>
                </c:pt>
                <c:pt idx="1040">
                  <c:v>44607</c:v>
                </c:pt>
                <c:pt idx="1041">
                  <c:v>44606</c:v>
                </c:pt>
                <c:pt idx="1042">
                  <c:v>44603</c:v>
                </c:pt>
                <c:pt idx="1043">
                  <c:v>44602</c:v>
                </c:pt>
                <c:pt idx="1044">
                  <c:v>44601</c:v>
                </c:pt>
                <c:pt idx="1045">
                  <c:v>44600</c:v>
                </c:pt>
                <c:pt idx="1046">
                  <c:v>44599</c:v>
                </c:pt>
                <c:pt idx="1047">
                  <c:v>44596</c:v>
                </c:pt>
                <c:pt idx="1048">
                  <c:v>44595</c:v>
                </c:pt>
                <c:pt idx="1049">
                  <c:v>44589</c:v>
                </c:pt>
                <c:pt idx="1050">
                  <c:v>44588</c:v>
                </c:pt>
                <c:pt idx="1051">
                  <c:v>44587</c:v>
                </c:pt>
                <c:pt idx="1052">
                  <c:v>44586</c:v>
                </c:pt>
                <c:pt idx="1053">
                  <c:v>44585</c:v>
                </c:pt>
                <c:pt idx="1054">
                  <c:v>44582</c:v>
                </c:pt>
                <c:pt idx="1055">
                  <c:v>44581</c:v>
                </c:pt>
                <c:pt idx="1056">
                  <c:v>44580</c:v>
                </c:pt>
                <c:pt idx="1057">
                  <c:v>44579</c:v>
                </c:pt>
                <c:pt idx="1058">
                  <c:v>44578</c:v>
                </c:pt>
                <c:pt idx="1059">
                  <c:v>44575</c:v>
                </c:pt>
                <c:pt idx="1060">
                  <c:v>44574</c:v>
                </c:pt>
                <c:pt idx="1061">
                  <c:v>44573</c:v>
                </c:pt>
                <c:pt idx="1062">
                  <c:v>44572</c:v>
                </c:pt>
                <c:pt idx="1063">
                  <c:v>44571</c:v>
                </c:pt>
                <c:pt idx="1064">
                  <c:v>44568</c:v>
                </c:pt>
                <c:pt idx="1065">
                  <c:v>44567</c:v>
                </c:pt>
                <c:pt idx="1066">
                  <c:v>44566</c:v>
                </c:pt>
                <c:pt idx="1067">
                  <c:v>44565</c:v>
                </c:pt>
                <c:pt idx="1068">
                  <c:v>44564</c:v>
                </c:pt>
                <c:pt idx="1069">
                  <c:v>44560</c:v>
                </c:pt>
                <c:pt idx="1070">
                  <c:v>44559</c:v>
                </c:pt>
                <c:pt idx="1071">
                  <c:v>44558</c:v>
                </c:pt>
                <c:pt idx="1072">
                  <c:v>44557</c:v>
                </c:pt>
                <c:pt idx="1073">
                  <c:v>44554</c:v>
                </c:pt>
                <c:pt idx="1074">
                  <c:v>44553</c:v>
                </c:pt>
                <c:pt idx="1075">
                  <c:v>44552</c:v>
                </c:pt>
                <c:pt idx="1076">
                  <c:v>44551</c:v>
                </c:pt>
                <c:pt idx="1077">
                  <c:v>44550</c:v>
                </c:pt>
                <c:pt idx="1078">
                  <c:v>44547</c:v>
                </c:pt>
                <c:pt idx="1079">
                  <c:v>44546</c:v>
                </c:pt>
                <c:pt idx="1080">
                  <c:v>44545</c:v>
                </c:pt>
                <c:pt idx="1081">
                  <c:v>44544</c:v>
                </c:pt>
                <c:pt idx="1082">
                  <c:v>44543</c:v>
                </c:pt>
                <c:pt idx="1083">
                  <c:v>44540</c:v>
                </c:pt>
                <c:pt idx="1084">
                  <c:v>44539</c:v>
                </c:pt>
                <c:pt idx="1085">
                  <c:v>44538</c:v>
                </c:pt>
                <c:pt idx="1086">
                  <c:v>44537</c:v>
                </c:pt>
                <c:pt idx="1087">
                  <c:v>44536</c:v>
                </c:pt>
                <c:pt idx="1088">
                  <c:v>44533</c:v>
                </c:pt>
                <c:pt idx="1089">
                  <c:v>44532</c:v>
                </c:pt>
                <c:pt idx="1090">
                  <c:v>44531</c:v>
                </c:pt>
                <c:pt idx="1091">
                  <c:v>44530</c:v>
                </c:pt>
                <c:pt idx="1092">
                  <c:v>44529</c:v>
                </c:pt>
                <c:pt idx="1093">
                  <c:v>44526</c:v>
                </c:pt>
                <c:pt idx="1094">
                  <c:v>44525</c:v>
                </c:pt>
                <c:pt idx="1095">
                  <c:v>44524</c:v>
                </c:pt>
                <c:pt idx="1096">
                  <c:v>44523</c:v>
                </c:pt>
                <c:pt idx="1097">
                  <c:v>44522</c:v>
                </c:pt>
                <c:pt idx="1098">
                  <c:v>44519</c:v>
                </c:pt>
                <c:pt idx="1099">
                  <c:v>44518</c:v>
                </c:pt>
                <c:pt idx="1100">
                  <c:v>44517</c:v>
                </c:pt>
                <c:pt idx="1101">
                  <c:v>44516</c:v>
                </c:pt>
                <c:pt idx="1102">
                  <c:v>44515</c:v>
                </c:pt>
                <c:pt idx="1103">
                  <c:v>44512</c:v>
                </c:pt>
                <c:pt idx="1104">
                  <c:v>44511</c:v>
                </c:pt>
                <c:pt idx="1105">
                  <c:v>44510</c:v>
                </c:pt>
                <c:pt idx="1106">
                  <c:v>44509</c:v>
                </c:pt>
                <c:pt idx="1107">
                  <c:v>44508</c:v>
                </c:pt>
                <c:pt idx="1108">
                  <c:v>44505</c:v>
                </c:pt>
                <c:pt idx="1109">
                  <c:v>44504</c:v>
                </c:pt>
                <c:pt idx="1110">
                  <c:v>44503</c:v>
                </c:pt>
                <c:pt idx="1111">
                  <c:v>44502</c:v>
                </c:pt>
                <c:pt idx="1112">
                  <c:v>44501</c:v>
                </c:pt>
                <c:pt idx="1113">
                  <c:v>44498</c:v>
                </c:pt>
                <c:pt idx="1114">
                  <c:v>44497</c:v>
                </c:pt>
                <c:pt idx="1115">
                  <c:v>44496</c:v>
                </c:pt>
                <c:pt idx="1116">
                  <c:v>44495</c:v>
                </c:pt>
                <c:pt idx="1117">
                  <c:v>44494</c:v>
                </c:pt>
                <c:pt idx="1118">
                  <c:v>44491</c:v>
                </c:pt>
                <c:pt idx="1119">
                  <c:v>44490</c:v>
                </c:pt>
                <c:pt idx="1120">
                  <c:v>44489</c:v>
                </c:pt>
                <c:pt idx="1121">
                  <c:v>44488</c:v>
                </c:pt>
                <c:pt idx="1122">
                  <c:v>44487</c:v>
                </c:pt>
                <c:pt idx="1123">
                  <c:v>44484</c:v>
                </c:pt>
                <c:pt idx="1124">
                  <c:v>44483</c:v>
                </c:pt>
                <c:pt idx="1125">
                  <c:v>44482</c:v>
                </c:pt>
                <c:pt idx="1126">
                  <c:v>44481</c:v>
                </c:pt>
                <c:pt idx="1127">
                  <c:v>44477</c:v>
                </c:pt>
                <c:pt idx="1128">
                  <c:v>44476</c:v>
                </c:pt>
                <c:pt idx="1129">
                  <c:v>44475</c:v>
                </c:pt>
                <c:pt idx="1130">
                  <c:v>44474</c:v>
                </c:pt>
                <c:pt idx="1131">
                  <c:v>44470</c:v>
                </c:pt>
                <c:pt idx="1132">
                  <c:v>44469</c:v>
                </c:pt>
                <c:pt idx="1133">
                  <c:v>44468</c:v>
                </c:pt>
                <c:pt idx="1134">
                  <c:v>44467</c:v>
                </c:pt>
                <c:pt idx="1135">
                  <c:v>44466</c:v>
                </c:pt>
                <c:pt idx="1136">
                  <c:v>44463</c:v>
                </c:pt>
                <c:pt idx="1137">
                  <c:v>44462</c:v>
                </c:pt>
                <c:pt idx="1138">
                  <c:v>44456</c:v>
                </c:pt>
                <c:pt idx="1139">
                  <c:v>44455</c:v>
                </c:pt>
                <c:pt idx="1140">
                  <c:v>44454</c:v>
                </c:pt>
                <c:pt idx="1141">
                  <c:v>44453</c:v>
                </c:pt>
                <c:pt idx="1142">
                  <c:v>44452</c:v>
                </c:pt>
                <c:pt idx="1143">
                  <c:v>44449</c:v>
                </c:pt>
                <c:pt idx="1144">
                  <c:v>44448</c:v>
                </c:pt>
                <c:pt idx="1145">
                  <c:v>44447</c:v>
                </c:pt>
                <c:pt idx="1146">
                  <c:v>44446</c:v>
                </c:pt>
                <c:pt idx="1147">
                  <c:v>44445</c:v>
                </c:pt>
                <c:pt idx="1148">
                  <c:v>44442</c:v>
                </c:pt>
                <c:pt idx="1149">
                  <c:v>44441</c:v>
                </c:pt>
                <c:pt idx="1150">
                  <c:v>44440</c:v>
                </c:pt>
                <c:pt idx="1151">
                  <c:v>44439</c:v>
                </c:pt>
                <c:pt idx="1152">
                  <c:v>44438</c:v>
                </c:pt>
                <c:pt idx="1153">
                  <c:v>44435</c:v>
                </c:pt>
                <c:pt idx="1154">
                  <c:v>44434</c:v>
                </c:pt>
                <c:pt idx="1155">
                  <c:v>44433</c:v>
                </c:pt>
                <c:pt idx="1156">
                  <c:v>44432</c:v>
                </c:pt>
                <c:pt idx="1157">
                  <c:v>44431</c:v>
                </c:pt>
                <c:pt idx="1158">
                  <c:v>44428</c:v>
                </c:pt>
                <c:pt idx="1159">
                  <c:v>44427</c:v>
                </c:pt>
                <c:pt idx="1160">
                  <c:v>44426</c:v>
                </c:pt>
                <c:pt idx="1161">
                  <c:v>44425</c:v>
                </c:pt>
                <c:pt idx="1162">
                  <c:v>44421</c:v>
                </c:pt>
                <c:pt idx="1163">
                  <c:v>44420</c:v>
                </c:pt>
                <c:pt idx="1164">
                  <c:v>44419</c:v>
                </c:pt>
                <c:pt idx="1165">
                  <c:v>44418</c:v>
                </c:pt>
                <c:pt idx="1166">
                  <c:v>44417</c:v>
                </c:pt>
                <c:pt idx="1167">
                  <c:v>44414</c:v>
                </c:pt>
                <c:pt idx="1168">
                  <c:v>44413</c:v>
                </c:pt>
                <c:pt idx="1169">
                  <c:v>44412</c:v>
                </c:pt>
                <c:pt idx="1170">
                  <c:v>44411</c:v>
                </c:pt>
                <c:pt idx="1171">
                  <c:v>44410</c:v>
                </c:pt>
                <c:pt idx="1172">
                  <c:v>44407</c:v>
                </c:pt>
                <c:pt idx="1173">
                  <c:v>44406</c:v>
                </c:pt>
                <c:pt idx="1174">
                  <c:v>44405</c:v>
                </c:pt>
                <c:pt idx="1175">
                  <c:v>44404</c:v>
                </c:pt>
                <c:pt idx="1176">
                  <c:v>44403</c:v>
                </c:pt>
                <c:pt idx="1177">
                  <c:v>44400</c:v>
                </c:pt>
                <c:pt idx="1178">
                  <c:v>44399</c:v>
                </c:pt>
                <c:pt idx="1179">
                  <c:v>44398</c:v>
                </c:pt>
                <c:pt idx="1180">
                  <c:v>44397</c:v>
                </c:pt>
                <c:pt idx="1181">
                  <c:v>44396</c:v>
                </c:pt>
                <c:pt idx="1182">
                  <c:v>44393</c:v>
                </c:pt>
                <c:pt idx="1183">
                  <c:v>44392</c:v>
                </c:pt>
                <c:pt idx="1184">
                  <c:v>44391</c:v>
                </c:pt>
                <c:pt idx="1185">
                  <c:v>44390</c:v>
                </c:pt>
                <c:pt idx="1186">
                  <c:v>44389</c:v>
                </c:pt>
                <c:pt idx="1187">
                  <c:v>44386</c:v>
                </c:pt>
                <c:pt idx="1188">
                  <c:v>44385</c:v>
                </c:pt>
                <c:pt idx="1189">
                  <c:v>44384</c:v>
                </c:pt>
                <c:pt idx="1190">
                  <c:v>44383</c:v>
                </c:pt>
                <c:pt idx="1191">
                  <c:v>44382</c:v>
                </c:pt>
                <c:pt idx="1192">
                  <c:v>44379</c:v>
                </c:pt>
                <c:pt idx="1193">
                  <c:v>44378</c:v>
                </c:pt>
                <c:pt idx="1194">
                  <c:v>44377</c:v>
                </c:pt>
                <c:pt idx="1195">
                  <c:v>44376</c:v>
                </c:pt>
                <c:pt idx="1196">
                  <c:v>44375</c:v>
                </c:pt>
                <c:pt idx="1197">
                  <c:v>44372</c:v>
                </c:pt>
                <c:pt idx="1198">
                  <c:v>44371</c:v>
                </c:pt>
                <c:pt idx="1199">
                  <c:v>44370</c:v>
                </c:pt>
                <c:pt idx="1200">
                  <c:v>44369</c:v>
                </c:pt>
                <c:pt idx="1201">
                  <c:v>44368</c:v>
                </c:pt>
                <c:pt idx="1202">
                  <c:v>44365</c:v>
                </c:pt>
                <c:pt idx="1203">
                  <c:v>44364</c:v>
                </c:pt>
                <c:pt idx="1204">
                  <c:v>44363</c:v>
                </c:pt>
                <c:pt idx="1205">
                  <c:v>44362</c:v>
                </c:pt>
                <c:pt idx="1206">
                  <c:v>44361</c:v>
                </c:pt>
                <c:pt idx="1207">
                  <c:v>44358</c:v>
                </c:pt>
                <c:pt idx="1208">
                  <c:v>44357</c:v>
                </c:pt>
                <c:pt idx="1209">
                  <c:v>44356</c:v>
                </c:pt>
                <c:pt idx="1210">
                  <c:v>44355</c:v>
                </c:pt>
                <c:pt idx="1211">
                  <c:v>44354</c:v>
                </c:pt>
                <c:pt idx="1212">
                  <c:v>44351</c:v>
                </c:pt>
                <c:pt idx="1213">
                  <c:v>44350</c:v>
                </c:pt>
                <c:pt idx="1214">
                  <c:v>44349</c:v>
                </c:pt>
                <c:pt idx="1215">
                  <c:v>44348</c:v>
                </c:pt>
                <c:pt idx="1216">
                  <c:v>44347</c:v>
                </c:pt>
                <c:pt idx="1217">
                  <c:v>44344</c:v>
                </c:pt>
                <c:pt idx="1218">
                  <c:v>44343</c:v>
                </c:pt>
                <c:pt idx="1219">
                  <c:v>44342</c:v>
                </c:pt>
                <c:pt idx="1220">
                  <c:v>44341</c:v>
                </c:pt>
                <c:pt idx="1221">
                  <c:v>44340</c:v>
                </c:pt>
                <c:pt idx="1222">
                  <c:v>44337</c:v>
                </c:pt>
                <c:pt idx="1223">
                  <c:v>44336</c:v>
                </c:pt>
                <c:pt idx="1224">
                  <c:v>44334</c:v>
                </c:pt>
              </c:numCache>
            </c:numRef>
          </c:cat>
          <c:val>
            <c:numRef>
              <c:f>Quanti!$B$15:$B$1239</c:f>
              <c:numCache>
                <c:formatCode>#,##0</c:formatCode>
                <c:ptCount val="1225"/>
                <c:pt idx="0">
                  <c:v>9900</c:v>
                </c:pt>
                <c:pt idx="1">
                  <c:v>9760</c:v>
                </c:pt>
                <c:pt idx="2">
                  <c:v>9940</c:v>
                </c:pt>
                <c:pt idx="3">
                  <c:v>10500</c:v>
                </c:pt>
                <c:pt idx="4">
                  <c:v>10650</c:v>
                </c:pt>
                <c:pt idx="5">
                  <c:v>10090</c:v>
                </c:pt>
                <c:pt idx="6">
                  <c:v>10400</c:v>
                </c:pt>
                <c:pt idx="7">
                  <c:v>10510</c:v>
                </c:pt>
                <c:pt idx="8">
                  <c:v>10350</c:v>
                </c:pt>
                <c:pt idx="9">
                  <c:v>10780</c:v>
                </c:pt>
                <c:pt idx="10">
                  <c:v>10940</c:v>
                </c:pt>
                <c:pt idx="11">
                  <c:v>10380</c:v>
                </c:pt>
                <c:pt idx="12">
                  <c:v>10430</c:v>
                </c:pt>
                <c:pt idx="13">
                  <c:v>10450</c:v>
                </c:pt>
                <c:pt idx="14">
                  <c:v>10790</c:v>
                </c:pt>
                <c:pt idx="15">
                  <c:v>10740</c:v>
                </c:pt>
                <c:pt idx="16">
                  <c:v>10740</c:v>
                </c:pt>
                <c:pt idx="17">
                  <c:v>11350</c:v>
                </c:pt>
                <c:pt idx="18">
                  <c:v>11560</c:v>
                </c:pt>
                <c:pt idx="19">
                  <c:v>11670</c:v>
                </c:pt>
                <c:pt idx="20">
                  <c:v>12000</c:v>
                </c:pt>
                <c:pt idx="21">
                  <c:v>11200</c:v>
                </c:pt>
                <c:pt idx="22">
                  <c:v>10050</c:v>
                </c:pt>
                <c:pt idx="23">
                  <c:v>10230</c:v>
                </c:pt>
                <c:pt idx="24">
                  <c:v>9880</c:v>
                </c:pt>
                <c:pt idx="25">
                  <c:v>9860</c:v>
                </c:pt>
                <c:pt idx="26">
                  <c:v>9590</c:v>
                </c:pt>
                <c:pt idx="27">
                  <c:v>9330</c:v>
                </c:pt>
                <c:pt idx="28">
                  <c:v>9070</c:v>
                </c:pt>
                <c:pt idx="29">
                  <c:v>9120</c:v>
                </c:pt>
                <c:pt idx="30">
                  <c:v>9460</c:v>
                </c:pt>
                <c:pt idx="31">
                  <c:v>9480</c:v>
                </c:pt>
                <c:pt idx="32">
                  <c:v>10350</c:v>
                </c:pt>
                <c:pt idx="33">
                  <c:v>9580</c:v>
                </c:pt>
                <c:pt idx="34">
                  <c:v>10040</c:v>
                </c:pt>
                <c:pt idx="35">
                  <c:v>10460</c:v>
                </c:pt>
                <c:pt idx="36">
                  <c:v>10480</c:v>
                </c:pt>
                <c:pt idx="37">
                  <c:v>10850</c:v>
                </c:pt>
                <c:pt idx="38">
                  <c:v>10700</c:v>
                </c:pt>
                <c:pt idx="39">
                  <c:v>11200</c:v>
                </c:pt>
                <c:pt idx="40">
                  <c:v>11560</c:v>
                </c:pt>
                <c:pt idx="41">
                  <c:v>10650</c:v>
                </c:pt>
                <c:pt idx="42">
                  <c:v>10990</c:v>
                </c:pt>
                <c:pt idx="43">
                  <c:v>10550</c:v>
                </c:pt>
                <c:pt idx="44">
                  <c:v>10850</c:v>
                </c:pt>
                <c:pt idx="45">
                  <c:v>11020</c:v>
                </c:pt>
                <c:pt idx="46">
                  <c:v>9920</c:v>
                </c:pt>
                <c:pt idx="47">
                  <c:v>10190</c:v>
                </c:pt>
                <c:pt idx="48">
                  <c:v>9010</c:v>
                </c:pt>
                <c:pt idx="49">
                  <c:v>8000</c:v>
                </c:pt>
                <c:pt idx="50">
                  <c:v>8590</c:v>
                </c:pt>
                <c:pt idx="51">
                  <c:v>8610</c:v>
                </c:pt>
                <c:pt idx="52">
                  <c:v>7910</c:v>
                </c:pt>
                <c:pt idx="53">
                  <c:v>9100</c:v>
                </c:pt>
                <c:pt idx="54">
                  <c:v>9830</c:v>
                </c:pt>
                <c:pt idx="55">
                  <c:v>9960</c:v>
                </c:pt>
                <c:pt idx="56">
                  <c:v>9910</c:v>
                </c:pt>
                <c:pt idx="57">
                  <c:v>10380</c:v>
                </c:pt>
                <c:pt idx="58">
                  <c:v>10570</c:v>
                </c:pt>
                <c:pt idx="59">
                  <c:v>10270</c:v>
                </c:pt>
                <c:pt idx="60">
                  <c:v>10730</c:v>
                </c:pt>
                <c:pt idx="61">
                  <c:v>10760</c:v>
                </c:pt>
                <c:pt idx="62">
                  <c:v>11670</c:v>
                </c:pt>
                <c:pt idx="63">
                  <c:v>10750</c:v>
                </c:pt>
                <c:pt idx="64">
                  <c:v>10940</c:v>
                </c:pt>
                <c:pt idx="65">
                  <c:v>10340</c:v>
                </c:pt>
                <c:pt idx="66">
                  <c:v>9450</c:v>
                </c:pt>
                <c:pt idx="67">
                  <c:v>9710</c:v>
                </c:pt>
                <c:pt idx="68">
                  <c:v>10050</c:v>
                </c:pt>
                <c:pt idx="69">
                  <c:v>10420</c:v>
                </c:pt>
                <c:pt idx="70">
                  <c:v>9290</c:v>
                </c:pt>
                <c:pt idx="71">
                  <c:v>9500</c:v>
                </c:pt>
                <c:pt idx="72">
                  <c:v>9520</c:v>
                </c:pt>
                <c:pt idx="73">
                  <c:v>9460</c:v>
                </c:pt>
                <c:pt idx="74">
                  <c:v>9420</c:v>
                </c:pt>
                <c:pt idx="75">
                  <c:v>9600</c:v>
                </c:pt>
                <c:pt idx="76">
                  <c:v>9330</c:v>
                </c:pt>
                <c:pt idx="77">
                  <c:v>9090</c:v>
                </c:pt>
                <c:pt idx="78">
                  <c:v>8810</c:v>
                </c:pt>
                <c:pt idx="79">
                  <c:v>9010</c:v>
                </c:pt>
                <c:pt idx="80">
                  <c:v>8970</c:v>
                </c:pt>
                <c:pt idx="81">
                  <c:v>9190</c:v>
                </c:pt>
                <c:pt idx="82">
                  <c:v>9450</c:v>
                </c:pt>
                <c:pt idx="83">
                  <c:v>9800</c:v>
                </c:pt>
                <c:pt idx="84">
                  <c:v>9980</c:v>
                </c:pt>
                <c:pt idx="85">
                  <c:v>10450</c:v>
                </c:pt>
                <c:pt idx="86">
                  <c:v>10600</c:v>
                </c:pt>
                <c:pt idx="87">
                  <c:v>10270</c:v>
                </c:pt>
                <c:pt idx="88">
                  <c:v>10630</c:v>
                </c:pt>
                <c:pt idx="89">
                  <c:v>11260</c:v>
                </c:pt>
                <c:pt idx="90">
                  <c:v>11300</c:v>
                </c:pt>
                <c:pt idx="91">
                  <c:v>10800</c:v>
                </c:pt>
                <c:pt idx="92">
                  <c:v>9830</c:v>
                </c:pt>
                <c:pt idx="93">
                  <c:v>9680</c:v>
                </c:pt>
                <c:pt idx="94">
                  <c:v>9590</c:v>
                </c:pt>
                <c:pt idx="95">
                  <c:v>9510</c:v>
                </c:pt>
                <c:pt idx="96">
                  <c:v>9390</c:v>
                </c:pt>
                <c:pt idx="97">
                  <c:v>9720</c:v>
                </c:pt>
                <c:pt idx="98">
                  <c:v>9960</c:v>
                </c:pt>
                <c:pt idx="99">
                  <c:v>10160</c:v>
                </c:pt>
                <c:pt idx="100">
                  <c:v>9430</c:v>
                </c:pt>
                <c:pt idx="101">
                  <c:v>9410</c:v>
                </c:pt>
                <c:pt idx="102">
                  <c:v>10000</c:v>
                </c:pt>
                <c:pt idx="103">
                  <c:v>10200</c:v>
                </c:pt>
                <c:pt idx="104">
                  <c:v>9880</c:v>
                </c:pt>
                <c:pt idx="105">
                  <c:v>9700</c:v>
                </c:pt>
                <c:pt idx="106">
                  <c:v>9000</c:v>
                </c:pt>
                <c:pt idx="107">
                  <c:v>9080</c:v>
                </c:pt>
                <c:pt idx="108">
                  <c:v>9120</c:v>
                </c:pt>
                <c:pt idx="109">
                  <c:v>9210</c:v>
                </c:pt>
                <c:pt idx="110">
                  <c:v>9620</c:v>
                </c:pt>
                <c:pt idx="111">
                  <c:v>9550</c:v>
                </c:pt>
                <c:pt idx="112">
                  <c:v>9400</c:v>
                </c:pt>
                <c:pt idx="113">
                  <c:v>9580</c:v>
                </c:pt>
                <c:pt idx="114">
                  <c:v>9640</c:v>
                </c:pt>
                <c:pt idx="115">
                  <c:v>9120</c:v>
                </c:pt>
                <c:pt idx="116">
                  <c:v>8330</c:v>
                </c:pt>
                <c:pt idx="117">
                  <c:v>8060</c:v>
                </c:pt>
                <c:pt idx="118">
                  <c:v>8200</c:v>
                </c:pt>
                <c:pt idx="119">
                  <c:v>8330</c:v>
                </c:pt>
                <c:pt idx="120">
                  <c:v>8950</c:v>
                </c:pt>
                <c:pt idx="121">
                  <c:v>8700</c:v>
                </c:pt>
                <c:pt idx="122">
                  <c:v>9340</c:v>
                </c:pt>
                <c:pt idx="123">
                  <c:v>9440</c:v>
                </c:pt>
                <c:pt idx="124">
                  <c:v>9620</c:v>
                </c:pt>
                <c:pt idx="125">
                  <c:v>9690</c:v>
                </c:pt>
                <c:pt idx="126">
                  <c:v>9580</c:v>
                </c:pt>
                <c:pt idx="127">
                  <c:v>9940</c:v>
                </c:pt>
                <c:pt idx="128">
                  <c:v>9360</c:v>
                </c:pt>
                <c:pt idx="129">
                  <c:v>9730</c:v>
                </c:pt>
                <c:pt idx="130">
                  <c:v>8960</c:v>
                </c:pt>
                <c:pt idx="131">
                  <c:v>9270</c:v>
                </c:pt>
                <c:pt idx="132">
                  <c:v>9040</c:v>
                </c:pt>
                <c:pt idx="133">
                  <c:v>8730</c:v>
                </c:pt>
                <c:pt idx="134">
                  <c:v>8570</c:v>
                </c:pt>
                <c:pt idx="135">
                  <c:v>9010</c:v>
                </c:pt>
                <c:pt idx="136">
                  <c:v>9040</c:v>
                </c:pt>
                <c:pt idx="137">
                  <c:v>9050</c:v>
                </c:pt>
                <c:pt idx="138">
                  <c:v>8850</c:v>
                </c:pt>
                <c:pt idx="139">
                  <c:v>9010</c:v>
                </c:pt>
                <c:pt idx="140">
                  <c:v>9140</c:v>
                </c:pt>
                <c:pt idx="141">
                  <c:v>9480</c:v>
                </c:pt>
                <c:pt idx="142">
                  <c:v>9360</c:v>
                </c:pt>
                <c:pt idx="143">
                  <c:v>9580</c:v>
                </c:pt>
                <c:pt idx="144">
                  <c:v>9900</c:v>
                </c:pt>
                <c:pt idx="145">
                  <c:v>10100</c:v>
                </c:pt>
                <c:pt idx="146">
                  <c:v>9820</c:v>
                </c:pt>
                <c:pt idx="147">
                  <c:v>10220</c:v>
                </c:pt>
                <c:pt idx="148">
                  <c:v>10730</c:v>
                </c:pt>
                <c:pt idx="149">
                  <c:v>11040</c:v>
                </c:pt>
                <c:pt idx="150">
                  <c:v>11340</c:v>
                </c:pt>
                <c:pt idx="151">
                  <c:v>11220</c:v>
                </c:pt>
                <c:pt idx="152">
                  <c:v>11090</c:v>
                </c:pt>
                <c:pt idx="153">
                  <c:v>10610</c:v>
                </c:pt>
                <c:pt idx="154">
                  <c:v>10930</c:v>
                </c:pt>
                <c:pt idx="155">
                  <c:v>11170</c:v>
                </c:pt>
                <c:pt idx="156">
                  <c:v>11280</c:v>
                </c:pt>
                <c:pt idx="157">
                  <c:v>11960</c:v>
                </c:pt>
                <c:pt idx="158">
                  <c:v>12640</c:v>
                </c:pt>
                <c:pt idx="159">
                  <c:v>11990</c:v>
                </c:pt>
                <c:pt idx="160">
                  <c:v>11980</c:v>
                </c:pt>
                <c:pt idx="161">
                  <c:v>12230</c:v>
                </c:pt>
                <c:pt idx="162">
                  <c:v>12470</c:v>
                </c:pt>
                <c:pt idx="163">
                  <c:v>12360</c:v>
                </c:pt>
                <c:pt idx="164">
                  <c:v>12630</c:v>
                </c:pt>
                <c:pt idx="165">
                  <c:v>12900</c:v>
                </c:pt>
                <c:pt idx="166">
                  <c:v>12920</c:v>
                </c:pt>
                <c:pt idx="167">
                  <c:v>13460</c:v>
                </c:pt>
                <c:pt idx="168">
                  <c:v>13250</c:v>
                </c:pt>
                <c:pt idx="169">
                  <c:v>13840</c:v>
                </c:pt>
                <c:pt idx="170">
                  <c:v>13470</c:v>
                </c:pt>
                <c:pt idx="171">
                  <c:v>11580</c:v>
                </c:pt>
                <c:pt idx="172">
                  <c:v>11820</c:v>
                </c:pt>
                <c:pt idx="173">
                  <c:v>11180</c:v>
                </c:pt>
                <c:pt idx="174">
                  <c:v>11800</c:v>
                </c:pt>
                <c:pt idx="175">
                  <c:v>11570</c:v>
                </c:pt>
                <c:pt idx="176">
                  <c:v>11500</c:v>
                </c:pt>
                <c:pt idx="177">
                  <c:v>10970</c:v>
                </c:pt>
                <c:pt idx="178">
                  <c:v>10100</c:v>
                </c:pt>
                <c:pt idx="179">
                  <c:v>10030</c:v>
                </c:pt>
                <c:pt idx="180">
                  <c:v>10230</c:v>
                </c:pt>
                <c:pt idx="181">
                  <c:v>10680</c:v>
                </c:pt>
                <c:pt idx="182">
                  <c:v>10430</c:v>
                </c:pt>
                <c:pt idx="183">
                  <c:v>9650</c:v>
                </c:pt>
                <c:pt idx="184">
                  <c:v>10170</c:v>
                </c:pt>
                <c:pt idx="185">
                  <c:v>9910</c:v>
                </c:pt>
                <c:pt idx="186">
                  <c:v>10260</c:v>
                </c:pt>
                <c:pt idx="187">
                  <c:v>9890</c:v>
                </c:pt>
                <c:pt idx="188">
                  <c:v>10300</c:v>
                </c:pt>
                <c:pt idx="189">
                  <c:v>10420</c:v>
                </c:pt>
                <c:pt idx="190">
                  <c:v>10880</c:v>
                </c:pt>
                <c:pt idx="191">
                  <c:v>10510</c:v>
                </c:pt>
                <c:pt idx="192">
                  <c:v>10880</c:v>
                </c:pt>
                <c:pt idx="193">
                  <c:v>11400</c:v>
                </c:pt>
                <c:pt idx="194">
                  <c:v>10810</c:v>
                </c:pt>
                <c:pt idx="195">
                  <c:v>10780</c:v>
                </c:pt>
                <c:pt idx="196">
                  <c:v>10780</c:v>
                </c:pt>
                <c:pt idx="197">
                  <c:v>11050</c:v>
                </c:pt>
                <c:pt idx="198">
                  <c:v>10550</c:v>
                </c:pt>
                <c:pt idx="199">
                  <c:v>11220</c:v>
                </c:pt>
                <c:pt idx="200">
                  <c:v>11630</c:v>
                </c:pt>
                <c:pt idx="201">
                  <c:v>12100</c:v>
                </c:pt>
                <c:pt idx="202">
                  <c:v>11350</c:v>
                </c:pt>
                <c:pt idx="203">
                  <c:v>10340</c:v>
                </c:pt>
                <c:pt idx="204">
                  <c:v>10720</c:v>
                </c:pt>
                <c:pt idx="205">
                  <c:v>9280</c:v>
                </c:pt>
                <c:pt idx="206">
                  <c:v>7140</c:v>
                </c:pt>
                <c:pt idx="207">
                  <c:v>7090</c:v>
                </c:pt>
                <c:pt idx="208">
                  <c:v>6660</c:v>
                </c:pt>
                <c:pt idx="209">
                  <c:v>6390</c:v>
                </c:pt>
                <c:pt idx="210">
                  <c:v>6410</c:v>
                </c:pt>
                <c:pt idx="211">
                  <c:v>7990</c:v>
                </c:pt>
                <c:pt idx="212">
                  <c:v>6880</c:v>
                </c:pt>
                <c:pt idx="213">
                  <c:v>6960</c:v>
                </c:pt>
                <c:pt idx="214">
                  <c:v>6800</c:v>
                </c:pt>
                <c:pt idx="215">
                  <c:v>6560</c:v>
                </c:pt>
                <c:pt idx="216">
                  <c:v>6570</c:v>
                </c:pt>
                <c:pt idx="217">
                  <c:v>6770</c:v>
                </c:pt>
                <c:pt idx="218">
                  <c:v>6910</c:v>
                </c:pt>
                <c:pt idx="219">
                  <c:v>6700</c:v>
                </c:pt>
                <c:pt idx="220">
                  <c:v>5900</c:v>
                </c:pt>
                <c:pt idx="221">
                  <c:v>5500</c:v>
                </c:pt>
                <c:pt idx="222">
                  <c:v>5700</c:v>
                </c:pt>
                <c:pt idx="223">
                  <c:v>5440</c:v>
                </c:pt>
                <c:pt idx="224">
                  <c:v>5430</c:v>
                </c:pt>
                <c:pt idx="225">
                  <c:v>5310</c:v>
                </c:pt>
                <c:pt idx="226">
                  <c:v>5220</c:v>
                </c:pt>
                <c:pt idx="227">
                  <c:v>5190</c:v>
                </c:pt>
                <c:pt idx="228">
                  <c:v>5400</c:v>
                </c:pt>
                <c:pt idx="229">
                  <c:v>5390</c:v>
                </c:pt>
                <c:pt idx="230">
                  <c:v>5400</c:v>
                </c:pt>
                <c:pt idx="231">
                  <c:v>5350</c:v>
                </c:pt>
                <c:pt idx="232">
                  <c:v>5310</c:v>
                </c:pt>
                <c:pt idx="233">
                  <c:v>5250</c:v>
                </c:pt>
                <c:pt idx="234">
                  <c:v>5210</c:v>
                </c:pt>
                <c:pt idx="235">
                  <c:v>5190</c:v>
                </c:pt>
                <c:pt idx="236">
                  <c:v>5250</c:v>
                </c:pt>
                <c:pt idx="237">
                  <c:v>5330</c:v>
                </c:pt>
                <c:pt idx="238">
                  <c:v>5290</c:v>
                </c:pt>
                <c:pt idx="239">
                  <c:v>5390</c:v>
                </c:pt>
                <c:pt idx="240">
                  <c:v>5680</c:v>
                </c:pt>
                <c:pt idx="241">
                  <c:v>6000</c:v>
                </c:pt>
                <c:pt idx="242">
                  <c:v>5900</c:v>
                </c:pt>
                <c:pt idx="243">
                  <c:v>5710</c:v>
                </c:pt>
                <c:pt idx="244">
                  <c:v>5700</c:v>
                </c:pt>
                <c:pt idx="245">
                  <c:v>5700</c:v>
                </c:pt>
                <c:pt idx="246">
                  <c:v>5830</c:v>
                </c:pt>
                <c:pt idx="247">
                  <c:v>5770</c:v>
                </c:pt>
                <c:pt idx="248">
                  <c:v>5700</c:v>
                </c:pt>
                <c:pt idx="249">
                  <c:v>5620</c:v>
                </c:pt>
                <c:pt idx="250">
                  <c:v>5650</c:v>
                </c:pt>
                <c:pt idx="251">
                  <c:v>5800</c:v>
                </c:pt>
                <c:pt idx="252">
                  <c:v>5530</c:v>
                </c:pt>
                <c:pt idx="253">
                  <c:v>5250</c:v>
                </c:pt>
                <c:pt idx="254">
                  <c:v>5280</c:v>
                </c:pt>
                <c:pt idx="255">
                  <c:v>5410</c:v>
                </c:pt>
                <c:pt idx="256">
                  <c:v>5340</c:v>
                </c:pt>
                <c:pt idx="257">
                  <c:v>5400</c:v>
                </c:pt>
                <c:pt idx="258">
                  <c:v>5280</c:v>
                </c:pt>
                <c:pt idx="259">
                  <c:v>5170</c:v>
                </c:pt>
                <c:pt idx="260">
                  <c:v>5110</c:v>
                </c:pt>
                <c:pt idx="261">
                  <c:v>5100</c:v>
                </c:pt>
                <c:pt idx="262">
                  <c:v>5290</c:v>
                </c:pt>
                <c:pt idx="263">
                  <c:v>5100</c:v>
                </c:pt>
                <c:pt idx="264">
                  <c:v>4995</c:v>
                </c:pt>
                <c:pt idx="265">
                  <c:v>4990</c:v>
                </c:pt>
                <c:pt idx="266">
                  <c:v>4905</c:v>
                </c:pt>
                <c:pt idx="267">
                  <c:v>4395</c:v>
                </c:pt>
                <c:pt idx="268">
                  <c:v>4245</c:v>
                </c:pt>
                <c:pt idx="269">
                  <c:v>3870</c:v>
                </c:pt>
                <c:pt idx="270">
                  <c:v>4105</c:v>
                </c:pt>
                <c:pt idx="271">
                  <c:v>4180</c:v>
                </c:pt>
                <c:pt idx="272">
                  <c:v>4520</c:v>
                </c:pt>
                <c:pt idx="273">
                  <c:v>4660</c:v>
                </c:pt>
                <c:pt idx="274">
                  <c:v>4555</c:v>
                </c:pt>
                <c:pt idx="275">
                  <c:v>4800</c:v>
                </c:pt>
                <c:pt idx="276">
                  <c:v>4800</c:v>
                </c:pt>
                <c:pt idx="277">
                  <c:v>4805</c:v>
                </c:pt>
                <c:pt idx="278">
                  <c:v>4955</c:v>
                </c:pt>
                <c:pt idx="279">
                  <c:v>5080</c:v>
                </c:pt>
                <c:pt idx="280">
                  <c:v>5010</c:v>
                </c:pt>
                <c:pt idx="281">
                  <c:v>5100</c:v>
                </c:pt>
                <c:pt idx="282">
                  <c:v>5300</c:v>
                </c:pt>
                <c:pt idx="283">
                  <c:v>5270</c:v>
                </c:pt>
                <c:pt idx="284">
                  <c:v>5270</c:v>
                </c:pt>
                <c:pt idx="285">
                  <c:v>5260</c:v>
                </c:pt>
                <c:pt idx="286">
                  <c:v>5310</c:v>
                </c:pt>
                <c:pt idx="287">
                  <c:v>5450</c:v>
                </c:pt>
                <c:pt idx="288">
                  <c:v>5250</c:v>
                </c:pt>
                <c:pt idx="289">
                  <c:v>5290</c:v>
                </c:pt>
                <c:pt idx="290">
                  <c:v>5160</c:v>
                </c:pt>
                <c:pt idx="291">
                  <c:v>5330</c:v>
                </c:pt>
                <c:pt idx="292">
                  <c:v>5410</c:v>
                </c:pt>
                <c:pt idx="293">
                  <c:v>5670</c:v>
                </c:pt>
                <c:pt idx="294">
                  <c:v>5880</c:v>
                </c:pt>
                <c:pt idx="295">
                  <c:v>5870</c:v>
                </c:pt>
                <c:pt idx="296">
                  <c:v>5730</c:v>
                </c:pt>
                <c:pt idx="297">
                  <c:v>5850</c:v>
                </c:pt>
                <c:pt idx="298">
                  <c:v>5990</c:v>
                </c:pt>
                <c:pt idx="299">
                  <c:v>5820</c:v>
                </c:pt>
                <c:pt idx="300">
                  <c:v>6010</c:v>
                </c:pt>
                <c:pt idx="301">
                  <c:v>5770</c:v>
                </c:pt>
                <c:pt idx="302">
                  <c:v>5850</c:v>
                </c:pt>
                <c:pt idx="303">
                  <c:v>5950</c:v>
                </c:pt>
                <c:pt idx="304">
                  <c:v>5960</c:v>
                </c:pt>
                <c:pt idx="305">
                  <c:v>6060</c:v>
                </c:pt>
                <c:pt idx="306">
                  <c:v>5800</c:v>
                </c:pt>
                <c:pt idx="307">
                  <c:v>5980</c:v>
                </c:pt>
                <c:pt idx="308">
                  <c:v>5960</c:v>
                </c:pt>
                <c:pt idx="309">
                  <c:v>6220</c:v>
                </c:pt>
                <c:pt idx="310">
                  <c:v>6130</c:v>
                </c:pt>
                <c:pt idx="311">
                  <c:v>5370</c:v>
                </c:pt>
                <c:pt idx="312">
                  <c:v>5440</c:v>
                </c:pt>
                <c:pt idx="313">
                  <c:v>5100</c:v>
                </c:pt>
                <c:pt idx="314">
                  <c:v>5020</c:v>
                </c:pt>
                <c:pt idx="315">
                  <c:v>4870</c:v>
                </c:pt>
                <c:pt idx="316">
                  <c:v>5010</c:v>
                </c:pt>
                <c:pt idx="317">
                  <c:v>5040</c:v>
                </c:pt>
                <c:pt idx="318">
                  <c:v>5380</c:v>
                </c:pt>
                <c:pt idx="319">
                  <c:v>5550</c:v>
                </c:pt>
                <c:pt idx="320">
                  <c:v>5540</c:v>
                </c:pt>
                <c:pt idx="321">
                  <c:v>5500</c:v>
                </c:pt>
                <c:pt idx="322">
                  <c:v>5560</c:v>
                </c:pt>
                <c:pt idx="323">
                  <c:v>5640</c:v>
                </c:pt>
                <c:pt idx="324">
                  <c:v>5580</c:v>
                </c:pt>
                <c:pt idx="325">
                  <c:v>5680</c:v>
                </c:pt>
                <c:pt idx="326">
                  <c:v>5580</c:v>
                </c:pt>
                <c:pt idx="327">
                  <c:v>5760</c:v>
                </c:pt>
                <c:pt idx="328">
                  <c:v>5380</c:v>
                </c:pt>
                <c:pt idx="329">
                  <c:v>5790</c:v>
                </c:pt>
                <c:pt idx="330">
                  <c:v>5220</c:v>
                </c:pt>
                <c:pt idx="331">
                  <c:v>5430</c:v>
                </c:pt>
                <c:pt idx="332">
                  <c:v>5470</c:v>
                </c:pt>
                <c:pt idx="333">
                  <c:v>5340</c:v>
                </c:pt>
                <c:pt idx="334">
                  <c:v>5280</c:v>
                </c:pt>
                <c:pt idx="335">
                  <c:v>5310</c:v>
                </c:pt>
                <c:pt idx="336">
                  <c:v>5070</c:v>
                </c:pt>
                <c:pt idx="337">
                  <c:v>5150</c:v>
                </c:pt>
                <c:pt idx="338">
                  <c:v>4755</c:v>
                </c:pt>
                <c:pt idx="339">
                  <c:v>4405</c:v>
                </c:pt>
                <c:pt idx="340">
                  <c:v>4735</c:v>
                </c:pt>
                <c:pt idx="341">
                  <c:v>4920</c:v>
                </c:pt>
                <c:pt idx="342">
                  <c:v>4850</c:v>
                </c:pt>
                <c:pt idx="343">
                  <c:v>4650</c:v>
                </c:pt>
                <c:pt idx="344">
                  <c:v>4595</c:v>
                </c:pt>
                <c:pt idx="345">
                  <c:v>4540</c:v>
                </c:pt>
                <c:pt idx="346">
                  <c:v>4385</c:v>
                </c:pt>
                <c:pt idx="347">
                  <c:v>4120</c:v>
                </c:pt>
                <c:pt idx="348">
                  <c:v>3835</c:v>
                </c:pt>
                <c:pt idx="349">
                  <c:v>4295</c:v>
                </c:pt>
                <c:pt idx="350">
                  <c:v>4395</c:v>
                </c:pt>
                <c:pt idx="351">
                  <c:v>4390</c:v>
                </c:pt>
                <c:pt idx="352">
                  <c:v>4480</c:v>
                </c:pt>
                <c:pt idx="353">
                  <c:v>4315</c:v>
                </c:pt>
                <c:pt idx="354">
                  <c:v>4215</c:v>
                </c:pt>
                <c:pt idx="355">
                  <c:v>4420</c:v>
                </c:pt>
                <c:pt idx="356">
                  <c:v>4600</c:v>
                </c:pt>
                <c:pt idx="357">
                  <c:v>4945</c:v>
                </c:pt>
                <c:pt idx="358">
                  <c:v>5260</c:v>
                </c:pt>
                <c:pt idx="359">
                  <c:v>5160</c:v>
                </c:pt>
                <c:pt idx="360">
                  <c:v>5360</c:v>
                </c:pt>
                <c:pt idx="361">
                  <c:v>4690</c:v>
                </c:pt>
                <c:pt idx="362">
                  <c:v>4400</c:v>
                </c:pt>
                <c:pt idx="363">
                  <c:v>4390</c:v>
                </c:pt>
                <c:pt idx="364">
                  <c:v>4635</c:v>
                </c:pt>
                <c:pt idx="365">
                  <c:v>4750</c:v>
                </c:pt>
                <c:pt idx="366">
                  <c:v>5080</c:v>
                </c:pt>
                <c:pt idx="367">
                  <c:v>5360</c:v>
                </c:pt>
                <c:pt idx="368">
                  <c:v>5430</c:v>
                </c:pt>
                <c:pt idx="369">
                  <c:v>5780</c:v>
                </c:pt>
                <c:pt idx="370">
                  <c:v>5860</c:v>
                </c:pt>
                <c:pt idx="371">
                  <c:v>5980</c:v>
                </c:pt>
                <c:pt idx="372">
                  <c:v>6230</c:v>
                </c:pt>
                <c:pt idx="373">
                  <c:v>6160</c:v>
                </c:pt>
                <c:pt idx="374">
                  <c:v>5920</c:v>
                </c:pt>
                <c:pt idx="375">
                  <c:v>5930</c:v>
                </c:pt>
                <c:pt idx="376">
                  <c:v>5500</c:v>
                </c:pt>
                <c:pt idx="377">
                  <c:v>5830</c:v>
                </c:pt>
                <c:pt idx="378">
                  <c:v>5660</c:v>
                </c:pt>
                <c:pt idx="379">
                  <c:v>5770</c:v>
                </c:pt>
                <c:pt idx="380">
                  <c:v>5970</c:v>
                </c:pt>
                <c:pt idx="381">
                  <c:v>6360</c:v>
                </c:pt>
                <c:pt idx="382">
                  <c:v>6490</c:v>
                </c:pt>
                <c:pt idx="383">
                  <c:v>6790</c:v>
                </c:pt>
                <c:pt idx="384">
                  <c:v>7080</c:v>
                </c:pt>
                <c:pt idx="385">
                  <c:v>7080</c:v>
                </c:pt>
                <c:pt idx="386">
                  <c:v>6850</c:v>
                </c:pt>
                <c:pt idx="387">
                  <c:v>6670</c:v>
                </c:pt>
                <c:pt idx="388">
                  <c:v>6120</c:v>
                </c:pt>
                <c:pt idx="389">
                  <c:v>6110</c:v>
                </c:pt>
                <c:pt idx="390">
                  <c:v>6140</c:v>
                </c:pt>
                <c:pt idx="391">
                  <c:v>6220</c:v>
                </c:pt>
                <c:pt idx="392">
                  <c:v>6250</c:v>
                </c:pt>
                <c:pt idx="393">
                  <c:v>5950</c:v>
                </c:pt>
                <c:pt idx="394">
                  <c:v>6020</c:v>
                </c:pt>
                <c:pt idx="395">
                  <c:v>6060</c:v>
                </c:pt>
                <c:pt idx="396">
                  <c:v>6340</c:v>
                </c:pt>
                <c:pt idx="397">
                  <c:v>6280</c:v>
                </c:pt>
                <c:pt idx="398">
                  <c:v>5960</c:v>
                </c:pt>
                <c:pt idx="399">
                  <c:v>5910</c:v>
                </c:pt>
                <c:pt idx="400">
                  <c:v>5850</c:v>
                </c:pt>
                <c:pt idx="401">
                  <c:v>5510</c:v>
                </c:pt>
                <c:pt idx="402">
                  <c:v>5510</c:v>
                </c:pt>
                <c:pt idx="403">
                  <c:v>5590</c:v>
                </c:pt>
                <c:pt idx="404">
                  <c:v>5590</c:v>
                </c:pt>
                <c:pt idx="405">
                  <c:v>5300</c:v>
                </c:pt>
                <c:pt idx="406">
                  <c:v>5510</c:v>
                </c:pt>
                <c:pt idx="407">
                  <c:v>5640</c:v>
                </c:pt>
                <c:pt idx="408">
                  <c:v>5400</c:v>
                </c:pt>
                <c:pt idx="409">
                  <c:v>5630</c:v>
                </c:pt>
                <c:pt idx="410">
                  <c:v>5910</c:v>
                </c:pt>
                <c:pt idx="411">
                  <c:v>6150</c:v>
                </c:pt>
                <c:pt idx="412">
                  <c:v>6490</c:v>
                </c:pt>
                <c:pt idx="413">
                  <c:v>6620</c:v>
                </c:pt>
                <c:pt idx="414">
                  <c:v>6410</c:v>
                </c:pt>
                <c:pt idx="415">
                  <c:v>6440</c:v>
                </c:pt>
                <c:pt idx="416">
                  <c:v>6610</c:v>
                </c:pt>
                <c:pt idx="417">
                  <c:v>6690</c:v>
                </c:pt>
                <c:pt idx="418">
                  <c:v>6780</c:v>
                </c:pt>
                <c:pt idx="419">
                  <c:v>6900</c:v>
                </c:pt>
                <c:pt idx="420">
                  <c:v>7080</c:v>
                </c:pt>
                <c:pt idx="421">
                  <c:v>7260</c:v>
                </c:pt>
                <c:pt idx="422">
                  <c:v>6780</c:v>
                </c:pt>
                <c:pt idx="423">
                  <c:v>7140</c:v>
                </c:pt>
                <c:pt idx="424">
                  <c:v>7190</c:v>
                </c:pt>
                <c:pt idx="425">
                  <c:v>7140</c:v>
                </c:pt>
                <c:pt idx="426">
                  <c:v>7420</c:v>
                </c:pt>
                <c:pt idx="427">
                  <c:v>7440</c:v>
                </c:pt>
                <c:pt idx="428">
                  <c:v>7270</c:v>
                </c:pt>
                <c:pt idx="429">
                  <c:v>7440</c:v>
                </c:pt>
                <c:pt idx="430">
                  <c:v>7170</c:v>
                </c:pt>
                <c:pt idx="431">
                  <c:v>6700</c:v>
                </c:pt>
                <c:pt idx="432">
                  <c:v>7840</c:v>
                </c:pt>
                <c:pt idx="433">
                  <c:v>8170</c:v>
                </c:pt>
                <c:pt idx="434">
                  <c:v>7890</c:v>
                </c:pt>
                <c:pt idx="435">
                  <c:v>7980</c:v>
                </c:pt>
                <c:pt idx="436">
                  <c:v>8200</c:v>
                </c:pt>
                <c:pt idx="437">
                  <c:v>8000</c:v>
                </c:pt>
                <c:pt idx="438">
                  <c:v>8020</c:v>
                </c:pt>
                <c:pt idx="439">
                  <c:v>8200</c:v>
                </c:pt>
                <c:pt idx="440">
                  <c:v>7920</c:v>
                </c:pt>
                <c:pt idx="441">
                  <c:v>8710</c:v>
                </c:pt>
                <c:pt idx="442">
                  <c:v>9010</c:v>
                </c:pt>
                <c:pt idx="443">
                  <c:v>8970</c:v>
                </c:pt>
                <c:pt idx="444">
                  <c:v>9110</c:v>
                </c:pt>
                <c:pt idx="445">
                  <c:v>9550</c:v>
                </c:pt>
                <c:pt idx="446">
                  <c:v>9350</c:v>
                </c:pt>
                <c:pt idx="447">
                  <c:v>9210</c:v>
                </c:pt>
                <c:pt idx="448">
                  <c:v>9420</c:v>
                </c:pt>
                <c:pt idx="449">
                  <c:v>9310</c:v>
                </c:pt>
                <c:pt idx="450">
                  <c:v>9580</c:v>
                </c:pt>
                <c:pt idx="451">
                  <c:v>9300</c:v>
                </c:pt>
                <c:pt idx="452">
                  <c:v>9130</c:v>
                </c:pt>
                <c:pt idx="453">
                  <c:v>9040</c:v>
                </c:pt>
                <c:pt idx="454">
                  <c:v>8800</c:v>
                </c:pt>
                <c:pt idx="455">
                  <c:v>9230</c:v>
                </c:pt>
                <c:pt idx="456">
                  <c:v>9380</c:v>
                </c:pt>
                <c:pt idx="457">
                  <c:v>9070</c:v>
                </c:pt>
                <c:pt idx="458">
                  <c:v>8710</c:v>
                </c:pt>
                <c:pt idx="459">
                  <c:v>8890</c:v>
                </c:pt>
                <c:pt idx="460">
                  <c:v>8730</c:v>
                </c:pt>
                <c:pt idx="461">
                  <c:v>8750</c:v>
                </c:pt>
                <c:pt idx="462">
                  <c:v>8800</c:v>
                </c:pt>
                <c:pt idx="463">
                  <c:v>9020</c:v>
                </c:pt>
                <c:pt idx="464">
                  <c:v>8990</c:v>
                </c:pt>
                <c:pt idx="465">
                  <c:v>9000</c:v>
                </c:pt>
                <c:pt idx="466">
                  <c:v>9120</c:v>
                </c:pt>
                <c:pt idx="467">
                  <c:v>9300</c:v>
                </c:pt>
                <c:pt idx="468">
                  <c:v>9300</c:v>
                </c:pt>
                <c:pt idx="469">
                  <c:v>9250</c:v>
                </c:pt>
                <c:pt idx="470">
                  <c:v>9180</c:v>
                </c:pt>
                <c:pt idx="471">
                  <c:v>9840</c:v>
                </c:pt>
                <c:pt idx="472">
                  <c:v>10060</c:v>
                </c:pt>
                <c:pt idx="473">
                  <c:v>9600</c:v>
                </c:pt>
                <c:pt idx="474">
                  <c:v>9480</c:v>
                </c:pt>
                <c:pt idx="475">
                  <c:v>10200</c:v>
                </c:pt>
                <c:pt idx="476">
                  <c:v>10090</c:v>
                </c:pt>
                <c:pt idx="477">
                  <c:v>10150</c:v>
                </c:pt>
                <c:pt idx="478">
                  <c:v>10240</c:v>
                </c:pt>
                <c:pt idx="479">
                  <c:v>10210</c:v>
                </c:pt>
                <c:pt idx="480">
                  <c:v>10640</c:v>
                </c:pt>
                <c:pt idx="481">
                  <c:v>10510</c:v>
                </c:pt>
                <c:pt idx="482">
                  <c:v>10760</c:v>
                </c:pt>
                <c:pt idx="483">
                  <c:v>11130</c:v>
                </c:pt>
                <c:pt idx="484">
                  <c:v>10800</c:v>
                </c:pt>
                <c:pt idx="485">
                  <c:v>10670</c:v>
                </c:pt>
                <c:pt idx="486">
                  <c:v>10180</c:v>
                </c:pt>
                <c:pt idx="487">
                  <c:v>10350</c:v>
                </c:pt>
                <c:pt idx="488">
                  <c:v>10100</c:v>
                </c:pt>
                <c:pt idx="489">
                  <c:v>9890</c:v>
                </c:pt>
                <c:pt idx="490">
                  <c:v>8370</c:v>
                </c:pt>
                <c:pt idx="491">
                  <c:v>8480</c:v>
                </c:pt>
                <c:pt idx="492">
                  <c:v>8700</c:v>
                </c:pt>
                <c:pt idx="493">
                  <c:v>8810</c:v>
                </c:pt>
                <c:pt idx="494">
                  <c:v>8600</c:v>
                </c:pt>
                <c:pt idx="495">
                  <c:v>8680</c:v>
                </c:pt>
                <c:pt idx="496">
                  <c:v>8620</c:v>
                </c:pt>
                <c:pt idx="497">
                  <c:v>8530</c:v>
                </c:pt>
                <c:pt idx="498">
                  <c:v>8500</c:v>
                </c:pt>
                <c:pt idx="499">
                  <c:v>8580</c:v>
                </c:pt>
                <c:pt idx="500">
                  <c:v>8600</c:v>
                </c:pt>
                <c:pt idx="501">
                  <c:v>8270</c:v>
                </c:pt>
                <c:pt idx="502">
                  <c:v>8440</c:v>
                </c:pt>
                <c:pt idx="503">
                  <c:v>8040</c:v>
                </c:pt>
                <c:pt idx="504">
                  <c:v>8000</c:v>
                </c:pt>
                <c:pt idx="505">
                  <c:v>7820</c:v>
                </c:pt>
                <c:pt idx="506">
                  <c:v>7740</c:v>
                </c:pt>
                <c:pt idx="507">
                  <c:v>7970</c:v>
                </c:pt>
                <c:pt idx="508">
                  <c:v>8290</c:v>
                </c:pt>
                <c:pt idx="509">
                  <c:v>8250</c:v>
                </c:pt>
                <c:pt idx="510">
                  <c:v>8170</c:v>
                </c:pt>
                <c:pt idx="511">
                  <c:v>8280</c:v>
                </c:pt>
                <c:pt idx="512">
                  <c:v>8770</c:v>
                </c:pt>
                <c:pt idx="513">
                  <c:v>8870</c:v>
                </c:pt>
                <c:pt idx="514">
                  <c:v>8600</c:v>
                </c:pt>
                <c:pt idx="515">
                  <c:v>8830</c:v>
                </c:pt>
                <c:pt idx="516">
                  <c:v>8870</c:v>
                </c:pt>
                <c:pt idx="517">
                  <c:v>8800</c:v>
                </c:pt>
                <c:pt idx="518">
                  <c:v>8990</c:v>
                </c:pt>
                <c:pt idx="519">
                  <c:v>9090</c:v>
                </c:pt>
                <c:pt idx="520">
                  <c:v>8840</c:v>
                </c:pt>
                <c:pt idx="521">
                  <c:v>8930</c:v>
                </c:pt>
                <c:pt idx="522">
                  <c:v>8890</c:v>
                </c:pt>
                <c:pt idx="523">
                  <c:v>8980</c:v>
                </c:pt>
                <c:pt idx="524">
                  <c:v>9180</c:v>
                </c:pt>
                <c:pt idx="525">
                  <c:v>9290</c:v>
                </c:pt>
                <c:pt idx="526">
                  <c:v>9280</c:v>
                </c:pt>
                <c:pt idx="527">
                  <c:v>9290</c:v>
                </c:pt>
                <c:pt idx="528">
                  <c:v>9480</c:v>
                </c:pt>
                <c:pt idx="529">
                  <c:v>9680</c:v>
                </c:pt>
                <c:pt idx="530">
                  <c:v>9340</c:v>
                </c:pt>
                <c:pt idx="531">
                  <c:v>9480</c:v>
                </c:pt>
                <c:pt idx="532">
                  <c:v>9340</c:v>
                </c:pt>
                <c:pt idx="533">
                  <c:v>8920</c:v>
                </c:pt>
                <c:pt idx="534">
                  <c:v>9070</c:v>
                </c:pt>
                <c:pt idx="535">
                  <c:v>9250</c:v>
                </c:pt>
                <c:pt idx="536">
                  <c:v>9160</c:v>
                </c:pt>
                <c:pt idx="537">
                  <c:v>9130</c:v>
                </c:pt>
                <c:pt idx="538">
                  <c:v>9100</c:v>
                </c:pt>
                <c:pt idx="539">
                  <c:v>9010</c:v>
                </c:pt>
                <c:pt idx="540">
                  <c:v>9210</c:v>
                </c:pt>
                <c:pt idx="541">
                  <c:v>9260</c:v>
                </c:pt>
                <c:pt idx="542">
                  <c:v>9140</c:v>
                </c:pt>
                <c:pt idx="543">
                  <c:v>9220</c:v>
                </c:pt>
                <c:pt idx="544">
                  <c:v>9410</c:v>
                </c:pt>
                <c:pt idx="545">
                  <c:v>9560</c:v>
                </c:pt>
                <c:pt idx="546">
                  <c:v>10210</c:v>
                </c:pt>
                <c:pt idx="547">
                  <c:v>9930</c:v>
                </c:pt>
                <c:pt idx="548">
                  <c:v>9790</c:v>
                </c:pt>
                <c:pt idx="549">
                  <c:v>9890</c:v>
                </c:pt>
                <c:pt idx="550">
                  <c:v>9820</c:v>
                </c:pt>
                <c:pt idx="551">
                  <c:v>8480</c:v>
                </c:pt>
                <c:pt idx="552">
                  <c:v>8690</c:v>
                </c:pt>
                <c:pt idx="553">
                  <c:v>8800</c:v>
                </c:pt>
                <c:pt idx="554">
                  <c:v>8650</c:v>
                </c:pt>
                <c:pt idx="555">
                  <c:v>8520</c:v>
                </c:pt>
                <c:pt idx="556">
                  <c:v>8800</c:v>
                </c:pt>
                <c:pt idx="557">
                  <c:v>9410</c:v>
                </c:pt>
                <c:pt idx="558">
                  <c:v>9600</c:v>
                </c:pt>
                <c:pt idx="559">
                  <c:v>10440</c:v>
                </c:pt>
                <c:pt idx="560">
                  <c:v>10590</c:v>
                </c:pt>
                <c:pt idx="561">
                  <c:v>10700</c:v>
                </c:pt>
                <c:pt idx="562">
                  <c:v>9190</c:v>
                </c:pt>
                <c:pt idx="563">
                  <c:v>9180</c:v>
                </c:pt>
                <c:pt idx="564">
                  <c:v>8890</c:v>
                </c:pt>
                <c:pt idx="565">
                  <c:v>8640</c:v>
                </c:pt>
                <c:pt idx="566">
                  <c:v>8450</c:v>
                </c:pt>
                <c:pt idx="567">
                  <c:v>8740</c:v>
                </c:pt>
                <c:pt idx="568">
                  <c:v>8910</c:v>
                </c:pt>
                <c:pt idx="569">
                  <c:v>8840</c:v>
                </c:pt>
                <c:pt idx="570">
                  <c:v>9050</c:v>
                </c:pt>
                <c:pt idx="571">
                  <c:v>9030</c:v>
                </c:pt>
                <c:pt idx="572">
                  <c:v>9200</c:v>
                </c:pt>
                <c:pt idx="573">
                  <c:v>9100</c:v>
                </c:pt>
                <c:pt idx="574">
                  <c:v>9150</c:v>
                </c:pt>
                <c:pt idx="575">
                  <c:v>9280</c:v>
                </c:pt>
                <c:pt idx="576">
                  <c:v>9290</c:v>
                </c:pt>
                <c:pt idx="577">
                  <c:v>9250</c:v>
                </c:pt>
                <c:pt idx="578">
                  <c:v>9010</c:v>
                </c:pt>
                <c:pt idx="579">
                  <c:v>9100</c:v>
                </c:pt>
                <c:pt idx="580">
                  <c:v>8500</c:v>
                </c:pt>
                <c:pt idx="581">
                  <c:v>8640</c:v>
                </c:pt>
                <c:pt idx="582">
                  <c:v>8170</c:v>
                </c:pt>
                <c:pt idx="583">
                  <c:v>8240</c:v>
                </c:pt>
                <c:pt idx="584">
                  <c:v>8400</c:v>
                </c:pt>
                <c:pt idx="585">
                  <c:v>8420</c:v>
                </c:pt>
                <c:pt idx="586">
                  <c:v>8290</c:v>
                </c:pt>
                <c:pt idx="587">
                  <c:v>8470</c:v>
                </c:pt>
                <c:pt idx="588">
                  <c:v>8190</c:v>
                </c:pt>
                <c:pt idx="589">
                  <c:v>8380</c:v>
                </c:pt>
                <c:pt idx="590">
                  <c:v>8220</c:v>
                </c:pt>
                <c:pt idx="591">
                  <c:v>7850</c:v>
                </c:pt>
                <c:pt idx="592">
                  <c:v>7800</c:v>
                </c:pt>
                <c:pt idx="593">
                  <c:v>7950</c:v>
                </c:pt>
                <c:pt idx="594">
                  <c:v>7650</c:v>
                </c:pt>
                <c:pt idx="595">
                  <c:v>7830</c:v>
                </c:pt>
                <c:pt idx="596">
                  <c:v>8020</c:v>
                </c:pt>
                <c:pt idx="597">
                  <c:v>8120</c:v>
                </c:pt>
                <c:pt idx="598">
                  <c:v>8200</c:v>
                </c:pt>
                <c:pt idx="599">
                  <c:v>8100</c:v>
                </c:pt>
                <c:pt idx="600">
                  <c:v>8040</c:v>
                </c:pt>
                <c:pt idx="601">
                  <c:v>8280</c:v>
                </c:pt>
                <c:pt idx="602">
                  <c:v>8400</c:v>
                </c:pt>
                <c:pt idx="603">
                  <c:v>8400</c:v>
                </c:pt>
                <c:pt idx="604">
                  <c:v>8580</c:v>
                </c:pt>
                <c:pt idx="605">
                  <c:v>8090</c:v>
                </c:pt>
                <c:pt idx="606">
                  <c:v>7940</c:v>
                </c:pt>
                <c:pt idx="607">
                  <c:v>8170</c:v>
                </c:pt>
                <c:pt idx="608">
                  <c:v>8100</c:v>
                </c:pt>
                <c:pt idx="609">
                  <c:v>8120</c:v>
                </c:pt>
                <c:pt idx="610">
                  <c:v>7680</c:v>
                </c:pt>
                <c:pt idx="611">
                  <c:v>7950</c:v>
                </c:pt>
                <c:pt idx="612">
                  <c:v>7860</c:v>
                </c:pt>
                <c:pt idx="613">
                  <c:v>7550</c:v>
                </c:pt>
                <c:pt idx="614">
                  <c:v>8180</c:v>
                </c:pt>
                <c:pt idx="615">
                  <c:v>8650</c:v>
                </c:pt>
                <c:pt idx="616">
                  <c:v>8840</c:v>
                </c:pt>
                <c:pt idx="617">
                  <c:v>8560</c:v>
                </c:pt>
                <c:pt idx="618">
                  <c:v>7910</c:v>
                </c:pt>
                <c:pt idx="619">
                  <c:v>8060</c:v>
                </c:pt>
                <c:pt idx="620">
                  <c:v>8170</c:v>
                </c:pt>
                <c:pt idx="621">
                  <c:v>8340</c:v>
                </c:pt>
                <c:pt idx="622">
                  <c:v>8400</c:v>
                </c:pt>
                <c:pt idx="623">
                  <c:v>8500</c:v>
                </c:pt>
                <c:pt idx="624">
                  <c:v>8460</c:v>
                </c:pt>
                <c:pt idx="625">
                  <c:v>8200</c:v>
                </c:pt>
                <c:pt idx="626">
                  <c:v>8190</c:v>
                </c:pt>
                <c:pt idx="627">
                  <c:v>8210</c:v>
                </c:pt>
                <c:pt idx="628">
                  <c:v>7920</c:v>
                </c:pt>
                <c:pt idx="629">
                  <c:v>8430</c:v>
                </c:pt>
                <c:pt idx="630">
                  <c:v>7590</c:v>
                </c:pt>
                <c:pt idx="631">
                  <c:v>7590</c:v>
                </c:pt>
                <c:pt idx="632">
                  <c:v>7690</c:v>
                </c:pt>
                <c:pt idx="633">
                  <c:v>7140</c:v>
                </c:pt>
                <c:pt idx="634">
                  <c:v>6910</c:v>
                </c:pt>
                <c:pt idx="635">
                  <c:v>7000</c:v>
                </c:pt>
                <c:pt idx="636">
                  <c:v>7000</c:v>
                </c:pt>
                <c:pt idx="637">
                  <c:v>7410</c:v>
                </c:pt>
                <c:pt idx="638">
                  <c:v>7660</c:v>
                </c:pt>
                <c:pt idx="639">
                  <c:v>7730</c:v>
                </c:pt>
                <c:pt idx="640">
                  <c:v>7590</c:v>
                </c:pt>
                <c:pt idx="641">
                  <c:v>7620</c:v>
                </c:pt>
                <c:pt idx="642">
                  <c:v>7840</c:v>
                </c:pt>
                <c:pt idx="643">
                  <c:v>8180</c:v>
                </c:pt>
                <c:pt idx="644">
                  <c:v>8040</c:v>
                </c:pt>
                <c:pt idx="645">
                  <c:v>7820</c:v>
                </c:pt>
                <c:pt idx="646">
                  <c:v>7920</c:v>
                </c:pt>
                <c:pt idx="647">
                  <c:v>7540</c:v>
                </c:pt>
                <c:pt idx="648">
                  <c:v>8060</c:v>
                </c:pt>
                <c:pt idx="649">
                  <c:v>8330</c:v>
                </c:pt>
                <c:pt idx="650">
                  <c:v>8340</c:v>
                </c:pt>
                <c:pt idx="651">
                  <c:v>8350</c:v>
                </c:pt>
                <c:pt idx="652">
                  <c:v>8290</c:v>
                </c:pt>
                <c:pt idx="653">
                  <c:v>8260</c:v>
                </c:pt>
                <c:pt idx="654">
                  <c:v>8210</c:v>
                </c:pt>
                <c:pt idx="655">
                  <c:v>8210</c:v>
                </c:pt>
                <c:pt idx="656">
                  <c:v>8290</c:v>
                </c:pt>
                <c:pt idx="657">
                  <c:v>7900</c:v>
                </c:pt>
                <c:pt idx="658">
                  <c:v>7630</c:v>
                </c:pt>
                <c:pt idx="659">
                  <c:v>7430</c:v>
                </c:pt>
                <c:pt idx="660">
                  <c:v>7390</c:v>
                </c:pt>
                <c:pt idx="661">
                  <c:v>7410</c:v>
                </c:pt>
                <c:pt idx="662">
                  <c:v>7450</c:v>
                </c:pt>
                <c:pt idx="663">
                  <c:v>7420</c:v>
                </c:pt>
                <c:pt idx="664">
                  <c:v>7550</c:v>
                </c:pt>
                <c:pt idx="665">
                  <c:v>7780</c:v>
                </c:pt>
                <c:pt idx="666">
                  <c:v>7840</c:v>
                </c:pt>
                <c:pt idx="667">
                  <c:v>8060</c:v>
                </c:pt>
                <c:pt idx="668">
                  <c:v>7890</c:v>
                </c:pt>
                <c:pt idx="669">
                  <c:v>8320</c:v>
                </c:pt>
                <c:pt idx="670">
                  <c:v>8320</c:v>
                </c:pt>
                <c:pt idx="671">
                  <c:v>7970</c:v>
                </c:pt>
                <c:pt idx="672">
                  <c:v>8130</c:v>
                </c:pt>
                <c:pt idx="673">
                  <c:v>8220</c:v>
                </c:pt>
                <c:pt idx="674">
                  <c:v>8230</c:v>
                </c:pt>
                <c:pt idx="675">
                  <c:v>8300</c:v>
                </c:pt>
                <c:pt idx="676">
                  <c:v>8020</c:v>
                </c:pt>
                <c:pt idx="677">
                  <c:v>8250</c:v>
                </c:pt>
                <c:pt idx="678">
                  <c:v>8670</c:v>
                </c:pt>
                <c:pt idx="679">
                  <c:v>7870</c:v>
                </c:pt>
                <c:pt idx="680">
                  <c:v>7700</c:v>
                </c:pt>
                <c:pt idx="681">
                  <c:v>7880</c:v>
                </c:pt>
                <c:pt idx="682">
                  <c:v>7780</c:v>
                </c:pt>
                <c:pt idx="683">
                  <c:v>8000</c:v>
                </c:pt>
                <c:pt idx="684">
                  <c:v>8270</c:v>
                </c:pt>
                <c:pt idx="685">
                  <c:v>8460</c:v>
                </c:pt>
                <c:pt idx="686">
                  <c:v>8500</c:v>
                </c:pt>
                <c:pt idx="687">
                  <c:v>8710</c:v>
                </c:pt>
                <c:pt idx="688">
                  <c:v>8570</c:v>
                </c:pt>
                <c:pt idx="689">
                  <c:v>8050</c:v>
                </c:pt>
                <c:pt idx="690">
                  <c:v>8090</c:v>
                </c:pt>
                <c:pt idx="691">
                  <c:v>8280</c:v>
                </c:pt>
                <c:pt idx="692">
                  <c:v>8400</c:v>
                </c:pt>
                <c:pt idx="693">
                  <c:v>8290</c:v>
                </c:pt>
                <c:pt idx="694">
                  <c:v>8390</c:v>
                </c:pt>
                <c:pt idx="695">
                  <c:v>8780</c:v>
                </c:pt>
                <c:pt idx="696">
                  <c:v>9200</c:v>
                </c:pt>
                <c:pt idx="697">
                  <c:v>9340</c:v>
                </c:pt>
                <c:pt idx="698">
                  <c:v>9390</c:v>
                </c:pt>
                <c:pt idx="699">
                  <c:v>9300</c:v>
                </c:pt>
                <c:pt idx="700">
                  <c:v>8880</c:v>
                </c:pt>
                <c:pt idx="701">
                  <c:v>9100</c:v>
                </c:pt>
                <c:pt idx="702">
                  <c:v>9000</c:v>
                </c:pt>
                <c:pt idx="703">
                  <c:v>9160</c:v>
                </c:pt>
                <c:pt idx="704">
                  <c:v>9160</c:v>
                </c:pt>
                <c:pt idx="705">
                  <c:v>9080</c:v>
                </c:pt>
                <c:pt idx="706">
                  <c:v>9170</c:v>
                </c:pt>
                <c:pt idx="707">
                  <c:v>9180</c:v>
                </c:pt>
                <c:pt idx="708">
                  <c:v>9420</c:v>
                </c:pt>
                <c:pt idx="709">
                  <c:v>9600</c:v>
                </c:pt>
                <c:pt idx="710">
                  <c:v>9860</c:v>
                </c:pt>
                <c:pt idx="711">
                  <c:v>9700</c:v>
                </c:pt>
                <c:pt idx="712">
                  <c:v>9870</c:v>
                </c:pt>
                <c:pt idx="713">
                  <c:v>10090</c:v>
                </c:pt>
                <c:pt idx="714">
                  <c:v>10000</c:v>
                </c:pt>
                <c:pt idx="715">
                  <c:v>10040</c:v>
                </c:pt>
                <c:pt idx="716">
                  <c:v>10090</c:v>
                </c:pt>
                <c:pt idx="717">
                  <c:v>10040</c:v>
                </c:pt>
                <c:pt idx="718">
                  <c:v>10290</c:v>
                </c:pt>
                <c:pt idx="719">
                  <c:v>10150</c:v>
                </c:pt>
                <c:pt idx="720">
                  <c:v>10050</c:v>
                </c:pt>
                <c:pt idx="721">
                  <c:v>9980</c:v>
                </c:pt>
                <c:pt idx="722">
                  <c:v>10230</c:v>
                </c:pt>
                <c:pt idx="723">
                  <c:v>10040</c:v>
                </c:pt>
                <c:pt idx="724">
                  <c:v>9980</c:v>
                </c:pt>
                <c:pt idx="725">
                  <c:v>10100</c:v>
                </c:pt>
                <c:pt idx="726">
                  <c:v>10180</c:v>
                </c:pt>
                <c:pt idx="727">
                  <c:v>10220</c:v>
                </c:pt>
                <c:pt idx="728">
                  <c:v>10330</c:v>
                </c:pt>
                <c:pt idx="729">
                  <c:v>10970</c:v>
                </c:pt>
                <c:pt idx="730">
                  <c:v>10760</c:v>
                </c:pt>
                <c:pt idx="731">
                  <c:v>10940</c:v>
                </c:pt>
                <c:pt idx="732">
                  <c:v>10000</c:v>
                </c:pt>
                <c:pt idx="733">
                  <c:v>10080</c:v>
                </c:pt>
                <c:pt idx="734">
                  <c:v>10020</c:v>
                </c:pt>
                <c:pt idx="735">
                  <c:v>10120</c:v>
                </c:pt>
                <c:pt idx="736">
                  <c:v>10370</c:v>
                </c:pt>
                <c:pt idx="737">
                  <c:v>10530</c:v>
                </c:pt>
                <c:pt idx="738">
                  <c:v>10370</c:v>
                </c:pt>
                <c:pt idx="739">
                  <c:v>10110</c:v>
                </c:pt>
                <c:pt idx="740">
                  <c:v>10090</c:v>
                </c:pt>
                <c:pt idx="741">
                  <c:v>9940</c:v>
                </c:pt>
                <c:pt idx="742">
                  <c:v>10120</c:v>
                </c:pt>
                <c:pt idx="743">
                  <c:v>10360</c:v>
                </c:pt>
                <c:pt idx="744">
                  <c:v>10220</c:v>
                </c:pt>
                <c:pt idx="745">
                  <c:v>10170</c:v>
                </c:pt>
                <c:pt idx="746">
                  <c:v>10000</c:v>
                </c:pt>
                <c:pt idx="747">
                  <c:v>10380</c:v>
                </c:pt>
                <c:pt idx="748">
                  <c:v>11670</c:v>
                </c:pt>
                <c:pt idx="749">
                  <c:v>11170</c:v>
                </c:pt>
                <c:pt idx="750">
                  <c:v>10300</c:v>
                </c:pt>
                <c:pt idx="751">
                  <c:v>9960</c:v>
                </c:pt>
                <c:pt idx="752">
                  <c:v>10220</c:v>
                </c:pt>
                <c:pt idx="753">
                  <c:v>10010</c:v>
                </c:pt>
                <c:pt idx="754">
                  <c:v>10050</c:v>
                </c:pt>
                <c:pt idx="755">
                  <c:v>10060</c:v>
                </c:pt>
                <c:pt idx="756">
                  <c:v>10450</c:v>
                </c:pt>
                <c:pt idx="757">
                  <c:v>10250</c:v>
                </c:pt>
                <c:pt idx="758">
                  <c:v>10200</c:v>
                </c:pt>
                <c:pt idx="759">
                  <c:v>10130</c:v>
                </c:pt>
                <c:pt idx="760">
                  <c:v>10090</c:v>
                </c:pt>
                <c:pt idx="761">
                  <c:v>10000</c:v>
                </c:pt>
                <c:pt idx="762">
                  <c:v>10400</c:v>
                </c:pt>
                <c:pt idx="763">
                  <c:v>10380</c:v>
                </c:pt>
                <c:pt idx="764">
                  <c:v>9740</c:v>
                </c:pt>
                <c:pt idx="765">
                  <c:v>8520</c:v>
                </c:pt>
                <c:pt idx="766">
                  <c:v>8500</c:v>
                </c:pt>
                <c:pt idx="767">
                  <c:v>8380</c:v>
                </c:pt>
                <c:pt idx="768">
                  <c:v>8480</c:v>
                </c:pt>
                <c:pt idx="769">
                  <c:v>8010</c:v>
                </c:pt>
                <c:pt idx="770">
                  <c:v>8210</c:v>
                </c:pt>
                <c:pt idx="771">
                  <c:v>8000</c:v>
                </c:pt>
                <c:pt idx="772">
                  <c:v>7380</c:v>
                </c:pt>
                <c:pt idx="773">
                  <c:v>7590</c:v>
                </c:pt>
                <c:pt idx="774">
                  <c:v>7440</c:v>
                </c:pt>
                <c:pt idx="775">
                  <c:v>7720</c:v>
                </c:pt>
                <c:pt idx="776">
                  <c:v>8000</c:v>
                </c:pt>
                <c:pt idx="777">
                  <c:v>8570</c:v>
                </c:pt>
                <c:pt idx="778">
                  <c:v>8240</c:v>
                </c:pt>
                <c:pt idx="779">
                  <c:v>8440</c:v>
                </c:pt>
                <c:pt idx="780">
                  <c:v>8110</c:v>
                </c:pt>
                <c:pt idx="781">
                  <c:v>8250</c:v>
                </c:pt>
                <c:pt idx="782">
                  <c:v>8220</c:v>
                </c:pt>
                <c:pt idx="783">
                  <c:v>8070</c:v>
                </c:pt>
                <c:pt idx="784">
                  <c:v>8100</c:v>
                </c:pt>
                <c:pt idx="785">
                  <c:v>8120</c:v>
                </c:pt>
                <c:pt idx="786">
                  <c:v>8360</c:v>
                </c:pt>
                <c:pt idx="787">
                  <c:v>8430</c:v>
                </c:pt>
                <c:pt idx="788">
                  <c:v>8380</c:v>
                </c:pt>
                <c:pt idx="789">
                  <c:v>8130</c:v>
                </c:pt>
                <c:pt idx="790">
                  <c:v>7900</c:v>
                </c:pt>
                <c:pt idx="791">
                  <c:v>7990</c:v>
                </c:pt>
                <c:pt idx="792">
                  <c:v>7420</c:v>
                </c:pt>
                <c:pt idx="793">
                  <c:v>7660</c:v>
                </c:pt>
                <c:pt idx="794">
                  <c:v>7320</c:v>
                </c:pt>
                <c:pt idx="795">
                  <c:v>7860</c:v>
                </c:pt>
                <c:pt idx="796">
                  <c:v>8030</c:v>
                </c:pt>
                <c:pt idx="797">
                  <c:v>8070</c:v>
                </c:pt>
                <c:pt idx="798">
                  <c:v>7700</c:v>
                </c:pt>
                <c:pt idx="799">
                  <c:v>7320</c:v>
                </c:pt>
                <c:pt idx="800">
                  <c:v>7450</c:v>
                </c:pt>
                <c:pt idx="801">
                  <c:v>7460</c:v>
                </c:pt>
                <c:pt idx="802">
                  <c:v>7600</c:v>
                </c:pt>
                <c:pt idx="803">
                  <c:v>7700</c:v>
                </c:pt>
                <c:pt idx="804">
                  <c:v>7650</c:v>
                </c:pt>
                <c:pt idx="805">
                  <c:v>7630</c:v>
                </c:pt>
                <c:pt idx="806">
                  <c:v>7670</c:v>
                </c:pt>
                <c:pt idx="807">
                  <c:v>7490</c:v>
                </c:pt>
                <c:pt idx="808">
                  <c:v>7270</c:v>
                </c:pt>
                <c:pt idx="809">
                  <c:v>7330</c:v>
                </c:pt>
                <c:pt idx="810">
                  <c:v>7270</c:v>
                </c:pt>
                <c:pt idx="811">
                  <c:v>7200</c:v>
                </c:pt>
                <c:pt idx="812">
                  <c:v>7130</c:v>
                </c:pt>
                <c:pt idx="813">
                  <c:v>6990</c:v>
                </c:pt>
                <c:pt idx="814">
                  <c:v>6880</c:v>
                </c:pt>
                <c:pt idx="815">
                  <c:v>6770</c:v>
                </c:pt>
                <c:pt idx="816">
                  <c:v>6740</c:v>
                </c:pt>
                <c:pt idx="817">
                  <c:v>6810</c:v>
                </c:pt>
                <c:pt idx="818">
                  <c:v>6770</c:v>
                </c:pt>
                <c:pt idx="819">
                  <c:v>6500</c:v>
                </c:pt>
                <c:pt idx="820">
                  <c:v>6470</c:v>
                </c:pt>
                <c:pt idx="821">
                  <c:v>6180</c:v>
                </c:pt>
                <c:pt idx="822">
                  <c:v>6190</c:v>
                </c:pt>
                <c:pt idx="823">
                  <c:v>6160</c:v>
                </c:pt>
                <c:pt idx="824">
                  <c:v>6360</c:v>
                </c:pt>
                <c:pt idx="825">
                  <c:v>6420</c:v>
                </c:pt>
                <c:pt idx="826">
                  <c:v>6660</c:v>
                </c:pt>
                <c:pt idx="827">
                  <c:v>6400</c:v>
                </c:pt>
                <c:pt idx="828">
                  <c:v>6610</c:v>
                </c:pt>
                <c:pt idx="829">
                  <c:v>6710</c:v>
                </c:pt>
                <c:pt idx="830">
                  <c:v>6690</c:v>
                </c:pt>
                <c:pt idx="831">
                  <c:v>6850</c:v>
                </c:pt>
                <c:pt idx="832">
                  <c:v>7000</c:v>
                </c:pt>
                <c:pt idx="833">
                  <c:v>7010</c:v>
                </c:pt>
                <c:pt idx="834">
                  <c:v>7040</c:v>
                </c:pt>
                <c:pt idx="835">
                  <c:v>7030</c:v>
                </c:pt>
                <c:pt idx="836">
                  <c:v>7190</c:v>
                </c:pt>
                <c:pt idx="837">
                  <c:v>7300</c:v>
                </c:pt>
                <c:pt idx="838">
                  <c:v>7150</c:v>
                </c:pt>
                <c:pt idx="839">
                  <c:v>7200</c:v>
                </c:pt>
                <c:pt idx="840">
                  <c:v>7300</c:v>
                </c:pt>
                <c:pt idx="841">
                  <c:v>7360</c:v>
                </c:pt>
                <c:pt idx="842">
                  <c:v>7370</c:v>
                </c:pt>
                <c:pt idx="843">
                  <c:v>7450</c:v>
                </c:pt>
                <c:pt idx="844">
                  <c:v>7320</c:v>
                </c:pt>
                <c:pt idx="845">
                  <c:v>7100</c:v>
                </c:pt>
                <c:pt idx="846">
                  <c:v>7190</c:v>
                </c:pt>
                <c:pt idx="847">
                  <c:v>7380</c:v>
                </c:pt>
                <c:pt idx="848">
                  <c:v>7400</c:v>
                </c:pt>
                <c:pt idx="849">
                  <c:v>6920</c:v>
                </c:pt>
                <c:pt idx="850">
                  <c:v>6730</c:v>
                </c:pt>
                <c:pt idx="851">
                  <c:v>6650</c:v>
                </c:pt>
                <c:pt idx="852">
                  <c:v>6740</c:v>
                </c:pt>
                <c:pt idx="853">
                  <c:v>6880</c:v>
                </c:pt>
                <c:pt idx="854">
                  <c:v>7230</c:v>
                </c:pt>
                <c:pt idx="855">
                  <c:v>7390</c:v>
                </c:pt>
                <c:pt idx="856">
                  <c:v>7000</c:v>
                </c:pt>
                <c:pt idx="857">
                  <c:v>6960</c:v>
                </c:pt>
                <c:pt idx="858">
                  <c:v>6760</c:v>
                </c:pt>
                <c:pt idx="859">
                  <c:v>6960</c:v>
                </c:pt>
                <c:pt idx="860">
                  <c:v>7000</c:v>
                </c:pt>
                <c:pt idx="861">
                  <c:v>6850</c:v>
                </c:pt>
                <c:pt idx="862">
                  <c:v>6800</c:v>
                </c:pt>
                <c:pt idx="863">
                  <c:v>7090</c:v>
                </c:pt>
                <c:pt idx="864">
                  <c:v>7110</c:v>
                </c:pt>
                <c:pt idx="865">
                  <c:v>7290</c:v>
                </c:pt>
                <c:pt idx="866">
                  <c:v>7570</c:v>
                </c:pt>
                <c:pt idx="867">
                  <c:v>7730</c:v>
                </c:pt>
                <c:pt idx="868">
                  <c:v>7520</c:v>
                </c:pt>
                <c:pt idx="869">
                  <c:v>7590</c:v>
                </c:pt>
                <c:pt idx="870">
                  <c:v>8560</c:v>
                </c:pt>
                <c:pt idx="871">
                  <c:v>8380</c:v>
                </c:pt>
                <c:pt idx="872">
                  <c:v>8450</c:v>
                </c:pt>
                <c:pt idx="873">
                  <c:v>8700</c:v>
                </c:pt>
                <c:pt idx="874">
                  <c:v>8030</c:v>
                </c:pt>
                <c:pt idx="875">
                  <c:v>8120</c:v>
                </c:pt>
                <c:pt idx="876">
                  <c:v>8390</c:v>
                </c:pt>
                <c:pt idx="877">
                  <c:v>8410</c:v>
                </c:pt>
                <c:pt idx="878">
                  <c:v>8460</c:v>
                </c:pt>
                <c:pt idx="879">
                  <c:v>9100</c:v>
                </c:pt>
                <c:pt idx="880">
                  <c:v>8680</c:v>
                </c:pt>
                <c:pt idx="881">
                  <c:v>11100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B2A-405A-9111-D785F5FB9D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5552607"/>
        <c:axId val="1538127439"/>
      </c:lineChart>
      <c:dateAx>
        <c:axId val="1525552607"/>
        <c:scaling>
          <c:orientation val="minMax"/>
        </c:scaling>
        <c:delete val="0"/>
        <c:axPos val="b"/>
        <c:numFmt formatCode="yy/m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1538127439"/>
        <c:crosses val="autoZero"/>
        <c:auto val="1"/>
        <c:lblOffset val="100"/>
        <c:baseTimeUnit val="days"/>
      </c:dateAx>
      <c:valAx>
        <c:axId val="1538127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#,##0" sourceLinked="1"/>
        <c:majorTickMark val="out"/>
        <c:minorTickMark val="none"/>
        <c:tickLblPos val="nextTo"/>
        <c:spPr>
          <a:noFill/>
          <a:ln w="952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1525552607"/>
        <c:crosses val="autoZero"/>
        <c:crossBetween val="between"/>
      </c:valAx>
      <c:valAx>
        <c:axId val="1454737696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1882139040"/>
        <c:crosses val="max"/>
        <c:crossBetween val="between"/>
      </c:valAx>
      <c:dateAx>
        <c:axId val="18821390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454737696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7.0138858724787007E-2"/>
          <c:y val="1.4144879653804628E-2"/>
          <c:w val="0.19775285841138582"/>
          <c:h val="5.4222781186285395E-2"/>
        </c:manualLayout>
      </c:layout>
      <c:overlay val="0"/>
      <c:spPr>
        <a:solidFill>
          <a:sysClr val="window" lastClr="FFFFFF">
            <a:alpha val="90000"/>
          </a:sys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+mn-ea"/>
          <a:ea typeface="+mn-ea"/>
        </a:defRPr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67B00CCA-C391-461B-BD48-44366F1729BE}" type="datetimeFigureOut">
              <a:rPr lang="ko-KR" altLang="en-US" smtClean="0"/>
              <a:t>2026. 5. 25.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0AFDC3F8-BF79-4F1D-9468-D2EECD735C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445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8C3F6823-256E-4161-92B7-4538516D4569}" type="datetimeFigureOut">
              <a:rPr lang="ko-KR" altLang="en-US" smtClean="0"/>
              <a:t>2026. 5. 25.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D29523AA-97AD-43C3-B23D-A74E2F93A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4248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274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BE0D-1011-931C-1CF7-8CB8AA92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BABB6E-502C-F3E7-AF2A-1BBBE0C0E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56BF9C-D897-23AE-7710-C1F03B015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2076A-525A-934E-BE0F-6F48EAA94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55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90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BE0D-1011-931C-1CF7-8CB8AA92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BABB6E-502C-F3E7-AF2A-1BBBE0C0E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56BF9C-D897-23AE-7710-C1F03B015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2076A-525A-934E-BE0F-6F48EAA94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7975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0" y="3065814"/>
            <a:ext cx="9906000" cy="2684524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27384" y="2803407"/>
            <a:ext cx="9878616" cy="444263"/>
          </a:xfrm>
          <a:prstGeom prst="rect">
            <a:avLst/>
          </a:prstGeom>
          <a:pattFill prst="dkVert">
            <a:fgClr>
              <a:schemeClr val="accent3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2928" y="3357463"/>
            <a:ext cx="2088232" cy="529275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4202" y="0"/>
            <a:ext cx="9906000" cy="68580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1873485" y="836712"/>
            <a:ext cx="60824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1873485" y="2364990"/>
            <a:ext cx="60824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sp>
        <p:nvSpPr>
          <p:cNvPr id="22" name="제목 21"/>
          <p:cNvSpPr>
            <a:spLocks noGrp="1"/>
          </p:cNvSpPr>
          <p:nvPr>
            <p:ph type="title"/>
          </p:nvPr>
        </p:nvSpPr>
        <p:spPr>
          <a:xfrm>
            <a:off x="2316307" y="939697"/>
            <a:ext cx="5196840" cy="577081"/>
          </a:xfrm>
          <a:noFill/>
        </p:spPr>
        <p:txBody>
          <a:bodyPr wrap="square" rtlCol="0">
            <a:spAutoFit/>
          </a:bodyPr>
          <a:lstStyle>
            <a:lvl1pPr>
              <a:defRPr lang="ko-KR" altLang="en-US" sz="3500">
                <a:solidFill>
                  <a:schemeClr val="accent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</a:lstStyle>
          <a:p>
            <a:pPr marL="0" lvl="0" algn="ctr"/>
            <a:r>
              <a:rPr lang="ko-KR" altLang="en-US" dirty="0"/>
              <a:t>마스터 제목 스타일 편집</a:t>
            </a:r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0" hasCustomPrompt="1"/>
          </p:nvPr>
        </p:nvSpPr>
        <p:spPr>
          <a:xfrm>
            <a:off x="3322319" y="1563956"/>
            <a:ext cx="2956863" cy="341632"/>
          </a:xfrm>
        </p:spPr>
        <p:txBody>
          <a:bodyPr wrap="square">
            <a:spAutoFit/>
          </a:bodyPr>
          <a:lstStyle>
            <a:lvl1pPr marL="0" indent="0">
              <a:buNone/>
              <a:defRPr lang="ko-KR" altLang="en-US" sz="1800" b="1" dirty="0">
                <a:latin typeface="+mn-ea"/>
              </a:defRPr>
            </a:lvl1pPr>
          </a:lstStyle>
          <a:p>
            <a:pPr marL="0" lvl="0" algn="ctr"/>
            <a:r>
              <a:rPr lang="ko-KR" altLang="en-US" b="1" dirty="0">
                <a:latin typeface="+mn-ea"/>
              </a:rPr>
              <a:t>마스터 부제목 스타일 편집</a:t>
            </a:r>
          </a:p>
        </p:txBody>
      </p:sp>
      <p:sp>
        <p:nvSpPr>
          <p:cNvPr id="36" name="텍스트 개체 틀 35"/>
          <p:cNvSpPr>
            <a:spLocks noGrp="1"/>
          </p:cNvSpPr>
          <p:nvPr>
            <p:ph type="body" sz="quarter" idx="11" hasCustomPrompt="1"/>
          </p:nvPr>
        </p:nvSpPr>
        <p:spPr>
          <a:xfrm>
            <a:off x="6614161" y="2007008"/>
            <a:ext cx="1165859" cy="280496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algn="r"/>
            <a:r>
              <a:rPr lang="en-US" altLang="ko-KR" sz="15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March 2019</a:t>
            </a:r>
            <a:endParaRPr lang="ko-KR" altLang="en-US" sz="1500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부제목 7"/>
          <p:cNvSpPr txBox="1">
            <a:spLocks/>
          </p:cNvSpPr>
          <p:nvPr userDrawn="1"/>
        </p:nvSpPr>
        <p:spPr>
          <a:xfrm>
            <a:off x="646189" y="6002266"/>
            <a:ext cx="8708826" cy="5939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rtl="0"/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본 자료는 판매자와 상품 이해를 돕기 위해 작성된 것으로 판매회사의 사내용으로만 이용될 수 있으며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어떠한 경우에도 투자결과에 대한 법적 책임소재의 증빙자료로 사용될 수 없습니다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. 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본 자료에 수록된 내용은 신뢰할 만한 자료나 정보로부터 얻어진 것이나 당사는 그 정확성이나 완전성에 대한 보장을 하지 아니하며 과거의 운용실적이 미래의 </a:t>
            </a:r>
            <a:r>
              <a:rPr kumimoji="0" lang="ko-KR" altLang="en-US" sz="800" b="1" i="0" strike="noStrike" kern="1200" cap="none" spc="0" normalizeH="0" baseline="0" noProof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수익를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보장하는 것은 아닙니다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. </a:t>
            </a:r>
            <a:r>
              <a:rPr lang="en-US" altLang="ko-KR" sz="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+mn-ea"/>
              </a:rPr>
              <a:t> 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본 자료에 포함된 모든 정보는 당사의 승인 없이 복제되어 유통될 수 없습니다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. 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위에서 표시한 과거수익률∙ 예상수익률∙ 목표수익률 및 시뮬레이션 성과 등은 보장수익률을 의미하지 않으며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 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과거의 수익률이 미래의 수익률을 보장하지 아니합니다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또한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 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위에서 표시한 전략은 예시이며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 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운용 과정에서 해당 전략 등은 달리 적용될 수도 있습니다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endParaRPr kumimoji="0" lang="ko-KR" altLang="en-US" sz="800" b="1" i="0" strike="noStrike" kern="1200" cap="none" spc="0" normalizeH="0" baseline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br>
              <a:rPr lang="ko-KR" altLang="en-US" sz="800" dirty="0"/>
            </a:br>
            <a:endParaRPr kumimoji="0" lang="ko-KR" altLang="en-US" sz="800" b="1" i="0" strike="noStrike" kern="1200" cap="none" spc="0" normalizeH="0" baseline="0" noProof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36159" y="3454508"/>
            <a:ext cx="5655038" cy="2303087"/>
            <a:chOff x="136159" y="3447251"/>
            <a:chExt cx="5655038" cy="2303087"/>
          </a:xfrm>
        </p:grpSpPr>
        <p:sp>
          <p:nvSpPr>
            <p:cNvPr id="20" name="이등변 삼각형 19"/>
            <p:cNvSpPr/>
            <p:nvPr userDrawn="1"/>
          </p:nvSpPr>
          <p:spPr>
            <a:xfrm>
              <a:off x="632520" y="3683318"/>
              <a:ext cx="4792185" cy="2056515"/>
            </a:xfrm>
            <a:prstGeom prst="triangle">
              <a:avLst>
                <a:gd name="adj" fmla="val 84855"/>
              </a:avLst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이등변 삼각형 22"/>
            <p:cNvSpPr/>
            <p:nvPr userDrawn="1"/>
          </p:nvSpPr>
          <p:spPr>
            <a:xfrm>
              <a:off x="443069" y="3447251"/>
              <a:ext cx="5348128" cy="2303087"/>
            </a:xfrm>
            <a:prstGeom prst="triangle">
              <a:avLst>
                <a:gd name="adj" fmla="val 30005"/>
              </a:avLst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23"/>
            <p:cNvSpPr/>
            <p:nvPr userDrawn="1"/>
          </p:nvSpPr>
          <p:spPr>
            <a:xfrm>
              <a:off x="136159" y="3974913"/>
              <a:ext cx="4966635" cy="1775425"/>
            </a:xfrm>
            <a:prstGeom prst="triangle">
              <a:avLst>
                <a:gd name="adj" fmla="val 20568"/>
              </a:avLst>
            </a:pr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684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02" y="0"/>
            <a:ext cx="9906000" cy="68580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맑은 고딕" panose="020B0503020000020004" pitchFamily="50" charset="-127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08537" y="1123193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0"/>
          </p:nvPr>
        </p:nvSpPr>
        <p:spPr>
          <a:xfrm>
            <a:off x="208537" y="1229068"/>
            <a:ext cx="9432925" cy="5448300"/>
          </a:xfrm>
        </p:spPr>
        <p:txBody>
          <a:bodyPr>
            <a:normAutofit/>
          </a:bodyPr>
          <a:lstStyle>
            <a:lvl1pPr marL="285750" indent="-285750">
              <a:buFont typeface="Wingdings" panose="05000000000000000000" pitchFamily="2" charset="2"/>
              <a:buChar char="§"/>
              <a:defRPr sz="1500" b="1">
                <a:solidFill>
                  <a:srgbClr val="1E1C3C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218610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 userDrawn="1"/>
        </p:nvSpPr>
        <p:spPr>
          <a:xfrm>
            <a:off x="-28465" y="438568"/>
            <a:ext cx="9906000" cy="682236"/>
          </a:xfrm>
          <a:prstGeom prst="rect">
            <a:avLst/>
          </a:prstGeom>
        </p:spPr>
        <p:txBody>
          <a:bodyPr wrap="square" lIns="91375" tIns="45687" rIns="91375" bIns="45687">
            <a:spAutoFit/>
          </a:bodyPr>
          <a:lstStyle/>
          <a:p>
            <a:pPr lvl="0" algn="ctr" latinLnBrk="0">
              <a:lnSpc>
                <a:spcPct val="120000"/>
              </a:lnSpc>
              <a:defRPr/>
            </a:pPr>
            <a:r>
              <a:rPr lang="en-US" altLang="ko-KR" sz="3500" b="1" kern="0" dirty="0">
                <a:solidFill>
                  <a:srgbClr val="1E1C3C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Contents </a:t>
            </a: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3"/>
          </p:nvPr>
        </p:nvSpPr>
        <p:spPr>
          <a:xfrm>
            <a:off x="9548599" y="6633845"/>
            <a:ext cx="375430" cy="244271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20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 userDrawn="1"/>
        </p:nvSpPr>
        <p:spPr>
          <a:xfrm>
            <a:off x="27384" y="5202258"/>
            <a:ext cx="9878616" cy="444263"/>
          </a:xfrm>
          <a:prstGeom prst="rect">
            <a:avLst/>
          </a:prstGeom>
          <a:pattFill prst="wdDnDiag">
            <a:fgClr>
              <a:schemeClr val="accent3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>
            <a:off x="333" y="5900455"/>
            <a:ext cx="2199070" cy="1008405"/>
          </a:xfrm>
          <a:prstGeom prst="triangle">
            <a:avLst>
              <a:gd name="adj" fmla="val 20568"/>
            </a:avLst>
          </a:prstGeom>
          <a:solidFill>
            <a:srgbClr val="FFFFFF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>
            <a:off x="704528" y="5733256"/>
            <a:ext cx="2952328" cy="1168058"/>
          </a:xfrm>
          <a:prstGeom prst="triangle">
            <a:avLst>
              <a:gd name="adj" fmla="val 75970"/>
            </a:avLst>
          </a:prstGeom>
          <a:solidFill>
            <a:srgbClr val="FFFF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159019" y="175029"/>
            <a:ext cx="2317942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 </a:t>
            </a:r>
            <a:endParaRPr lang="en-US" altLang="ko-KR" sz="1500" b="1" kern="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0" y="5638800"/>
            <a:ext cx="9906000" cy="1219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159019" y="460253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텍스트 개체 틀 20"/>
          <p:cNvSpPr>
            <a:spLocks noGrp="1"/>
          </p:cNvSpPr>
          <p:nvPr>
            <p:ph type="body" sz="quarter" idx="10"/>
          </p:nvPr>
        </p:nvSpPr>
        <p:spPr>
          <a:xfrm>
            <a:off x="778503" y="2608332"/>
            <a:ext cx="8221662" cy="6778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33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337288" y="121905"/>
            <a:ext cx="1647825" cy="250825"/>
          </a:xfrm>
        </p:spPr>
        <p:txBody>
          <a:bodyPr>
            <a:noAutofit/>
          </a:bodyPr>
          <a:lstStyle>
            <a:lvl1pPr marL="0" indent="0">
              <a:buNone/>
              <a:defRPr sz="1600" b="1" baseline="0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ko-KR" dirty="0"/>
              <a:t>/ Section 1</a:t>
            </a:r>
            <a:endParaRPr lang="ko-KR" altLang="en-US" dirty="0"/>
          </a:p>
        </p:txBody>
      </p:sp>
      <p:sp>
        <p:nvSpPr>
          <p:cNvPr id="20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251822" y="5869669"/>
            <a:ext cx="2893027" cy="1009988"/>
            <a:chOff x="259079" y="5869669"/>
            <a:chExt cx="2893027" cy="1009988"/>
          </a:xfrm>
        </p:grpSpPr>
        <p:sp>
          <p:nvSpPr>
            <p:cNvPr id="23" name="이등변 삼각형 22"/>
            <p:cNvSpPr/>
            <p:nvPr userDrawn="1"/>
          </p:nvSpPr>
          <p:spPr>
            <a:xfrm>
              <a:off x="259079" y="5969104"/>
              <a:ext cx="2092723" cy="871176"/>
            </a:xfrm>
            <a:prstGeom prst="triangle">
              <a:avLst>
                <a:gd name="adj" fmla="val 20568"/>
              </a:avLst>
            </a:prstGeom>
            <a:solidFill>
              <a:schemeClr val="accent4">
                <a:lumMod val="40000"/>
                <a:lumOff val="6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23"/>
            <p:cNvSpPr/>
            <p:nvPr userDrawn="1"/>
          </p:nvSpPr>
          <p:spPr>
            <a:xfrm>
              <a:off x="369233" y="5869669"/>
              <a:ext cx="2618446" cy="1008447"/>
            </a:xfrm>
            <a:prstGeom prst="triangle">
              <a:avLst>
                <a:gd name="adj" fmla="val 36370"/>
              </a:avLst>
            </a:prstGeom>
            <a:solidFill>
              <a:schemeClr val="accent4">
                <a:lumMod val="40000"/>
                <a:lumOff val="60000"/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이등변 삼각형 24"/>
            <p:cNvSpPr/>
            <p:nvPr userDrawn="1"/>
          </p:nvSpPr>
          <p:spPr>
            <a:xfrm>
              <a:off x="363930" y="5947378"/>
              <a:ext cx="2788176" cy="932279"/>
            </a:xfrm>
            <a:prstGeom prst="triangle">
              <a:avLst>
                <a:gd name="adj" fmla="val 75970"/>
              </a:avLst>
            </a:prstGeom>
            <a:solidFill>
              <a:schemeClr val="accent4">
                <a:lumMod val="40000"/>
                <a:lumOff val="60000"/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/>
          <p:cNvSpPr/>
          <p:nvPr userDrawn="1"/>
        </p:nvSpPr>
        <p:spPr>
          <a:xfrm>
            <a:off x="4202" y="0"/>
            <a:ext cx="9906000" cy="68580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1924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1_세부설명포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-318086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61585" y="437788"/>
            <a:ext cx="9414910" cy="455536"/>
          </a:xfrm>
        </p:spPr>
        <p:txBody>
          <a:bodyPr>
            <a:noAutofit/>
          </a:bodyPr>
          <a:lstStyle>
            <a:lvl1pPr algn="l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0" hasCustomPrompt="1"/>
          </p:nvPr>
        </p:nvSpPr>
        <p:spPr>
          <a:xfrm>
            <a:off x="262129" y="942749"/>
            <a:ext cx="9413875" cy="336557"/>
          </a:xfrm>
        </p:spPr>
        <p:txBody>
          <a:bodyPr>
            <a:noAutofit/>
          </a:bodyPr>
          <a:lstStyle>
            <a:lvl1pPr marL="285750" indent="-285750">
              <a:buFont typeface="Wingdings" panose="05000000000000000000" pitchFamily="2" charset="2"/>
              <a:buChar char="§"/>
              <a:defRPr sz="1800" b="1"/>
            </a:lvl1pPr>
          </a:lstStyle>
          <a:p>
            <a:pPr lvl="0"/>
            <a:r>
              <a:rPr lang="ko-KR" altLang="en-US" dirty="0"/>
              <a:t> 세부 설명을 입력하세요</a:t>
            </a:r>
          </a:p>
        </p:txBody>
      </p:sp>
      <p:sp>
        <p:nvSpPr>
          <p:cNvPr id="47" name="텍스트 개체 틀 46"/>
          <p:cNvSpPr>
            <a:spLocks noGrp="1"/>
          </p:cNvSpPr>
          <p:nvPr>
            <p:ph type="body" sz="quarter" idx="11" hasCustomPrompt="1"/>
          </p:nvPr>
        </p:nvSpPr>
        <p:spPr>
          <a:xfrm>
            <a:off x="615633" y="1310582"/>
            <a:ext cx="8985567" cy="5129213"/>
          </a:xfrm>
        </p:spPr>
        <p:txBody>
          <a:bodyPr/>
          <a:lstStyle>
            <a:lvl1pPr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defRPr sz="1400" b="0"/>
            </a:lvl1pPr>
            <a:lvl2pPr marL="6858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66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_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61585" y="437788"/>
            <a:ext cx="9414910" cy="455536"/>
          </a:xfrm>
        </p:spPr>
        <p:txBody>
          <a:bodyPr>
            <a:noAutofit/>
          </a:bodyPr>
          <a:lstStyle>
            <a:lvl1pPr algn="l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0" hasCustomPrompt="1"/>
          </p:nvPr>
        </p:nvSpPr>
        <p:spPr>
          <a:xfrm>
            <a:off x="262129" y="942749"/>
            <a:ext cx="9413875" cy="336557"/>
          </a:xfrm>
        </p:spPr>
        <p:txBody>
          <a:bodyPr>
            <a:noAutofit/>
          </a:bodyPr>
          <a:lstStyle>
            <a:lvl1pPr marL="285750" indent="-285750">
              <a:buFont typeface="Wingdings" panose="05000000000000000000" pitchFamily="2" charset="2"/>
              <a:buChar char="§"/>
              <a:defRPr sz="1600" b="1"/>
            </a:lvl1pPr>
          </a:lstStyle>
          <a:p>
            <a:pPr lvl="0"/>
            <a:r>
              <a:rPr lang="ko-KR" altLang="en-US" dirty="0"/>
              <a:t>세부 설명을 입력하세요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 hasCustomPrompt="1"/>
          </p:nvPr>
        </p:nvSpPr>
        <p:spPr>
          <a:xfrm>
            <a:off x="573406" y="1550318"/>
            <a:ext cx="3993514" cy="253683"/>
          </a:xfrm>
        </p:spPr>
        <p:txBody>
          <a:bodyPr lIns="36000" tIns="36000" rIns="36000" bIns="36000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20" name="텍스트 개체 틀 9"/>
          <p:cNvSpPr>
            <a:spLocks noGrp="1"/>
          </p:cNvSpPr>
          <p:nvPr>
            <p:ph type="body" sz="quarter" idx="12" hasCustomPrompt="1"/>
          </p:nvPr>
        </p:nvSpPr>
        <p:spPr>
          <a:xfrm>
            <a:off x="5343526" y="1550318"/>
            <a:ext cx="3993514" cy="253683"/>
          </a:xfrm>
        </p:spPr>
        <p:txBody>
          <a:bodyPr lIns="36000" tIns="36000" rIns="36000" bIns="36000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>
          <a:xfrm>
            <a:off x="261094" y="2077550"/>
            <a:ext cx="4453146" cy="995362"/>
          </a:xfrm>
        </p:spPr>
        <p:txBody>
          <a:bodyPr>
            <a:noAutofit/>
          </a:bodyPr>
          <a:lstStyle>
            <a:lvl1pPr marL="177800" indent="-177800">
              <a:lnSpc>
                <a:spcPct val="117000"/>
              </a:lnSpc>
              <a:buFont typeface="Wingdings" panose="05000000000000000000" pitchFamily="2" charset="2"/>
              <a:buChar char="§"/>
              <a:defRPr sz="1100" b="1"/>
            </a:lvl1pPr>
            <a:lvl2pPr marL="447675" indent="-168275">
              <a:lnSpc>
                <a:spcPct val="117000"/>
              </a:lnSpc>
              <a:defRPr sz="10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r>
              <a:rPr lang="en-US" altLang="ko-KR" dirty="0"/>
              <a:t>~~</a:t>
            </a:r>
            <a:endParaRPr lang="ko-KR" altLang="en-US" dirty="0"/>
          </a:p>
        </p:txBody>
      </p:sp>
      <p:sp>
        <p:nvSpPr>
          <p:cNvPr id="22" name="텍스트 개체 틀 16"/>
          <p:cNvSpPr>
            <a:spLocks noGrp="1"/>
          </p:cNvSpPr>
          <p:nvPr>
            <p:ph type="body" sz="quarter" idx="14"/>
          </p:nvPr>
        </p:nvSpPr>
        <p:spPr>
          <a:xfrm>
            <a:off x="5039573" y="2077550"/>
            <a:ext cx="4453146" cy="995362"/>
          </a:xfrm>
        </p:spPr>
        <p:txBody>
          <a:bodyPr>
            <a:noAutofit/>
          </a:bodyPr>
          <a:lstStyle>
            <a:lvl1pPr marL="177800" indent="-177800">
              <a:lnSpc>
                <a:spcPct val="117000"/>
              </a:lnSpc>
              <a:buFont typeface="Wingdings" panose="05000000000000000000" pitchFamily="2" charset="2"/>
              <a:buChar char="§"/>
              <a:defRPr sz="1100" b="1"/>
            </a:lvl1pPr>
            <a:lvl2pPr marL="447675" indent="-168275">
              <a:lnSpc>
                <a:spcPct val="117000"/>
              </a:lnSpc>
              <a:defRPr sz="10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3046242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_공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81831" y="422103"/>
            <a:ext cx="9414910" cy="447843"/>
          </a:xfrm>
        </p:spPr>
        <p:txBody>
          <a:bodyPr>
            <a:noAutofit/>
          </a:bodyPr>
          <a:lstStyle>
            <a:lvl1pPr algn="ctr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1268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67317" y="431166"/>
            <a:ext cx="9414910" cy="428661"/>
          </a:xfrm>
        </p:spPr>
        <p:txBody>
          <a:bodyPr>
            <a:noAutofit/>
          </a:bodyPr>
          <a:lstStyle>
            <a:lvl1pPr algn="l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304637" y="1051053"/>
            <a:ext cx="9413875" cy="555466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 b="1"/>
            </a:lvl1pPr>
            <a:lvl2pPr>
              <a:defRPr sz="14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481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82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37EE7-B2FD-461D-BAE3-D37AC7D5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15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51" r:id="rId2"/>
    <p:sldLayoutId id="2147483764" r:id="rId3"/>
    <p:sldLayoutId id="2147483758" r:id="rId4"/>
    <p:sldLayoutId id="2147483767" r:id="rId5"/>
    <p:sldLayoutId id="2147483763" r:id="rId6"/>
    <p:sldLayoutId id="2147483762" r:id="rId7"/>
    <p:sldLayoutId id="2147483768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3855719"/>
            <a:ext cx="9906000" cy="2240281"/>
          </a:xfrm>
          <a:prstGeom prst="rect">
            <a:avLst/>
          </a:prstGeom>
          <a:solidFill>
            <a:srgbClr val="1F4D81"/>
          </a:solidFill>
          <a:ln>
            <a:solidFill>
              <a:srgbClr val="1D50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55320" y="1290552"/>
            <a:ext cx="8115300" cy="1417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>
                <a:solidFill>
                  <a:srgbClr val="24578E"/>
                </a:solidFill>
              </a:rPr>
              <a:t>{{corp_name_full}}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24578E"/>
                </a:solidFill>
              </a:rPr>
              <a:t>{{mezz_type_eng}} </a:t>
            </a:r>
            <a:r>
              <a:rPr lang="ko-KR" altLang="en-US" sz="2400" dirty="0">
                <a:solidFill>
                  <a:srgbClr val="24578E"/>
                </a:solidFill>
              </a:rPr>
              <a:t>발행 투자 검토</a:t>
            </a:r>
            <a:endParaRPr lang="en-US" altLang="ko-KR" dirty="0">
              <a:solidFill>
                <a:srgbClr val="24578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560" y="4153949"/>
            <a:ext cx="8115300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>
                <a:solidFill>
                  <a:schemeClr val="bg1"/>
                </a:solidFill>
              </a:rPr>
              <a:t>{{report_date}}</a:t>
            </a:r>
            <a:endParaRPr lang="en-US" altLang="ko-KR" sz="2800" b="1" dirty="0">
              <a:solidFill>
                <a:schemeClr val="bg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70" y="-688439"/>
            <a:ext cx="1563370" cy="28751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466" t="20110" r="26174" b="72483"/>
          <a:stretch/>
        </p:blipFill>
        <p:spPr>
          <a:xfrm>
            <a:off x="7145935" y="5248860"/>
            <a:ext cx="2523845" cy="60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15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발행 조건 </a:t>
            </a:r>
            <a:r>
              <a:rPr lang="en-US" altLang="ko-KR" sz="1400" b="0" dirty="0"/>
              <a:t>(</a:t>
            </a:r>
            <a:r>
              <a:rPr lang="ko-KR" altLang="en-US" sz="1400" dirty="0"/>
              <a:t>총 </a:t>
            </a:r>
            <a:r>
              <a:rPr lang="ko-KR" altLang="en-US" sz="1400"/>
              <a:t>투자금액 </a:t>
            </a:r>
            <a:r>
              <a:rPr lang="en-US" altLang="ko-KR" sz="1400" u="sng"/>
              <a:t>{{invest_amt}}</a:t>
            </a:r>
            <a:r>
              <a:rPr lang="ko-KR" altLang="en-US" sz="1400" u="sng"/>
              <a:t>억원</a:t>
            </a:r>
            <a:r>
              <a:rPr lang="en-US" altLang="ko-KR" sz="1400" b="0" dirty="0"/>
              <a:t>, </a:t>
            </a:r>
            <a:r>
              <a:rPr lang="ko-KR" altLang="en-US" sz="1400" b="0"/>
              <a:t>투자재원</a:t>
            </a:r>
            <a:r>
              <a:rPr lang="en-US" altLang="ko-KR" sz="1400" b="0"/>
              <a:t> </a:t>
            </a:r>
            <a:r>
              <a:rPr lang="ko-KR" altLang="en-US" sz="1400" b="0">
                <a:highlight>
                  <a:srgbClr val="FFFF00"/>
                </a:highlight>
              </a:rPr>
              <a:t>추가하기</a:t>
            </a:r>
            <a:r>
              <a:rPr lang="en-US" altLang="ko-KR" sz="1400" b="0"/>
              <a:t>)</a:t>
            </a:r>
            <a:endParaRPr lang="ko-KR" altLang="en-US" b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62129" y="942749"/>
            <a:ext cx="9414365" cy="100438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/>
              <a:t>{{corp_summary}}</a:t>
            </a:r>
            <a:r>
              <a:rPr lang="ko-KR" altLang="en-US"/>
              <a:t> </a:t>
            </a:r>
            <a:r>
              <a:rPr lang="en-US" altLang="ko-KR"/>
              <a:t>{{corp_name}}{{name_end}}</a:t>
            </a:r>
            <a:r>
              <a:rPr lang="ko-KR" altLang="en-US"/>
              <a:t> 발행하는 </a:t>
            </a:r>
            <a:r>
              <a:rPr lang="en-US" altLang="ko-KR"/>
              <a:t>{{mezz_type_kor}}</a:t>
            </a:r>
            <a:r>
              <a:rPr lang="ko-KR" altLang="en-US"/>
              <a:t> </a:t>
            </a:r>
            <a:r>
              <a:rPr lang="en-US" altLang="ko-KR"/>
              <a:t>{{invest_amt}}</a:t>
            </a:r>
            <a:r>
              <a:rPr lang="ko-KR" altLang="en-US"/>
              <a:t>억원 </a:t>
            </a:r>
            <a:r>
              <a:rPr lang="ko-KR" altLang="en-US" dirty="0"/>
              <a:t>투자 검토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4D587D-E322-4453-9FA9-ED72682F4162}"/>
              </a:ext>
            </a:extLst>
          </p:cNvPr>
          <p:cNvSpPr txBox="1"/>
          <p:nvPr/>
        </p:nvSpPr>
        <p:spPr>
          <a:xfrm>
            <a:off x="261585" y="1241984"/>
            <a:ext cx="3241018" cy="29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7000"/>
              </a:lnSpc>
            </a:pPr>
            <a:r>
              <a:rPr lang="ko-KR" altLang="en-US" sz="1200" b="1" u="sng" dirty="0"/>
              <a:t>발행 개요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B87EB1-FAD0-4292-A877-0D540E8B7F2F}"/>
              </a:ext>
            </a:extLst>
          </p:cNvPr>
          <p:cNvSpPr txBox="1"/>
          <p:nvPr/>
        </p:nvSpPr>
        <p:spPr>
          <a:xfrm>
            <a:off x="261584" y="4205191"/>
            <a:ext cx="5450395" cy="29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7000"/>
              </a:lnSpc>
            </a:pPr>
            <a:r>
              <a:rPr lang="ko-KR" altLang="en-US" sz="1200" b="1" u="sng" dirty="0"/>
              <a:t>주주 </a:t>
            </a:r>
            <a:r>
              <a:rPr lang="ko-KR" altLang="en-US" sz="1200" b="1" u="sng"/>
              <a:t>명부</a:t>
            </a:r>
            <a:r>
              <a:rPr lang="ko-KR" altLang="en-US" sz="1050"/>
              <a:t> </a:t>
            </a:r>
            <a:r>
              <a:rPr lang="en-US" altLang="ko-KR" sz="1050"/>
              <a:t>(</a:t>
            </a:r>
            <a:r>
              <a:rPr lang="ko-KR" altLang="en-US" sz="1050"/>
              <a:t>기발행 메자닌 </a:t>
            </a:r>
            <a:r>
              <a:rPr lang="ko-KR" altLang="en-US" sz="1050">
                <a:highlight>
                  <a:srgbClr val="FFFF00"/>
                </a:highlight>
              </a:rPr>
              <a:t>추가하기</a:t>
            </a:r>
            <a:r>
              <a:rPr lang="en-US" altLang="ko-KR" sz="1050"/>
              <a:t>)</a:t>
            </a:r>
            <a:endParaRPr lang="ko-KR" altLang="en-US" sz="12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9A991D0-4053-4542-984F-C0F06422C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394764"/>
              </p:ext>
            </p:extLst>
          </p:nvPr>
        </p:nvGraphicFramePr>
        <p:xfrm>
          <a:off x="350722" y="1541876"/>
          <a:ext cx="9325772" cy="2647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8577">
                  <a:extLst>
                    <a:ext uri="{9D8B030D-6E8A-4147-A177-3AD203B41FA5}">
                      <a16:colId xmlns:a16="http://schemas.microsoft.com/office/drawing/2014/main" val="3897524641"/>
                    </a:ext>
                  </a:extLst>
                </a:gridCol>
                <a:gridCol w="7967195">
                  <a:extLst>
                    <a:ext uri="{9D8B030D-6E8A-4147-A177-3AD203B41FA5}">
                      <a16:colId xmlns:a16="http://schemas.microsoft.com/office/drawing/2014/main" val="3325735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기업명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{{corp_name_full}} ({{stock_market}}: {{stock_code}})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674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시가총액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{{market_cap}}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({{base_date}}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826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최초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전환가액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 u="sng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{{ex_prc}}</a:t>
                      </a:r>
                      <a:r>
                        <a:rPr lang="ko-KR" altLang="en-US" sz="1100" b="1" u="sng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ko-KR" altLang="en-US" sz="11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({{base_date}}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 예상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{{premium_text}})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221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사채의 종류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{{mezz_type}}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u="sng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{{issue_amt}}</a:t>
                      </a:r>
                      <a:r>
                        <a:rPr lang="ko-KR" altLang="en-US" sz="1100" b="1" u="sng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728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당사 검토 금액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{{invest_amt}}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683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/YTM/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쿠폰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023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환청구기간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545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리픽싱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ko-KR" altLang="en-US" sz="1100" b="1" u="sng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588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Put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024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Call Option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ko-KR" altLang="en-US" sz="1100" b="1" u="sng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96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자금사용 용도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973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발행주관사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06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235323"/>
                  </a:ext>
                </a:extLst>
              </a:tr>
            </a:tbl>
          </a:graphicData>
        </a:graphic>
      </p:graphicFrame>
      <p:graphicFrame>
        <p:nvGraphicFramePr>
          <p:cNvPr id="4" name="표 13">
            <a:extLst>
              <a:ext uri="{FF2B5EF4-FFF2-40B4-BE49-F238E27FC236}">
                <a16:creationId xmlns:a16="http://schemas.microsoft.com/office/drawing/2014/main" id="{CC8DC5B6-2895-03CE-4FFB-17DC504AA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317948"/>
              </p:ext>
            </p:extLst>
          </p:nvPr>
        </p:nvGraphicFramePr>
        <p:xfrm>
          <a:off x="350864" y="4481806"/>
          <a:ext cx="9325630" cy="2268420"/>
        </p:xfrm>
        <a:graphic>
          <a:graphicData uri="http://schemas.openxmlformats.org/drawingml/2006/table">
            <a:tbl>
              <a:tblPr/>
              <a:tblGrid>
                <a:gridCol w="1757340">
                  <a:extLst>
                    <a:ext uri="{9D8B030D-6E8A-4147-A177-3AD203B41FA5}">
                      <a16:colId xmlns:a16="http://schemas.microsoft.com/office/drawing/2014/main" val="533698556"/>
                    </a:ext>
                  </a:extLst>
                </a:gridCol>
                <a:gridCol w="756829">
                  <a:extLst>
                    <a:ext uri="{9D8B030D-6E8A-4147-A177-3AD203B41FA5}">
                      <a16:colId xmlns:a16="http://schemas.microsoft.com/office/drawing/2014/main" val="2444241367"/>
                    </a:ext>
                  </a:extLst>
                </a:gridCol>
                <a:gridCol w="756829">
                  <a:extLst>
                    <a:ext uri="{9D8B030D-6E8A-4147-A177-3AD203B41FA5}">
                      <a16:colId xmlns:a16="http://schemas.microsoft.com/office/drawing/2014/main" val="3949485283"/>
                    </a:ext>
                  </a:extLst>
                </a:gridCol>
                <a:gridCol w="756829">
                  <a:extLst>
                    <a:ext uri="{9D8B030D-6E8A-4147-A177-3AD203B41FA5}">
                      <a16:colId xmlns:a16="http://schemas.microsoft.com/office/drawing/2014/main" val="3149118900"/>
                    </a:ext>
                  </a:extLst>
                </a:gridCol>
                <a:gridCol w="756829">
                  <a:extLst>
                    <a:ext uri="{9D8B030D-6E8A-4147-A177-3AD203B41FA5}">
                      <a16:colId xmlns:a16="http://schemas.microsoft.com/office/drawing/2014/main" val="2788340812"/>
                    </a:ext>
                  </a:extLst>
                </a:gridCol>
                <a:gridCol w="756829">
                  <a:extLst>
                    <a:ext uri="{9D8B030D-6E8A-4147-A177-3AD203B41FA5}">
                      <a16:colId xmlns:a16="http://schemas.microsoft.com/office/drawing/2014/main" val="1678843711"/>
                    </a:ext>
                  </a:extLst>
                </a:gridCol>
                <a:gridCol w="756829">
                  <a:extLst>
                    <a:ext uri="{9D8B030D-6E8A-4147-A177-3AD203B41FA5}">
                      <a16:colId xmlns:a16="http://schemas.microsoft.com/office/drawing/2014/main" val="4094775927"/>
                    </a:ext>
                  </a:extLst>
                </a:gridCol>
                <a:gridCol w="756829">
                  <a:extLst>
                    <a:ext uri="{9D8B030D-6E8A-4147-A177-3AD203B41FA5}">
                      <a16:colId xmlns:a16="http://schemas.microsoft.com/office/drawing/2014/main" val="2039668090"/>
                    </a:ext>
                  </a:extLst>
                </a:gridCol>
                <a:gridCol w="756829">
                  <a:extLst>
                    <a:ext uri="{9D8B030D-6E8A-4147-A177-3AD203B41FA5}">
                      <a16:colId xmlns:a16="http://schemas.microsoft.com/office/drawing/2014/main" val="1564506240"/>
                    </a:ext>
                  </a:extLst>
                </a:gridCol>
                <a:gridCol w="756829">
                  <a:extLst>
                    <a:ext uri="{9D8B030D-6E8A-4147-A177-3AD203B41FA5}">
                      <a16:colId xmlns:a16="http://schemas.microsoft.com/office/drawing/2014/main" val="853562829"/>
                    </a:ext>
                  </a:extLst>
                </a:gridCol>
                <a:gridCol w="756829">
                  <a:extLst>
                    <a:ext uri="{9D8B030D-6E8A-4147-A177-3AD203B41FA5}">
                      <a16:colId xmlns:a16="http://schemas.microsoft.com/office/drawing/2014/main" val="821465971"/>
                    </a:ext>
                  </a:extLst>
                </a:gridCol>
              </a:tblGrid>
              <a:tr h="85074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주주명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메자닌 발행 전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금차 메자닌 전환 후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 X%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리픽싱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Y%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 X%,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리픽싱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Y%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470034"/>
                  </a:ext>
                </a:extLst>
              </a:tr>
              <a:tr h="850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주식수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지분율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주식수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지분율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주식수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지분율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주식수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지분율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주식수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지분율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505412"/>
                  </a:ext>
                </a:extLst>
              </a:tr>
              <a:tr h="8507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특관자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795470"/>
                  </a:ext>
                </a:extLst>
              </a:tr>
              <a:tr h="11764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특관자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945108"/>
                  </a:ext>
                </a:extLst>
              </a:tr>
              <a:tr h="8507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특관자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83393"/>
                  </a:ext>
                </a:extLst>
              </a:tr>
              <a:tr h="8507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기타특관자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13370"/>
                  </a:ext>
                </a:extLst>
              </a:tr>
              <a:tr h="8507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자사주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48911"/>
                  </a:ext>
                </a:extLst>
              </a:tr>
              <a:tr h="8507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기타주주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160867"/>
                  </a:ext>
                </a:extLst>
              </a:tr>
              <a:tr h="85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/EB/BW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당사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2947"/>
                  </a:ext>
                </a:extLst>
              </a:tr>
              <a:tr h="85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/EB/BW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공동투자자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969778"/>
                  </a:ext>
                </a:extLst>
              </a:tr>
              <a:tr h="8507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기발행 메자닌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414303"/>
                  </a:ext>
                </a:extLst>
              </a:tr>
              <a:tr h="8507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 계 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413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80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E637-E26F-7F72-C58F-136A06E1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6A31F-76A6-6BAF-0F3C-D60000BA1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투자 포인트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08EAE9-0191-D5DD-FCD0-B8BEBEFE43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0050" y="954110"/>
            <a:ext cx="9481217" cy="5662719"/>
          </a:xfrm>
        </p:spPr>
        <p:txBody>
          <a:bodyPr rIns="0"/>
          <a:lstStyle/>
          <a:p>
            <a:pPr marL="182563" indent="-182563">
              <a:lnSpc>
                <a:spcPct val="120000"/>
              </a:lnSpc>
            </a:pPr>
            <a:r>
              <a:rPr lang="en-US" altLang="ko-KR" sz="1400">
                <a:latin typeface="+mn-ea"/>
              </a:rPr>
              <a:t>{{investment_text_title1}}</a:t>
            </a:r>
            <a:endParaRPr lang="en-US" altLang="ko-KR" sz="14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en-US" altLang="ko-KR" sz="1200">
                <a:latin typeface="+mn-ea"/>
              </a:rPr>
              <a:t>{{investment_text_contents1_1}}</a:t>
            </a:r>
            <a:endParaRPr lang="en-US" altLang="ko-KR" sz="16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en-US" altLang="ko-KR" sz="1200">
                <a:latin typeface="+mn-ea"/>
              </a:rPr>
              <a:t>{{investment_text_contents1_2}}</a:t>
            </a:r>
            <a:endParaRPr lang="en-US" altLang="ko-KR" sz="1200" dirty="0">
              <a:latin typeface="+mn-ea"/>
            </a:endParaRPr>
          </a:p>
          <a:p>
            <a:pPr marL="182563" indent="-182563">
              <a:lnSpc>
                <a:spcPct val="120000"/>
              </a:lnSpc>
            </a:pPr>
            <a:r>
              <a:rPr lang="en-US" altLang="ko-KR" sz="1400">
                <a:latin typeface="+mn-ea"/>
              </a:rPr>
              <a:t>{{investment_text_title2}}</a:t>
            </a: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en-US" altLang="ko-KR" sz="1200">
                <a:latin typeface="+mn-ea"/>
              </a:rPr>
              <a:t>{{investment_text_contents2_1}}</a:t>
            </a:r>
            <a:endParaRPr lang="en-US" altLang="ko-KR" sz="160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en-US" altLang="ko-KR" sz="1200">
                <a:latin typeface="+mn-ea"/>
              </a:rPr>
              <a:t>{{investment_text_contents2_2}}</a:t>
            </a:r>
          </a:p>
          <a:p>
            <a:pPr marL="182563" indent="-182563">
              <a:lnSpc>
                <a:spcPct val="120000"/>
              </a:lnSpc>
            </a:pPr>
            <a:r>
              <a:rPr lang="en-US" altLang="ko-KR" sz="1400">
                <a:latin typeface="+mn-ea"/>
              </a:rPr>
              <a:t>{{investment_text_title3}}</a:t>
            </a:r>
            <a:endParaRPr lang="en-US" altLang="ko-KR" sz="120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en-US" altLang="ko-KR" sz="1200">
                <a:latin typeface="+mn-ea"/>
              </a:rPr>
              <a:t>{{investment_text_contents3_1}}</a:t>
            </a:r>
            <a:endParaRPr lang="en-US" altLang="ko-KR" sz="160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en-US" altLang="ko-KR" sz="1200">
                <a:latin typeface="+mn-ea"/>
              </a:rPr>
              <a:t>{{investment_text_contents3_2}}</a:t>
            </a:r>
          </a:p>
        </p:txBody>
      </p:sp>
    </p:spTree>
    <p:extLst>
      <p:ext uri="{BB962C8B-B14F-4D97-AF65-F5344CB8AC3E}">
        <p14:creationId xmlns:p14="http://schemas.microsoft.com/office/powerpoint/2010/main" val="357441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1585" y="437788"/>
            <a:ext cx="9414910" cy="455536"/>
          </a:xfrm>
        </p:spPr>
        <p:txBody>
          <a:bodyPr/>
          <a:lstStyle/>
          <a:p>
            <a:r>
              <a:rPr lang="ko-KR" altLang="en-US"/>
              <a:t>주가 추이</a:t>
            </a:r>
            <a:endParaRPr lang="ko-KR" altLang="en-US" b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30050" y="954111"/>
            <a:ext cx="9414910" cy="110389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1400">
                <a:latin typeface="+mn-ea"/>
              </a:rPr>
              <a:t>{{price_text_title1}}</a:t>
            </a:r>
          </a:p>
          <a:p>
            <a:pPr>
              <a:lnSpc>
                <a:spcPct val="100000"/>
              </a:lnSpc>
            </a:pPr>
            <a:r>
              <a:rPr lang="en-US" altLang="ko-KR" sz="1400">
                <a:latin typeface="+mn-ea"/>
              </a:rPr>
              <a:t>{{price_text_title2}}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A10ACB07-3DE2-44DE-8AA0-9BDA80C2B1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7539009"/>
              </p:ext>
            </p:extLst>
          </p:nvPr>
        </p:nvGraphicFramePr>
        <p:xfrm>
          <a:off x="406484" y="2268187"/>
          <a:ext cx="9093775" cy="4279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B83F2C-B93C-4302-BD77-3B76E51800A3}"/>
              </a:ext>
            </a:extLst>
          </p:cNvPr>
          <p:cNvSpPr txBox="1"/>
          <p:nvPr/>
        </p:nvSpPr>
        <p:spPr>
          <a:xfrm>
            <a:off x="661060" y="2152771"/>
            <a:ext cx="370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+mn-ea"/>
              </a:rPr>
              <a:t>(</a:t>
            </a:r>
            <a:r>
              <a:rPr lang="ko-KR" altLang="en-US" sz="900">
                <a:latin typeface="+mn-ea"/>
              </a:rPr>
              <a:t>원</a:t>
            </a:r>
            <a:r>
              <a:rPr lang="en-US" altLang="ko-KR" sz="900">
                <a:latin typeface="+mn-ea"/>
              </a:rPr>
              <a:t>)</a:t>
            </a:r>
            <a:endParaRPr lang="ko-KR" altLang="en-US" sz="90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D48B0-89A4-41C9-86E5-25BCF6EBC6BB}"/>
              </a:ext>
            </a:extLst>
          </p:cNvPr>
          <p:cNvSpPr txBox="1"/>
          <p:nvPr/>
        </p:nvSpPr>
        <p:spPr>
          <a:xfrm>
            <a:off x="8874326" y="2152771"/>
            <a:ext cx="5261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+mn-ea"/>
              </a:rPr>
              <a:t>(</a:t>
            </a:r>
            <a:r>
              <a:rPr lang="ko-KR" altLang="en-US" sz="900">
                <a:latin typeface="+mn-ea"/>
              </a:rPr>
              <a:t>천 주</a:t>
            </a:r>
            <a:r>
              <a:rPr lang="en-US" altLang="ko-KR" sz="900">
                <a:latin typeface="+mn-ea"/>
              </a:rPr>
              <a:t>)</a:t>
            </a:r>
            <a:endParaRPr lang="ko-KR" altLang="en-US" sz="9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325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E637-E26F-7F72-C58F-136A06E1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6A31F-76A6-6BAF-0F3C-D60000BA1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상환가능성 분석</a:t>
            </a:r>
            <a:endParaRPr lang="ko-KR" altLang="en-US" b="0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1EF5F9B6-9197-42D1-BB57-3D46177E1E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0050" y="954110"/>
            <a:ext cx="9675950" cy="4708609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ko-KR" sz="1400">
                <a:latin typeface="+mn-ea"/>
              </a:rPr>
              <a:t>{{risk_text_title1}}</a:t>
            </a:r>
            <a:r>
              <a:rPr lang="ko-KR" altLang="en-US" sz="1400">
                <a:latin typeface="+mn-ea"/>
              </a:rPr>
              <a:t> </a:t>
            </a:r>
            <a:endParaRPr lang="en-US" altLang="ko-KR" sz="140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en-US" altLang="ko-KR" sz="1200">
                <a:latin typeface="+mn-ea"/>
              </a:rPr>
              <a:t>{{risk_text_contents1_1}}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400">
                <a:latin typeface="+mn-ea"/>
              </a:rPr>
              <a:t>{{risk_text_title2}}</a:t>
            </a:r>
          </a:p>
          <a:p>
            <a:pPr marL="539750" lvl="1">
              <a:lnSpc>
                <a:spcPct val="120000"/>
              </a:lnSpc>
            </a:pPr>
            <a:r>
              <a:rPr lang="en-US" altLang="ko-KR" sz="1200">
                <a:latin typeface="+mn-ea"/>
              </a:rPr>
              <a:t>{{risk_text_contents2_1}}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83690C3-82CB-4E89-96E7-775E4F51E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512871"/>
              </p:ext>
            </p:extLst>
          </p:nvPr>
        </p:nvGraphicFramePr>
        <p:xfrm>
          <a:off x="488948" y="2613359"/>
          <a:ext cx="4536000" cy="4161325"/>
        </p:xfrm>
        <a:graphic>
          <a:graphicData uri="http://schemas.openxmlformats.org/drawingml/2006/table">
            <a:tbl>
              <a:tblPr/>
              <a:tblGrid>
                <a:gridCol w="1751332">
                  <a:extLst>
                    <a:ext uri="{9D8B030D-6E8A-4147-A177-3AD203B41FA5}">
                      <a16:colId xmlns:a16="http://schemas.microsoft.com/office/drawing/2014/main" val="3179717191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2450063871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3164721326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146493623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764768037"/>
                    </a:ext>
                  </a:extLst>
                </a:gridCol>
              </a:tblGrid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재무상태표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076037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809466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현금및금융상품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946625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매출채권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538521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00416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비유동자산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48537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비유동기타금융자산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934280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유형자산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투자부동산 포함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0656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자산총계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70649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949615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매입채무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90334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단기차입금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628034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79438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7994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장기차입금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9098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기타비유동부채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196630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부채총계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030771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자본금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09864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기타자본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78518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이익잉여금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2834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자본총계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871498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순차입금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797401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순차입금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EBITDA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578925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부채비율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04603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차입금의존도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245244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A4DBA57-FA83-4697-AB39-F55671FC8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183986"/>
              </p:ext>
            </p:extLst>
          </p:nvPr>
        </p:nvGraphicFramePr>
        <p:xfrm>
          <a:off x="5114297" y="2613358"/>
          <a:ext cx="4535997" cy="2044800"/>
        </p:xfrm>
        <a:graphic>
          <a:graphicData uri="http://schemas.openxmlformats.org/drawingml/2006/table">
            <a:tbl>
              <a:tblPr/>
              <a:tblGrid>
                <a:gridCol w="1788521">
                  <a:extLst>
                    <a:ext uri="{9D8B030D-6E8A-4147-A177-3AD203B41FA5}">
                      <a16:colId xmlns:a16="http://schemas.microsoft.com/office/drawing/2014/main" val="1448141816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1728478744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261068201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1192707703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3965476523"/>
                    </a:ext>
                  </a:extLst>
                </a:gridCol>
              </a:tblGrid>
              <a:tr h="154524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손익계산서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82056"/>
                  </a:ext>
                </a:extLst>
              </a:tr>
              <a:tr h="159207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891340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매출액증감률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1" u="none" strike="noStrike" kern="1200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1" u="none" strike="noStrike" kern="1200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617352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매출총이익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863101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매출총이익률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239669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138709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1" u="none" strike="noStrike" kern="1200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061742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영업외손익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013362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당기순이익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01266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당기순이익률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42983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EBITDA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246158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EBITDA</a:t>
                      </a:r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1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587239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368D680-5577-4FFF-AA57-C2AB0B92E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91016"/>
              </p:ext>
            </p:extLst>
          </p:nvPr>
        </p:nvGraphicFramePr>
        <p:xfrm>
          <a:off x="5114297" y="4729886"/>
          <a:ext cx="4535999" cy="2044800"/>
        </p:xfrm>
        <a:graphic>
          <a:graphicData uri="http://schemas.openxmlformats.org/drawingml/2006/table">
            <a:tbl>
              <a:tblPr/>
              <a:tblGrid>
                <a:gridCol w="1784343">
                  <a:extLst>
                    <a:ext uri="{9D8B030D-6E8A-4147-A177-3AD203B41FA5}">
                      <a16:colId xmlns:a16="http://schemas.microsoft.com/office/drawing/2014/main" val="2636962651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3837615523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835165628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3505103772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1510568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현금흐름표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039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당기순이익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67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상각비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WC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변동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223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순이자지급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62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법인세지급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991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영업활동으로인한현금흐름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690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CapEx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432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투자활동으로인한현금흐름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159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재무활동으로인한현금흐름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701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현금순증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271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기말현금및현금성자산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00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31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242852"/>
      </a:dk2>
      <a:lt2>
        <a:srgbClr val="596984"/>
      </a:lt2>
      <a:accent1>
        <a:srgbClr val="074196"/>
      </a:accent1>
      <a:accent2>
        <a:srgbClr val="C00000"/>
      </a:accent2>
      <a:accent3>
        <a:srgbClr val="90A2CF"/>
      </a:accent3>
      <a:accent4>
        <a:srgbClr val="7F8FA9"/>
      </a:accent4>
      <a:accent5>
        <a:srgbClr val="1C6FEE"/>
      </a:accent5>
      <a:accent6>
        <a:srgbClr val="7EB2E6"/>
      </a:accent6>
      <a:hlink>
        <a:srgbClr val="072B62"/>
      </a:hlink>
      <a:folHlink>
        <a:srgbClr val="021127"/>
      </a:folHlink>
    </a:clrScheme>
    <a:fontScheme name="사용자 지정 5">
      <a:majorFont>
        <a:latin typeface="Times New Roman"/>
        <a:ea typeface="HY견고딕"/>
        <a:cs typeface=""/>
      </a:majorFont>
      <a:minorFont>
        <a:latin typeface="Calibri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사용자 지정 7">
    <a:dk1>
      <a:sysClr val="windowText" lastClr="000000"/>
    </a:dk1>
    <a:lt1>
      <a:sysClr val="window" lastClr="FFFFFF"/>
    </a:lt1>
    <a:dk2>
      <a:srgbClr val="242852"/>
    </a:dk2>
    <a:lt2>
      <a:srgbClr val="596984"/>
    </a:lt2>
    <a:accent1>
      <a:srgbClr val="074196"/>
    </a:accent1>
    <a:accent2>
      <a:srgbClr val="C00000"/>
    </a:accent2>
    <a:accent3>
      <a:srgbClr val="90A2CF"/>
    </a:accent3>
    <a:accent4>
      <a:srgbClr val="7F8FA9"/>
    </a:accent4>
    <a:accent5>
      <a:srgbClr val="1C6FEE"/>
    </a:accent5>
    <a:accent6>
      <a:srgbClr val="7EB2E6"/>
    </a:accent6>
    <a:hlink>
      <a:srgbClr val="072B62"/>
    </a:hlink>
    <a:folHlink>
      <a:srgbClr val="021127"/>
    </a:folHlink>
  </a:clrScheme>
  <a:fontScheme name="사용자 지정 5">
    <a:majorFont>
      <a:latin typeface="Times New Roman"/>
      <a:ea typeface="HY견고딕"/>
      <a:cs typeface=""/>
    </a:majorFont>
    <a:minorFont>
      <a:latin typeface="Calibri"/>
      <a:ea typeface="맑은 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33920</TotalTime>
  <Words>435</Words>
  <Application>Microsoft Macintosh PowerPoint</Application>
  <PresentationFormat>A4 Paper (210x297 mm)</PresentationFormat>
  <Paragraphs>125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HY견고딕</vt:lpstr>
      <vt:lpstr>맑은 고딕</vt:lpstr>
      <vt:lpstr>Arial</vt:lpstr>
      <vt:lpstr>Calibri</vt:lpstr>
      <vt:lpstr>Times New Roman</vt:lpstr>
      <vt:lpstr>Wingdings</vt:lpstr>
      <vt:lpstr>Office 테마</vt:lpstr>
      <vt:lpstr>PowerPoint Presentation</vt:lpstr>
      <vt:lpstr>발행 조건 (총 투자금액 {{invest_amt}}억원, 투자재원 추가하기)</vt:lpstr>
      <vt:lpstr>투자 포인트</vt:lpstr>
      <vt:lpstr>주가 추이</vt:lpstr>
      <vt:lpstr>상환가능성 분석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 Summary_타이거일렉CB_20260427</dc:title>
  <dc:creator>hw.park@timefolio.co.kr</dc:creator>
  <cp:lastModifiedBy>이원우</cp:lastModifiedBy>
  <cp:revision>3239</cp:revision>
  <cp:lastPrinted>2020-12-13T08:06:33Z</cp:lastPrinted>
  <dcterms:created xsi:type="dcterms:W3CDTF">2019-04-15T23:24:57Z</dcterms:created>
  <dcterms:modified xsi:type="dcterms:W3CDTF">2026-05-24T23:54:40Z</dcterms:modified>
</cp:coreProperties>
</file>