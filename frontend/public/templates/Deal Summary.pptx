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44" r:id="rId1"/>
  </p:sldMasterIdLst>
  <p:notesMasterIdLst>
    <p:notesMasterId r:id="rId7"/>
  </p:notesMasterIdLst>
  <p:handoutMasterIdLst>
    <p:handoutMasterId r:id="rId8"/>
  </p:handoutMasterIdLst>
  <p:sldIdLst>
    <p:sldId id="311" r:id="rId2"/>
    <p:sldId id="454" r:id="rId3"/>
    <p:sldId id="463" r:id="rId4"/>
    <p:sldId id="462" r:id="rId5"/>
    <p:sldId id="460" r:id="rId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308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DCE6F1"/>
    <a:srgbClr val="C60000"/>
    <a:srgbClr val="E1261C"/>
    <a:srgbClr val="213D87"/>
    <a:srgbClr val="5CC121"/>
    <a:srgbClr val="33A9B7"/>
    <a:srgbClr val="91B8C1"/>
    <a:srgbClr val="E5F0FA"/>
    <a:srgbClr val="0E7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8" autoAdjust="0"/>
    <p:restoredTop sz="98170" autoAdjust="0"/>
  </p:normalViewPr>
  <p:slideViewPr>
    <p:cSldViewPr snapToGrid="0">
      <p:cViewPr varScale="1">
        <p:scale>
          <a:sx n="161" d="100"/>
          <a:sy n="161" d="100"/>
        </p:scale>
        <p:origin x="2112" y="76"/>
      </p:cViewPr>
      <p:guideLst>
        <p:guide orient="horz" pos="1389"/>
        <p:guide pos="308"/>
        <p:guide orient="horz" pos="411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Tfdb0\&#44277;&#50857;\&#45824;&#52404;&#53804;&#51088;_PE\&#9632;&#49345;&#51109;&#47700;&#51088;&#45772;&#9632;\&#51217;&#49688;\2604%20&#53440;&#51060;&#44144;&#51068;&#47113;%20CB\2512_Model_&#53440;&#51060;&#44144;&#51068;&#47113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5145961189849955E-2"/>
          <c:y val="0.11068076439509007"/>
          <c:w val="0.89601139368569094"/>
          <c:h val="0.81941570251237295"/>
        </c:manualLayout>
      </c:layout>
      <c:barChart>
        <c:barDir val="col"/>
        <c:grouping val="clustered"/>
        <c:varyColors val="0"/>
        <c:ser>
          <c:idx val="0"/>
          <c:order val="1"/>
          <c:tx>
            <c:strRef>
              <c:f>주가!$O$14</c:f>
              <c:strCache>
                <c:ptCount val="1"/>
                <c:pt idx="0">
                  <c:v>거래대금(억원, 우축)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002060"/>
              </a:solidFill>
            </a:ln>
            <a:effectLst/>
          </c:spPr>
          <c:invertIfNegative val="0"/>
          <c:cat>
            <c:numRef>
              <c:f>주가!$A$15:$A$4090</c:f>
              <c:numCache>
                <c:formatCode>m/d/yyyy</c:formatCode>
                <c:ptCount val="4076"/>
                <c:pt idx="0">
                  <c:v>46132</c:v>
                </c:pt>
                <c:pt idx="1">
                  <c:v>46129</c:v>
                </c:pt>
                <c:pt idx="2">
                  <c:v>46128</c:v>
                </c:pt>
                <c:pt idx="3">
                  <c:v>46127</c:v>
                </c:pt>
                <c:pt idx="4">
                  <c:v>46126</c:v>
                </c:pt>
                <c:pt idx="5">
                  <c:v>46125</c:v>
                </c:pt>
                <c:pt idx="6">
                  <c:v>46122</c:v>
                </c:pt>
                <c:pt idx="7">
                  <c:v>46121</c:v>
                </c:pt>
                <c:pt idx="8">
                  <c:v>46120</c:v>
                </c:pt>
                <c:pt idx="9">
                  <c:v>46119</c:v>
                </c:pt>
                <c:pt idx="10">
                  <c:v>46118</c:v>
                </c:pt>
                <c:pt idx="11">
                  <c:v>46115</c:v>
                </c:pt>
                <c:pt idx="12">
                  <c:v>46114</c:v>
                </c:pt>
                <c:pt idx="13">
                  <c:v>46113</c:v>
                </c:pt>
                <c:pt idx="14">
                  <c:v>46112</c:v>
                </c:pt>
                <c:pt idx="15">
                  <c:v>46111</c:v>
                </c:pt>
                <c:pt idx="16">
                  <c:v>46108</c:v>
                </c:pt>
                <c:pt idx="17">
                  <c:v>46107</c:v>
                </c:pt>
                <c:pt idx="18">
                  <c:v>46106</c:v>
                </c:pt>
                <c:pt idx="19">
                  <c:v>46105</c:v>
                </c:pt>
                <c:pt idx="20">
                  <c:v>46104</c:v>
                </c:pt>
                <c:pt idx="21">
                  <c:v>46101</c:v>
                </c:pt>
                <c:pt idx="22">
                  <c:v>46100</c:v>
                </c:pt>
                <c:pt idx="23">
                  <c:v>46099</c:v>
                </c:pt>
                <c:pt idx="24">
                  <c:v>46098</c:v>
                </c:pt>
                <c:pt idx="25">
                  <c:v>46097</c:v>
                </c:pt>
                <c:pt idx="26">
                  <c:v>46094</c:v>
                </c:pt>
                <c:pt idx="27">
                  <c:v>46093</c:v>
                </c:pt>
                <c:pt idx="28">
                  <c:v>46092</c:v>
                </c:pt>
                <c:pt idx="29">
                  <c:v>46091</c:v>
                </c:pt>
                <c:pt idx="30">
                  <c:v>46090</c:v>
                </c:pt>
                <c:pt idx="31">
                  <c:v>46087</c:v>
                </c:pt>
                <c:pt idx="32">
                  <c:v>46086</c:v>
                </c:pt>
                <c:pt idx="33">
                  <c:v>46085</c:v>
                </c:pt>
                <c:pt idx="34">
                  <c:v>46084</c:v>
                </c:pt>
                <c:pt idx="35">
                  <c:v>46083</c:v>
                </c:pt>
                <c:pt idx="36">
                  <c:v>46080</c:v>
                </c:pt>
                <c:pt idx="37">
                  <c:v>46079</c:v>
                </c:pt>
                <c:pt idx="38">
                  <c:v>46078</c:v>
                </c:pt>
                <c:pt idx="39">
                  <c:v>46077</c:v>
                </c:pt>
                <c:pt idx="40">
                  <c:v>46076</c:v>
                </c:pt>
                <c:pt idx="41">
                  <c:v>46073</c:v>
                </c:pt>
                <c:pt idx="42">
                  <c:v>46072</c:v>
                </c:pt>
                <c:pt idx="43">
                  <c:v>46071</c:v>
                </c:pt>
                <c:pt idx="44">
                  <c:v>46070</c:v>
                </c:pt>
                <c:pt idx="45">
                  <c:v>46069</c:v>
                </c:pt>
                <c:pt idx="46">
                  <c:v>46066</c:v>
                </c:pt>
                <c:pt idx="47">
                  <c:v>46065</c:v>
                </c:pt>
                <c:pt idx="48">
                  <c:v>46064</c:v>
                </c:pt>
                <c:pt idx="49">
                  <c:v>46063</c:v>
                </c:pt>
                <c:pt idx="50">
                  <c:v>46062</c:v>
                </c:pt>
                <c:pt idx="51">
                  <c:v>46059</c:v>
                </c:pt>
                <c:pt idx="52">
                  <c:v>46058</c:v>
                </c:pt>
                <c:pt idx="53">
                  <c:v>46057</c:v>
                </c:pt>
                <c:pt idx="54">
                  <c:v>46056</c:v>
                </c:pt>
                <c:pt idx="55">
                  <c:v>46055</c:v>
                </c:pt>
                <c:pt idx="56">
                  <c:v>46052</c:v>
                </c:pt>
                <c:pt idx="57">
                  <c:v>46051</c:v>
                </c:pt>
                <c:pt idx="58">
                  <c:v>46050</c:v>
                </c:pt>
                <c:pt idx="59">
                  <c:v>46049</c:v>
                </c:pt>
                <c:pt idx="60">
                  <c:v>46048</c:v>
                </c:pt>
                <c:pt idx="61">
                  <c:v>46045</c:v>
                </c:pt>
                <c:pt idx="62">
                  <c:v>46044</c:v>
                </c:pt>
                <c:pt idx="63">
                  <c:v>46043</c:v>
                </c:pt>
                <c:pt idx="64">
                  <c:v>46042</c:v>
                </c:pt>
                <c:pt idx="65">
                  <c:v>46041</c:v>
                </c:pt>
                <c:pt idx="66">
                  <c:v>46038</c:v>
                </c:pt>
                <c:pt idx="67">
                  <c:v>46037</c:v>
                </c:pt>
                <c:pt idx="68">
                  <c:v>46036</c:v>
                </c:pt>
                <c:pt idx="69">
                  <c:v>46035</c:v>
                </c:pt>
                <c:pt idx="70">
                  <c:v>46034</c:v>
                </c:pt>
                <c:pt idx="71">
                  <c:v>46031</c:v>
                </c:pt>
                <c:pt idx="72">
                  <c:v>46030</c:v>
                </c:pt>
                <c:pt idx="73">
                  <c:v>46029</c:v>
                </c:pt>
                <c:pt idx="74">
                  <c:v>46028</c:v>
                </c:pt>
                <c:pt idx="75">
                  <c:v>46027</c:v>
                </c:pt>
                <c:pt idx="76">
                  <c:v>46024</c:v>
                </c:pt>
                <c:pt idx="77">
                  <c:v>46023</c:v>
                </c:pt>
                <c:pt idx="78">
                  <c:v>46022</c:v>
                </c:pt>
                <c:pt idx="79">
                  <c:v>46021</c:v>
                </c:pt>
                <c:pt idx="80">
                  <c:v>46020</c:v>
                </c:pt>
                <c:pt idx="81">
                  <c:v>46017</c:v>
                </c:pt>
                <c:pt idx="82">
                  <c:v>46016</c:v>
                </c:pt>
                <c:pt idx="83">
                  <c:v>46015</c:v>
                </c:pt>
                <c:pt idx="84">
                  <c:v>46014</c:v>
                </c:pt>
                <c:pt idx="85">
                  <c:v>46013</c:v>
                </c:pt>
                <c:pt idx="86">
                  <c:v>46010</c:v>
                </c:pt>
                <c:pt idx="87">
                  <c:v>46009</c:v>
                </c:pt>
                <c:pt idx="88">
                  <c:v>46008</c:v>
                </c:pt>
                <c:pt idx="89">
                  <c:v>46007</c:v>
                </c:pt>
                <c:pt idx="90">
                  <c:v>46006</c:v>
                </c:pt>
                <c:pt idx="91">
                  <c:v>46003</c:v>
                </c:pt>
                <c:pt idx="92">
                  <c:v>46002</c:v>
                </c:pt>
                <c:pt idx="93">
                  <c:v>46001</c:v>
                </c:pt>
                <c:pt idx="94">
                  <c:v>46000</c:v>
                </c:pt>
                <c:pt idx="95">
                  <c:v>45999</c:v>
                </c:pt>
                <c:pt idx="96">
                  <c:v>45996</c:v>
                </c:pt>
                <c:pt idx="97">
                  <c:v>45995</c:v>
                </c:pt>
                <c:pt idx="98">
                  <c:v>45994</c:v>
                </c:pt>
                <c:pt idx="99">
                  <c:v>45993</c:v>
                </c:pt>
                <c:pt idx="100">
                  <c:v>45992</c:v>
                </c:pt>
                <c:pt idx="101">
                  <c:v>45989</c:v>
                </c:pt>
                <c:pt idx="102">
                  <c:v>45988</c:v>
                </c:pt>
                <c:pt idx="103">
                  <c:v>45987</c:v>
                </c:pt>
                <c:pt idx="104">
                  <c:v>45986</c:v>
                </c:pt>
                <c:pt idx="105">
                  <c:v>45985</c:v>
                </c:pt>
                <c:pt idx="106">
                  <c:v>45982</c:v>
                </c:pt>
                <c:pt idx="107">
                  <c:v>45981</c:v>
                </c:pt>
                <c:pt idx="108">
                  <c:v>45980</c:v>
                </c:pt>
                <c:pt idx="109">
                  <c:v>45979</c:v>
                </c:pt>
                <c:pt idx="110">
                  <c:v>45978</c:v>
                </c:pt>
                <c:pt idx="111">
                  <c:v>45975</c:v>
                </c:pt>
                <c:pt idx="112">
                  <c:v>45974</c:v>
                </c:pt>
                <c:pt idx="113">
                  <c:v>45973</c:v>
                </c:pt>
                <c:pt idx="114">
                  <c:v>45972</c:v>
                </c:pt>
                <c:pt idx="115">
                  <c:v>45971</c:v>
                </c:pt>
                <c:pt idx="116">
                  <c:v>45968</c:v>
                </c:pt>
                <c:pt idx="117">
                  <c:v>45967</c:v>
                </c:pt>
                <c:pt idx="118">
                  <c:v>45966</c:v>
                </c:pt>
                <c:pt idx="119">
                  <c:v>45965</c:v>
                </c:pt>
                <c:pt idx="120">
                  <c:v>45964</c:v>
                </c:pt>
                <c:pt idx="121">
                  <c:v>45961</c:v>
                </c:pt>
                <c:pt idx="122">
                  <c:v>45960</c:v>
                </c:pt>
                <c:pt idx="123">
                  <c:v>45959</c:v>
                </c:pt>
                <c:pt idx="124">
                  <c:v>45958</c:v>
                </c:pt>
                <c:pt idx="125">
                  <c:v>45957</c:v>
                </c:pt>
                <c:pt idx="126">
                  <c:v>45954</c:v>
                </c:pt>
                <c:pt idx="127">
                  <c:v>45953</c:v>
                </c:pt>
                <c:pt idx="128">
                  <c:v>45952</c:v>
                </c:pt>
                <c:pt idx="129">
                  <c:v>45951</c:v>
                </c:pt>
                <c:pt idx="130">
                  <c:v>45950</c:v>
                </c:pt>
                <c:pt idx="131">
                  <c:v>45947</c:v>
                </c:pt>
                <c:pt idx="132">
                  <c:v>45946</c:v>
                </c:pt>
                <c:pt idx="133">
                  <c:v>45945</c:v>
                </c:pt>
                <c:pt idx="134">
                  <c:v>45944</c:v>
                </c:pt>
                <c:pt idx="135">
                  <c:v>45943</c:v>
                </c:pt>
                <c:pt idx="136">
                  <c:v>45940</c:v>
                </c:pt>
                <c:pt idx="137">
                  <c:v>45939</c:v>
                </c:pt>
                <c:pt idx="138">
                  <c:v>45938</c:v>
                </c:pt>
                <c:pt idx="139">
                  <c:v>45937</c:v>
                </c:pt>
                <c:pt idx="140">
                  <c:v>45936</c:v>
                </c:pt>
                <c:pt idx="141">
                  <c:v>45933</c:v>
                </c:pt>
                <c:pt idx="142">
                  <c:v>45932</c:v>
                </c:pt>
                <c:pt idx="143">
                  <c:v>45931</c:v>
                </c:pt>
                <c:pt idx="144">
                  <c:v>45930</c:v>
                </c:pt>
                <c:pt idx="145">
                  <c:v>45929</c:v>
                </c:pt>
                <c:pt idx="146">
                  <c:v>45926</c:v>
                </c:pt>
                <c:pt idx="147">
                  <c:v>45925</c:v>
                </c:pt>
                <c:pt idx="148">
                  <c:v>45924</c:v>
                </c:pt>
                <c:pt idx="149">
                  <c:v>45923</c:v>
                </c:pt>
                <c:pt idx="150">
                  <c:v>45922</c:v>
                </c:pt>
                <c:pt idx="151">
                  <c:v>45919</c:v>
                </c:pt>
                <c:pt idx="152">
                  <c:v>45918</c:v>
                </c:pt>
                <c:pt idx="153">
                  <c:v>45917</c:v>
                </c:pt>
                <c:pt idx="154">
                  <c:v>45916</c:v>
                </c:pt>
                <c:pt idx="155">
                  <c:v>45915</c:v>
                </c:pt>
                <c:pt idx="156">
                  <c:v>45912</c:v>
                </c:pt>
                <c:pt idx="157">
                  <c:v>45911</c:v>
                </c:pt>
                <c:pt idx="158">
                  <c:v>45910</c:v>
                </c:pt>
                <c:pt idx="159">
                  <c:v>45909</c:v>
                </c:pt>
                <c:pt idx="160">
                  <c:v>45908</c:v>
                </c:pt>
                <c:pt idx="161">
                  <c:v>45905</c:v>
                </c:pt>
                <c:pt idx="162">
                  <c:v>45904</c:v>
                </c:pt>
                <c:pt idx="163">
                  <c:v>45903</c:v>
                </c:pt>
                <c:pt idx="164">
                  <c:v>45902</c:v>
                </c:pt>
                <c:pt idx="165">
                  <c:v>45901</c:v>
                </c:pt>
                <c:pt idx="166">
                  <c:v>45898</c:v>
                </c:pt>
                <c:pt idx="167">
                  <c:v>45897</c:v>
                </c:pt>
                <c:pt idx="168">
                  <c:v>45896</c:v>
                </c:pt>
                <c:pt idx="169">
                  <c:v>45895</c:v>
                </c:pt>
                <c:pt idx="170">
                  <c:v>45894</c:v>
                </c:pt>
                <c:pt idx="171">
                  <c:v>45891</c:v>
                </c:pt>
                <c:pt idx="172">
                  <c:v>45890</c:v>
                </c:pt>
                <c:pt idx="173">
                  <c:v>45889</c:v>
                </c:pt>
                <c:pt idx="174">
                  <c:v>45888</c:v>
                </c:pt>
                <c:pt idx="175">
                  <c:v>45887</c:v>
                </c:pt>
                <c:pt idx="176">
                  <c:v>45884</c:v>
                </c:pt>
                <c:pt idx="177">
                  <c:v>45883</c:v>
                </c:pt>
                <c:pt idx="178">
                  <c:v>45882</c:v>
                </c:pt>
                <c:pt idx="179">
                  <c:v>45881</c:v>
                </c:pt>
                <c:pt idx="180">
                  <c:v>45880</c:v>
                </c:pt>
                <c:pt idx="181">
                  <c:v>45877</c:v>
                </c:pt>
                <c:pt idx="182">
                  <c:v>45876</c:v>
                </c:pt>
                <c:pt idx="183">
                  <c:v>45875</c:v>
                </c:pt>
                <c:pt idx="184">
                  <c:v>45874</c:v>
                </c:pt>
                <c:pt idx="185">
                  <c:v>45873</c:v>
                </c:pt>
                <c:pt idx="186">
                  <c:v>45870</c:v>
                </c:pt>
                <c:pt idx="187">
                  <c:v>45869</c:v>
                </c:pt>
                <c:pt idx="188">
                  <c:v>45868</c:v>
                </c:pt>
                <c:pt idx="189">
                  <c:v>45867</c:v>
                </c:pt>
                <c:pt idx="190">
                  <c:v>45866</c:v>
                </c:pt>
                <c:pt idx="191">
                  <c:v>45863</c:v>
                </c:pt>
                <c:pt idx="192">
                  <c:v>45862</c:v>
                </c:pt>
                <c:pt idx="193">
                  <c:v>45861</c:v>
                </c:pt>
                <c:pt idx="194">
                  <c:v>45860</c:v>
                </c:pt>
                <c:pt idx="195">
                  <c:v>45859</c:v>
                </c:pt>
                <c:pt idx="196">
                  <c:v>45856</c:v>
                </c:pt>
                <c:pt idx="197">
                  <c:v>45855</c:v>
                </c:pt>
                <c:pt idx="198">
                  <c:v>45854</c:v>
                </c:pt>
                <c:pt idx="199">
                  <c:v>45853</c:v>
                </c:pt>
                <c:pt idx="200">
                  <c:v>45852</c:v>
                </c:pt>
                <c:pt idx="201">
                  <c:v>45849</c:v>
                </c:pt>
                <c:pt idx="202">
                  <c:v>45848</c:v>
                </c:pt>
                <c:pt idx="203">
                  <c:v>45847</c:v>
                </c:pt>
                <c:pt idx="204">
                  <c:v>45846</c:v>
                </c:pt>
                <c:pt idx="205">
                  <c:v>45845</c:v>
                </c:pt>
                <c:pt idx="206">
                  <c:v>45842</c:v>
                </c:pt>
                <c:pt idx="207">
                  <c:v>45841</c:v>
                </c:pt>
                <c:pt idx="208">
                  <c:v>45840</c:v>
                </c:pt>
                <c:pt idx="209">
                  <c:v>45839</c:v>
                </c:pt>
                <c:pt idx="210">
                  <c:v>45838</c:v>
                </c:pt>
                <c:pt idx="211">
                  <c:v>45835</c:v>
                </c:pt>
                <c:pt idx="212">
                  <c:v>45834</c:v>
                </c:pt>
                <c:pt idx="213">
                  <c:v>45833</c:v>
                </c:pt>
                <c:pt idx="214">
                  <c:v>45832</c:v>
                </c:pt>
                <c:pt idx="215">
                  <c:v>45831</c:v>
                </c:pt>
                <c:pt idx="216">
                  <c:v>45828</c:v>
                </c:pt>
                <c:pt idx="217">
                  <c:v>45827</c:v>
                </c:pt>
                <c:pt idx="218">
                  <c:v>45826</c:v>
                </c:pt>
                <c:pt idx="219">
                  <c:v>45825</c:v>
                </c:pt>
                <c:pt idx="220">
                  <c:v>45824</c:v>
                </c:pt>
                <c:pt idx="221">
                  <c:v>45821</c:v>
                </c:pt>
                <c:pt idx="222">
                  <c:v>45820</c:v>
                </c:pt>
                <c:pt idx="223">
                  <c:v>45819</c:v>
                </c:pt>
                <c:pt idx="224">
                  <c:v>45818</c:v>
                </c:pt>
                <c:pt idx="225">
                  <c:v>45817</c:v>
                </c:pt>
                <c:pt idx="226">
                  <c:v>45814</c:v>
                </c:pt>
                <c:pt idx="227">
                  <c:v>45813</c:v>
                </c:pt>
                <c:pt idx="228">
                  <c:v>45812</c:v>
                </c:pt>
                <c:pt idx="229">
                  <c:v>45811</c:v>
                </c:pt>
                <c:pt idx="230">
                  <c:v>45810</c:v>
                </c:pt>
                <c:pt idx="231">
                  <c:v>45807</c:v>
                </c:pt>
                <c:pt idx="232">
                  <c:v>45806</c:v>
                </c:pt>
                <c:pt idx="233">
                  <c:v>45805</c:v>
                </c:pt>
                <c:pt idx="234">
                  <c:v>45804</c:v>
                </c:pt>
                <c:pt idx="235">
                  <c:v>45803</c:v>
                </c:pt>
                <c:pt idx="236">
                  <c:v>45800</c:v>
                </c:pt>
                <c:pt idx="237">
                  <c:v>45799</c:v>
                </c:pt>
                <c:pt idx="238">
                  <c:v>45798</c:v>
                </c:pt>
                <c:pt idx="239">
                  <c:v>45797</c:v>
                </c:pt>
                <c:pt idx="240">
                  <c:v>45796</c:v>
                </c:pt>
                <c:pt idx="241">
                  <c:v>45793</c:v>
                </c:pt>
                <c:pt idx="242">
                  <c:v>45792</c:v>
                </c:pt>
                <c:pt idx="243">
                  <c:v>45791</c:v>
                </c:pt>
                <c:pt idx="244">
                  <c:v>45790</c:v>
                </c:pt>
                <c:pt idx="245">
                  <c:v>45789</c:v>
                </c:pt>
                <c:pt idx="246">
                  <c:v>45786</c:v>
                </c:pt>
                <c:pt idx="247">
                  <c:v>45785</c:v>
                </c:pt>
                <c:pt idx="248">
                  <c:v>45784</c:v>
                </c:pt>
                <c:pt idx="249">
                  <c:v>45783</c:v>
                </c:pt>
                <c:pt idx="250">
                  <c:v>45782</c:v>
                </c:pt>
                <c:pt idx="251">
                  <c:v>45779</c:v>
                </c:pt>
                <c:pt idx="252">
                  <c:v>45778</c:v>
                </c:pt>
                <c:pt idx="253">
                  <c:v>45777</c:v>
                </c:pt>
                <c:pt idx="254">
                  <c:v>45776</c:v>
                </c:pt>
                <c:pt idx="255">
                  <c:v>45775</c:v>
                </c:pt>
                <c:pt idx="256">
                  <c:v>45772</c:v>
                </c:pt>
                <c:pt idx="257">
                  <c:v>45771</c:v>
                </c:pt>
                <c:pt idx="258">
                  <c:v>45770</c:v>
                </c:pt>
                <c:pt idx="259">
                  <c:v>45769</c:v>
                </c:pt>
                <c:pt idx="260">
                  <c:v>45768</c:v>
                </c:pt>
                <c:pt idx="261">
                  <c:v>45765</c:v>
                </c:pt>
                <c:pt idx="262">
                  <c:v>45764</c:v>
                </c:pt>
                <c:pt idx="263">
                  <c:v>45763</c:v>
                </c:pt>
                <c:pt idx="264">
                  <c:v>45762</c:v>
                </c:pt>
                <c:pt idx="265">
                  <c:v>45761</c:v>
                </c:pt>
                <c:pt idx="266">
                  <c:v>45758</c:v>
                </c:pt>
                <c:pt idx="267">
                  <c:v>45757</c:v>
                </c:pt>
                <c:pt idx="268">
                  <c:v>45756</c:v>
                </c:pt>
                <c:pt idx="269">
                  <c:v>45755</c:v>
                </c:pt>
                <c:pt idx="270">
                  <c:v>45754</c:v>
                </c:pt>
                <c:pt idx="271">
                  <c:v>45751</c:v>
                </c:pt>
                <c:pt idx="272">
                  <c:v>45750</c:v>
                </c:pt>
                <c:pt idx="273">
                  <c:v>45749</c:v>
                </c:pt>
                <c:pt idx="274">
                  <c:v>45748</c:v>
                </c:pt>
                <c:pt idx="275">
                  <c:v>45747</c:v>
                </c:pt>
                <c:pt idx="276">
                  <c:v>45744</c:v>
                </c:pt>
                <c:pt idx="277">
                  <c:v>45743</c:v>
                </c:pt>
                <c:pt idx="278">
                  <c:v>45742</c:v>
                </c:pt>
                <c:pt idx="279">
                  <c:v>45741</c:v>
                </c:pt>
                <c:pt idx="280">
                  <c:v>45740</c:v>
                </c:pt>
                <c:pt idx="281">
                  <c:v>45737</c:v>
                </c:pt>
                <c:pt idx="282">
                  <c:v>45736</c:v>
                </c:pt>
                <c:pt idx="283">
                  <c:v>45735</c:v>
                </c:pt>
                <c:pt idx="284">
                  <c:v>45734</c:v>
                </c:pt>
                <c:pt idx="285">
                  <c:v>45733</c:v>
                </c:pt>
                <c:pt idx="286">
                  <c:v>45730</c:v>
                </c:pt>
                <c:pt idx="287">
                  <c:v>45729</c:v>
                </c:pt>
                <c:pt idx="288">
                  <c:v>45728</c:v>
                </c:pt>
                <c:pt idx="289">
                  <c:v>45727</c:v>
                </c:pt>
                <c:pt idx="290">
                  <c:v>45726</c:v>
                </c:pt>
                <c:pt idx="291">
                  <c:v>45723</c:v>
                </c:pt>
                <c:pt idx="292">
                  <c:v>45722</c:v>
                </c:pt>
                <c:pt idx="293">
                  <c:v>45721</c:v>
                </c:pt>
                <c:pt idx="294">
                  <c:v>45720</c:v>
                </c:pt>
                <c:pt idx="295">
                  <c:v>45719</c:v>
                </c:pt>
                <c:pt idx="296">
                  <c:v>45716</c:v>
                </c:pt>
                <c:pt idx="297">
                  <c:v>45715</c:v>
                </c:pt>
                <c:pt idx="298">
                  <c:v>45714</c:v>
                </c:pt>
                <c:pt idx="299">
                  <c:v>45713</c:v>
                </c:pt>
                <c:pt idx="300">
                  <c:v>45712</c:v>
                </c:pt>
                <c:pt idx="301">
                  <c:v>45709</c:v>
                </c:pt>
                <c:pt idx="302">
                  <c:v>45708</c:v>
                </c:pt>
                <c:pt idx="303">
                  <c:v>45707</c:v>
                </c:pt>
                <c:pt idx="304">
                  <c:v>45706</c:v>
                </c:pt>
                <c:pt idx="305">
                  <c:v>45705</c:v>
                </c:pt>
                <c:pt idx="306">
                  <c:v>45702</c:v>
                </c:pt>
                <c:pt idx="307">
                  <c:v>45701</c:v>
                </c:pt>
                <c:pt idx="308">
                  <c:v>45700</c:v>
                </c:pt>
                <c:pt idx="309">
                  <c:v>45699</c:v>
                </c:pt>
                <c:pt idx="310">
                  <c:v>45698</c:v>
                </c:pt>
                <c:pt idx="311">
                  <c:v>45695</c:v>
                </c:pt>
                <c:pt idx="312">
                  <c:v>45694</c:v>
                </c:pt>
                <c:pt idx="313">
                  <c:v>45693</c:v>
                </c:pt>
                <c:pt idx="314">
                  <c:v>45692</c:v>
                </c:pt>
                <c:pt idx="315">
                  <c:v>45691</c:v>
                </c:pt>
                <c:pt idx="316">
                  <c:v>45688</c:v>
                </c:pt>
                <c:pt idx="317">
                  <c:v>45687</c:v>
                </c:pt>
                <c:pt idx="318">
                  <c:v>45686</c:v>
                </c:pt>
                <c:pt idx="319">
                  <c:v>45685</c:v>
                </c:pt>
                <c:pt idx="320">
                  <c:v>45684</c:v>
                </c:pt>
                <c:pt idx="321">
                  <c:v>45681</c:v>
                </c:pt>
                <c:pt idx="322">
                  <c:v>45680</c:v>
                </c:pt>
                <c:pt idx="323">
                  <c:v>45679</c:v>
                </c:pt>
                <c:pt idx="324">
                  <c:v>45678</c:v>
                </c:pt>
                <c:pt idx="325">
                  <c:v>45677</c:v>
                </c:pt>
                <c:pt idx="326">
                  <c:v>45674</c:v>
                </c:pt>
                <c:pt idx="327">
                  <c:v>45673</c:v>
                </c:pt>
                <c:pt idx="328">
                  <c:v>45672</c:v>
                </c:pt>
                <c:pt idx="329">
                  <c:v>45671</c:v>
                </c:pt>
                <c:pt idx="330">
                  <c:v>45670</c:v>
                </c:pt>
                <c:pt idx="331">
                  <c:v>45667</c:v>
                </c:pt>
                <c:pt idx="332">
                  <c:v>45666</c:v>
                </c:pt>
                <c:pt idx="333">
                  <c:v>45665</c:v>
                </c:pt>
                <c:pt idx="334">
                  <c:v>45664</c:v>
                </c:pt>
                <c:pt idx="335">
                  <c:v>45663</c:v>
                </c:pt>
                <c:pt idx="336">
                  <c:v>45660</c:v>
                </c:pt>
                <c:pt idx="337">
                  <c:v>45659</c:v>
                </c:pt>
                <c:pt idx="338">
                  <c:v>45658</c:v>
                </c:pt>
                <c:pt idx="339">
                  <c:v>45657</c:v>
                </c:pt>
                <c:pt idx="340">
                  <c:v>45656</c:v>
                </c:pt>
                <c:pt idx="341">
                  <c:v>45653</c:v>
                </c:pt>
                <c:pt idx="342">
                  <c:v>45652</c:v>
                </c:pt>
                <c:pt idx="343">
                  <c:v>45651</c:v>
                </c:pt>
                <c:pt idx="344">
                  <c:v>45650</c:v>
                </c:pt>
                <c:pt idx="345">
                  <c:v>45649</c:v>
                </c:pt>
                <c:pt idx="346">
                  <c:v>45646</c:v>
                </c:pt>
                <c:pt idx="347">
                  <c:v>45645</c:v>
                </c:pt>
                <c:pt idx="348">
                  <c:v>45644</c:v>
                </c:pt>
                <c:pt idx="349">
                  <c:v>45643</c:v>
                </c:pt>
                <c:pt idx="350">
                  <c:v>45642</c:v>
                </c:pt>
                <c:pt idx="351">
                  <c:v>45639</c:v>
                </c:pt>
                <c:pt idx="352">
                  <c:v>45638</c:v>
                </c:pt>
                <c:pt idx="353">
                  <c:v>45637</c:v>
                </c:pt>
                <c:pt idx="354">
                  <c:v>45636</c:v>
                </c:pt>
                <c:pt idx="355">
                  <c:v>45635</c:v>
                </c:pt>
                <c:pt idx="356">
                  <c:v>45632</c:v>
                </c:pt>
                <c:pt idx="357">
                  <c:v>45631</c:v>
                </c:pt>
                <c:pt idx="358">
                  <c:v>45630</c:v>
                </c:pt>
                <c:pt idx="359">
                  <c:v>45629</c:v>
                </c:pt>
                <c:pt idx="360">
                  <c:v>45628</c:v>
                </c:pt>
                <c:pt idx="361">
                  <c:v>45625</c:v>
                </c:pt>
                <c:pt idx="362">
                  <c:v>45624</c:v>
                </c:pt>
                <c:pt idx="363">
                  <c:v>45623</c:v>
                </c:pt>
                <c:pt idx="364">
                  <c:v>45622</c:v>
                </c:pt>
                <c:pt idx="365">
                  <c:v>45621</c:v>
                </c:pt>
                <c:pt idx="366">
                  <c:v>45618</c:v>
                </c:pt>
                <c:pt idx="367">
                  <c:v>45617</c:v>
                </c:pt>
                <c:pt idx="368">
                  <c:v>45616</c:v>
                </c:pt>
                <c:pt idx="369">
                  <c:v>45615</c:v>
                </c:pt>
                <c:pt idx="370">
                  <c:v>45614</c:v>
                </c:pt>
                <c:pt idx="371">
                  <c:v>45611</c:v>
                </c:pt>
                <c:pt idx="372">
                  <c:v>45610</c:v>
                </c:pt>
                <c:pt idx="373">
                  <c:v>45609</c:v>
                </c:pt>
                <c:pt idx="374">
                  <c:v>45608</c:v>
                </c:pt>
                <c:pt idx="375">
                  <c:v>45607</c:v>
                </c:pt>
                <c:pt idx="376">
                  <c:v>45604</c:v>
                </c:pt>
                <c:pt idx="377">
                  <c:v>45603</c:v>
                </c:pt>
                <c:pt idx="378">
                  <c:v>45602</c:v>
                </c:pt>
                <c:pt idx="379">
                  <c:v>45601</c:v>
                </c:pt>
                <c:pt idx="380">
                  <c:v>45600</c:v>
                </c:pt>
                <c:pt idx="381">
                  <c:v>45597</c:v>
                </c:pt>
                <c:pt idx="382">
                  <c:v>45596</c:v>
                </c:pt>
                <c:pt idx="383">
                  <c:v>45595</c:v>
                </c:pt>
                <c:pt idx="384">
                  <c:v>45594</c:v>
                </c:pt>
                <c:pt idx="385">
                  <c:v>45593</c:v>
                </c:pt>
                <c:pt idx="386">
                  <c:v>45590</c:v>
                </c:pt>
                <c:pt idx="387">
                  <c:v>45589</c:v>
                </c:pt>
                <c:pt idx="388">
                  <c:v>45588</c:v>
                </c:pt>
                <c:pt idx="389">
                  <c:v>45587</c:v>
                </c:pt>
                <c:pt idx="390">
                  <c:v>45586</c:v>
                </c:pt>
                <c:pt idx="391">
                  <c:v>45583</c:v>
                </c:pt>
                <c:pt idx="392">
                  <c:v>45582</c:v>
                </c:pt>
                <c:pt idx="393">
                  <c:v>45581</c:v>
                </c:pt>
                <c:pt idx="394">
                  <c:v>45580</c:v>
                </c:pt>
                <c:pt idx="395">
                  <c:v>45579</c:v>
                </c:pt>
                <c:pt idx="396">
                  <c:v>45576</c:v>
                </c:pt>
                <c:pt idx="397">
                  <c:v>45575</c:v>
                </c:pt>
                <c:pt idx="398">
                  <c:v>45574</c:v>
                </c:pt>
                <c:pt idx="399">
                  <c:v>45573</c:v>
                </c:pt>
                <c:pt idx="400">
                  <c:v>45572</c:v>
                </c:pt>
                <c:pt idx="401">
                  <c:v>45569</c:v>
                </c:pt>
                <c:pt idx="402">
                  <c:v>45568</c:v>
                </c:pt>
                <c:pt idx="403">
                  <c:v>45567</c:v>
                </c:pt>
                <c:pt idx="404">
                  <c:v>45566</c:v>
                </c:pt>
                <c:pt idx="405">
                  <c:v>45565</c:v>
                </c:pt>
                <c:pt idx="406">
                  <c:v>45562</c:v>
                </c:pt>
                <c:pt idx="407">
                  <c:v>45561</c:v>
                </c:pt>
                <c:pt idx="408">
                  <c:v>45560</c:v>
                </c:pt>
                <c:pt idx="409">
                  <c:v>45559</c:v>
                </c:pt>
                <c:pt idx="410">
                  <c:v>45558</c:v>
                </c:pt>
                <c:pt idx="411">
                  <c:v>45555</c:v>
                </c:pt>
                <c:pt idx="412">
                  <c:v>45554</c:v>
                </c:pt>
                <c:pt idx="413">
                  <c:v>45553</c:v>
                </c:pt>
                <c:pt idx="414">
                  <c:v>45552</c:v>
                </c:pt>
                <c:pt idx="415">
                  <c:v>45551</c:v>
                </c:pt>
                <c:pt idx="416">
                  <c:v>45548</c:v>
                </c:pt>
                <c:pt idx="417">
                  <c:v>45547</c:v>
                </c:pt>
                <c:pt idx="418">
                  <c:v>45546</c:v>
                </c:pt>
                <c:pt idx="419">
                  <c:v>45545</c:v>
                </c:pt>
                <c:pt idx="420">
                  <c:v>45544</c:v>
                </c:pt>
                <c:pt idx="421">
                  <c:v>45541</c:v>
                </c:pt>
                <c:pt idx="422">
                  <c:v>45540</c:v>
                </c:pt>
                <c:pt idx="423">
                  <c:v>45539</c:v>
                </c:pt>
                <c:pt idx="424">
                  <c:v>45538</c:v>
                </c:pt>
                <c:pt idx="425">
                  <c:v>45537</c:v>
                </c:pt>
                <c:pt idx="426">
                  <c:v>45534</c:v>
                </c:pt>
                <c:pt idx="427">
                  <c:v>45533</c:v>
                </c:pt>
                <c:pt idx="428">
                  <c:v>45532</c:v>
                </c:pt>
                <c:pt idx="429">
                  <c:v>45531</c:v>
                </c:pt>
                <c:pt idx="430">
                  <c:v>45530</c:v>
                </c:pt>
                <c:pt idx="431">
                  <c:v>45527</c:v>
                </c:pt>
                <c:pt idx="432">
                  <c:v>45526</c:v>
                </c:pt>
                <c:pt idx="433">
                  <c:v>45525</c:v>
                </c:pt>
                <c:pt idx="434">
                  <c:v>45524</c:v>
                </c:pt>
                <c:pt idx="435">
                  <c:v>45523</c:v>
                </c:pt>
                <c:pt idx="436">
                  <c:v>45520</c:v>
                </c:pt>
                <c:pt idx="437">
                  <c:v>45519</c:v>
                </c:pt>
                <c:pt idx="438">
                  <c:v>45518</c:v>
                </c:pt>
                <c:pt idx="439">
                  <c:v>45517</c:v>
                </c:pt>
                <c:pt idx="440">
                  <c:v>45516</c:v>
                </c:pt>
                <c:pt idx="441">
                  <c:v>45513</c:v>
                </c:pt>
                <c:pt idx="442">
                  <c:v>45512</c:v>
                </c:pt>
                <c:pt idx="443">
                  <c:v>45511</c:v>
                </c:pt>
                <c:pt idx="444">
                  <c:v>45510</c:v>
                </c:pt>
                <c:pt idx="445">
                  <c:v>45509</c:v>
                </c:pt>
                <c:pt idx="446">
                  <c:v>45506</c:v>
                </c:pt>
                <c:pt idx="447">
                  <c:v>45505</c:v>
                </c:pt>
                <c:pt idx="448">
                  <c:v>45504</c:v>
                </c:pt>
                <c:pt idx="449">
                  <c:v>45503</c:v>
                </c:pt>
                <c:pt idx="450">
                  <c:v>45502</c:v>
                </c:pt>
                <c:pt idx="451">
                  <c:v>45499</c:v>
                </c:pt>
                <c:pt idx="452">
                  <c:v>45498</c:v>
                </c:pt>
                <c:pt idx="453">
                  <c:v>45497</c:v>
                </c:pt>
                <c:pt idx="454">
                  <c:v>45496</c:v>
                </c:pt>
                <c:pt idx="455">
                  <c:v>45495</c:v>
                </c:pt>
                <c:pt idx="456">
                  <c:v>45492</c:v>
                </c:pt>
                <c:pt idx="457">
                  <c:v>45491</c:v>
                </c:pt>
                <c:pt idx="458">
                  <c:v>45490</c:v>
                </c:pt>
                <c:pt idx="459">
                  <c:v>45489</c:v>
                </c:pt>
                <c:pt idx="460">
                  <c:v>45488</c:v>
                </c:pt>
                <c:pt idx="461">
                  <c:v>45485</c:v>
                </c:pt>
                <c:pt idx="462">
                  <c:v>45484</c:v>
                </c:pt>
                <c:pt idx="463">
                  <c:v>45483</c:v>
                </c:pt>
                <c:pt idx="464">
                  <c:v>45482</c:v>
                </c:pt>
                <c:pt idx="465">
                  <c:v>45481</c:v>
                </c:pt>
                <c:pt idx="466">
                  <c:v>45478</c:v>
                </c:pt>
                <c:pt idx="467">
                  <c:v>45477</c:v>
                </c:pt>
                <c:pt idx="468">
                  <c:v>45476</c:v>
                </c:pt>
                <c:pt idx="469">
                  <c:v>45475</c:v>
                </c:pt>
                <c:pt idx="470">
                  <c:v>45474</c:v>
                </c:pt>
                <c:pt idx="471">
                  <c:v>45471</c:v>
                </c:pt>
                <c:pt idx="472">
                  <c:v>45470</c:v>
                </c:pt>
                <c:pt idx="473">
                  <c:v>45469</c:v>
                </c:pt>
                <c:pt idx="474">
                  <c:v>45468</c:v>
                </c:pt>
                <c:pt idx="475">
                  <c:v>45467</c:v>
                </c:pt>
                <c:pt idx="476">
                  <c:v>45464</c:v>
                </c:pt>
                <c:pt idx="477">
                  <c:v>45463</c:v>
                </c:pt>
                <c:pt idx="478">
                  <c:v>45462</c:v>
                </c:pt>
                <c:pt idx="479">
                  <c:v>45461</c:v>
                </c:pt>
                <c:pt idx="480">
                  <c:v>45460</c:v>
                </c:pt>
                <c:pt idx="481">
                  <c:v>45457</c:v>
                </c:pt>
                <c:pt idx="482">
                  <c:v>45456</c:v>
                </c:pt>
                <c:pt idx="483">
                  <c:v>45455</c:v>
                </c:pt>
                <c:pt idx="484">
                  <c:v>45454</c:v>
                </c:pt>
                <c:pt idx="485">
                  <c:v>45453</c:v>
                </c:pt>
                <c:pt idx="486">
                  <c:v>45450</c:v>
                </c:pt>
                <c:pt idx="487">
                  <c:v>45449</c:v>
                </c:pt>
                <c:pt idx="488">
                  <c:v>45448</c:v>
                </c:pt>
                <c:pt idx="489">
                  <c:v>45447</c:v>
                </c:pt>
                <c:pt idx="490">
                  <c:v>45446</c:v>
                </c:pt>
                <c:pt idx="491">
                  <c:v>45443</c:v>
                </c:pt>
                <c:pt idx="492">
                  <c:v>45442</c:v>
                </c:pt>
                <c:pt idx="493">
                  <c:v>45441</c:v>
                </c:pt>
                <c:pt idx="494">
                  <c:v>45440</c:v>
                </c:pt>
                <c:pt idx="495">
                  <c:v>45439</c:v>
                </c:pt>
                <c:pt idx="496">
                  <c:v>45436</c:v>
                </c:pt>
                <c:pt idx="497">
                  <c:v>45435</c:v>
                </c:pt>
                <c:pt idx="498">
                  <c:v>45434</c:v>
                </c:pt>
                <c:pt idx="499">
                  <c:v>45433</c:v>
                </c:pt>
                <c:pt idx="500">
                  <c:v>45432</c:v>
                </c:pt>
                <c:pt idx="501">
                  <c:v>45429</c:v>
                </c:pt>
                <c:pt idx="502">
                  <c:v>45428</c:v>
                </c:pt>
                <c:pt idx="503">
                  <c:v>45427</c:v>
                </c:pt>
                <c:pt idx="504">
                  <c:v>45426</c:v>
                </c:pt>
                <c:pt idx="505">
                  <c:v>45425</c:v>
                </c:pt>
                <c:pt idx="506">
                  <c:v>45422</c:v>
                </c:pt>
                <c:pt idx="507">
                  <c:v>45421</c:v>
                </c:pt>
                <c:pt idx="508">
                  <c:v>45420</c:v>
                </c:pt>
                <c:pt idx="509">
                  <c:v>45419</c:v>
                </c:pt>
                <c:pt idx="510">
                  <c:v>45418</c:v>
                </c:pt>
                <c:pt idx="511">
                  <c:v>45415</c:v>
                </c:pt>
                <c:pt idx="512">
                  <c:v>45414</c:v>
                </c:pt>
                <c:pt idx="513">
                  <c:v>45413</c:v>
                </c:pt>
                <c:pt idx="514">
                  <c:v>45412</c:v>
                </c:pt>
                <c:pt idx="515">
                  <c:v>45411</c:v>
                </c:pt>
                <c:pt idx="516">
                  <c:v>45408</c:v>
                </c:pt>
                <c:pt idx="517">
                  <c:v>45407</c:v>
                </c:pt>
                <c:pt idx="518">
                  <c:v>45406</c:v>
                </c:pt>
                <c:pt idx="519">
                  <c:v>45405</c:v>
                </c:pt>
                <c:pt idx="520">
                  <c:v>45404</c:v>
                </c:pt>
                <c:pt idx="521">
                  <c:v>45401</c:v>
                </c:pt>
                <c:pt idx="522">
                  <c:v>45400</c:v>
                </c:pt>
                <c:pt idx="523">
                  <c:v>45399</c:v>
                </c:pt>
                <c:pt idx="524">
                  <c:v>45398</c:v>
                </c:pt>
                <c:pt idx="525">
                  <c:v>45397</c:v>
                </c:pt>
                <c:pt idx="526">
                  <c:v>45394</c:v>
                </c:pt>
                <c:pt idx="527">
                  <c:v>45393</c:v>
                </c:pt>
                <c:pt idx="528">
                  <c:v>45392</c:v>
                </c:pt>
                <c:pt idx="529">
                  <c:v>45391</c:v>
                </c:pt>
                <c:pt idx="530">
                  <c:v>45390</c:v>
                </c:pt>
                <c:pt idx="531">
                  <c:v>45387</c:v>
                </c:pt>
                <c:pt idx="532">
                  <c:v>45386</c:v>
                </c:pt>
                <c:pt idx="533">
                  <c:v>45385</c:v>
                </c:pt>
                <c:pt idx="534">
                  <c:v>45384</c:v>
                </c:pt>
                <c:pt idx="535">
                  <c:v>45383</c:v>
                </c:pt>
                <c:pt idx="536">
                  <c:v>45380</c:v>
                </c:pt>
                <c:pt idx="537">
                  <c:v>45379</c:v>
                </c:pt>
                <c:pt idx="538">
                  <c:v>45378</c:v>
                </c:pt>
                <c:pt idx="539">
                  <c:v>45377</c:v>
                </c:pt>
                <c:pt idx="540">
                  <c:v>45376</c:v>
                </c:pt>
                <c:pt idx="541">
                  <c:v>45373</c:v>
                </c:pt>
                <c:pt idx="542">
                  <c:v>45372</c:v>
                </c:pt>
                <c:pt idx="543">
                  <c:v>45371</c:v>
                </c:pt>
                <c:pt idx="544">
                  <c:v>45370</c:v>
                </c:pt>
                <c:pt idx="545">
                  <c:v>45369</c:v>
                </c:pt>
                <c:pt idx="546">
                  <c:v>45366</c:v>
                </c:pt>
                <c:pt idx="547">
                  <c:v>45365</c:v>
                </c:pt>
                <c:pt idx="548">
                  <c:v>45364</c:v>
                </c:pt>
                <c:pt idx="549">
                  <c:v>45363</c:v>
                </c:pt>
                <c:pt idx="550">
                  <c:v>45362</c:v>
                </c:pt>
                <c:pt idx="551">
                  <c:v>45359</c:v>
                </c:pt>
                <c:pt idx="552">
                  <c:v>45358</c:v>
                </c:pt>
                <c:pt idx="553">
                  <c:v>45357</c:v>
                </c:pt>
                <c:pt idx="554">
                  <c:v>45356</c:v>
                </c:pt>
                <c:pt idx="555">
                  <c:v>45355</c:v>
                </c:pt>
                <c:pt idx="556">
                  <c:v>45352</c:v>
                </c:pt>
                <c:pt idx="557">
                  <c:v>45351</c:v>
                </c:pt>
                <c:pt idx="558">
                  <c:v>45350</c:v>
                </c:pt>
                <c:pt idx="559">
                  <c:v>45349</c:v>
                </c:pt>
                <c:pt idx="560">
                  <c:v>45348</c:v>
                </c:pt>
                <c:pt idx="561">
                  <c:v>45345</c:v>
                </c:pt>
                <c:pt idx="562">
                  <c:v>45344</c:v>
                </c:pt>
                <c:pt idx="563">
                  <c:v>45343</c:v>
                </c:pt>
                <c:pt idx="564">
                  <c:v>45342</c:v>
                </c:pt>
                <c:pt idx="565">
                  <c:v>45341</c:v>
                </c:pt>
                <c:pt idx="566">
                  <c:v>45338</c:v>
                </c:pt>
                <c:pt idx="567">
                  <c:v>45337</c:v>
                </c:pt>
                <c:pt idx="568">
                  <c:v>45336</c:v>
                </c:pt>
                <c:pt idx="569">
                  <c:v>45335</c:v>
                </c:pt>
                <c:pt idx="570">
                  <c:v>45334</c:v>
                </c:pt>
                <c:pt idx="571">
                  <c:v>45331</c:v>
                </c:pt>
                <c:pt idx="572">
                  <c:v>45330</c:v>
                </c:pt>
                <c:pt idx="573">
                  <c:v>45329</c:v>
                </c:pt>
                <c:pt idx="574">
                  <c:v>45328</c:v>
                </c:pt>
                <c:pt idx="575">
                  <c:v>45327</c:v>
                </c:pt>
                <c:pt idx="576">
                  <c:v>45324</c:v>
                </c:pt>
                <c:pt idx="577">
                  <c:v>45323</c:v>
                </c:pt>
                <c:pt idx="578">
                  <c:v>45322</c:v>
                </c:pt>
                <c:pt idx="579">
                  <c:v>45321</c:v>
                </c:pt>
                <c:pt idx="580">
                  <c:v>45320</c:v>
                </c:pt>
                <c:pt idx="581">
                  <c:v>45317</c:v>
                </c:pt>
                <c:pt idx="582">
                  <c:v>45316</c:v>
                </c:pt>
                <c:pt idx="583">
                  <c:v>45315</c:v>
                </c:pt>
                <c:pt idx="584">
                  <c:v>45314</c:v>
                </c:pt>
                <c:pt idx="585">
                  <c:v>45313</c:v>
                </c:pt>
                <c:pt idx="586">
                  <c:v>45310</c:v>
                </c:pt>
                <c:pt idx="587">
                  <c:v>45309</c:v>
                </c:pt>
                <c:pt idx="588">
                  <c:v>45308</c:v>
                </c:pt>
                <c:pt idx="589">
                  <c:v>45307</c:v>
                </c:pt>
                <c:pt idx="590">
                  <c:v>45306</c:v>
                </c:pt>
                <c:pt idx="591">
                  <c:v>45303</c:v>
                </c:pt>
                <c:pt idx="592">
                  <c:v>45302</c:v>
                </c:pt>
                <c:pt idx="593">
                  <c:v>45301</c:v>
                </c:pt>
                <c:pt idx="594">
                  <c:v>45300</c:v>
                </c:pt>
                <c:pt idx="595">
                  <c:v>45299</c:v>
                </c:pt>
                <c:pt idx="596">
                  <c:v>45296</c:v>
                </c:pt>
                <c:pt idx="597">
                  <c:v>45295</c:v>
                </c:pt>
                <c:pt idx="598">
                  <c:v>45294</c:v>
                </c:pt>
                <c:pt idx="599">
                  <c:v>45293</c:v>
                </c:pt>
                <c:pt idx="600">
                  <c:v>45292</c:v>
                </c:pt>
                <c:pt idx="601">
                  <c:v>45289</c:v>
                </c:pt>
                <c:pt idx="602">
                  <c:v>45288</c:v>
                </c:pt>
                <c:pt idx="603">
                  <c:v>45287</c:v>
                </c:pt>
                <c:pt idx="604">
                  <c:v>45286</c:v>
                </c:pt>
                <c:pt idx="605">
                  <c:v>45285</c:v>
                </c:pt>
                <c:pt idx="606">
                  <c:v>45282</c:v>
                </c:pt>
                <c:pt idx="607">
                  <c:v>45281</c:v>
                </c:pt>
                <c:pt idx="608">
                  <c:v>45280</c:v>
                </c:pt>
                <c:pt idx="609">
                  <c:v>45279</c:v>
                </c:pt>
                <c:pt idx="610">
                  <c:v>45278</c:v>
                </c:pt>
                <c:pt idx="611">
                  <c:v>45275</c:v>
                </c:pt>
                <c:pt idx="612">
                  <c:v>45274</c:v>
                </c:pt>
                <c:pt idx="613">
                  <c:v>45273</c:v>
                </c:pt>
                <c:pt idx="614">
                  <c:v>45272</c:v>
                </c:pt>
                <c:pt idx="615">
                  <c:v>45271</c:v>
                </c:pt>
                <c:pt idx="616">
                  <c:v>45268</c:v>
                </c:pt>
                <c:pt idx="617">
                  <c:v>45267</c:v>
                </c:pt>
                <c:pt idx="618">
                  <c:v>45266</c:v>
                </c:pt>
                <c:pt idx="619">
                  <c:v>45265</c:v>
                </c:pt>
                <c:pt idx="620">
                  <c:v>45264</c:v>
                </c:pt>
                <c:pt idx="621">
                  <c:v>45261</c:v>
                </c:pt>
                <c:pt idx="622">
                  <c:v>45260</c:v>
                </c:pt>
                <c:pt idx="623">
                  <c:v>45259</c:v>
                </c:pt>
                <c:pt idx="624">
                  <c:v>45258</c:v>
                </c:pt>
                <c:pt idx="625">
                  <c:v>45257</c:v>
                </c:pt>
                <c:pt idx="626">
                  <c:v>45254</c:v>
                </c:pt>
                <c:pt idx="627">
                  <c:v>45253</c:v>
                </c:pt>
                <c:pt idx="628">
                  <c:v>45252</c:v>
                </c:pt>
                <c:pt idx="629">
                  <c:v>45251</c:v>
                </c:pt>
                <c:pt idx="630">
                  <c:v>45250</c:v>
                </c:pt>
                <c:pt idx="631">
                  <c:v>45247</c:v>
                </c:pt>
                <c:pt idx="632">
                  <c:v>45246</c:v>
                </c:pt>
                <c:pt idx="633">
                  <c:v>45245</c:v>
                </c:pt>
                <c:pt idx="634">
                  <c:v>45244</c:v>
                </c:pt>
                <c:pt idx="635">
                  <c:v>45243</c:v>
                </c:pt>
                <c:pt idx="636">
                  <c:v>45240</c:v>
                </c:pt>
                <c:pt idx="637">
                  <c:v>45239</c:v>
                </c:pt>
                <c:pt idx="638">
                  <c:v>45238</c:v>
                </c:pt>
                <c:pt idx="639">
                  <c:v>45237</c:v>
                </c:pt>
                <c:pt idx="640">
                  <c:v>45236</c:v>
                </c:pt>
                <c:pt idx="641">
                  <c:v>45233</c:v>
                </c:pt>
                <c:pt idx="642">
                  <c:v>45232</c:v>
                </c:pt>
                <c:pt idx="643">
                  <c:v>45231</c:v>
                </c:pt>
                <c:pt idx="644">
                  <c:v>45230</c:v>
                </c:pt>
                <c:pt idx="645">
                  <c:v>45229</c:v>
                </c:pt>
                <c:pt idx="646">
                  <c:v>45226</c:v>
                </c:pt>
                <c:pt idx="647">
                  <c:v>45225</c:v>
                </c:pt>
                <c:pt idx="648">
                  <c:v>45224</c:v>
                </c:pt>
                <c:pt idx="649">
                  <c:v>45223</c:v>
                </c:pt>
                <c:pt idx="650">
                  <c:v>45222</c:v>
                </c:pt>
                <c:pt idx="651">
                  <c:v>45219</c:v>
                </c:pt>
                <c:pt idx="652">
                  <c:v>45218</c:v>
                </c:pt>
                <c:pt idx="653">
                  <c:v>45217</c:v>
                </c:pt>
                <c:pt idx="654">
                  <c:v>45216</c:v>
                </c:pt>
                <c:pt idx="655">
                  <c:v>45215</c:v>
                </c:pt>
                <c:pt idx="656">
                  <c:v>45212</c:v>
                </c:pt>
                <c:pt idx="657">
                  <c:v>45211</c:v>
                </c:pt>
                <c:pt idx="658">
                  <c:v>45210</c:v>
                </c:pt>
                <c:pt idx="659">
                  <c:v>45209</c:v>
                </c:pt>
                <c:pt idx="660">
                  <c:v>45208</c:v>
                </c:pt>
                <c:pt idx="661">
                  <c:v>45205</c:v>
                </c:pt>
                <c:pt idx="662">
                  <c:v>45204</c:v>
                </c:pt>
                <c:pt idx="663">
                  <c:v>45203</c:v>
                </c:pt>
                <c:pt idx="664">
                  <c:v>45202</c:v>
                </c:pt>
                <c:pt idx="665">
                  <c:v>45201</c:v>
                </c:pt>
                <c:pt idx="666">
                  <c:v>45198</c:v>
                </c:pt>
                <c:pt idx="667">
                  <c:v>45197</c:v>
                </c:pt>
                <c:pt idx="668">
                  <c:v>45196</c:v>
                </c:pt>
                <c:pt idx="669">
                  <c:v>45195</c:v>
                </c:pt>
                <c:pt idx="670">
                  <c:v>45194</c:v>
                </c:pt>
                <c:pt idx="671">
                  <c:v>45191</c:v>
                </c:pt>
                <c:pt idx="672">
                  <c:v>45190</c:v>
                </c:pt>
                <c:pt idx="673">
                  <c:v>45189</c:v>
                </c:pt>
                <c:pt idx="674">
                  <c:v>45188</c:v>
                </c:pt>
                <c:pt idx="675">
                  <c:v>45187</c:v>
                </c:pt>
                <c:pt idx="676">
                  <c:v>45184</c:v>
                </c:pt>
                <c:pt idx="677">
                  <c:v>45183</c:v>
                </c:pt>
                <c:pt idx="678">
                  <c:v>45182</c:v>
                </c:pt>
                <c:pt idx="679">
                  <c:v>45181</c:v>
                </c:pt>
                <c:pt idx="680">
                  <c:v>45180</c:v>
                </c:pt>
                <c:pt idx="681">
                  <c:v>45177</c:v>
                </c:pt>
                <c:pt idx="682">
                  <c:v>45176</c:v>
                </c:pt>
                <c:pt idx="683">
                  <c:v>45175</c:v>
                </c:pt>
                <c:pt idx="684">
                  <c:v>45174</c:v>
                </c:pt>
                <c:pt idx="685">
                  <c:v>45173</c:v>
                </c:pt>
                <c:pt idx="686">
                  <c:v>45170</c:v>
                </c:pt>
                <c:pt idx="687">
                  <c:v>45169</c:v>
                </c:pt>
                <c:pt idx="688">
                  <c:v>45168</c:v>
                </c:pt>
                <c:pt idx="689">
                  <c:v>45167</c:v>
                </c:pt>
                <c:pt idx="690">
                  <c:v>45166</c:v>
                </c:pt>
                <c:pt idx="691">
                  <c:v>45163</c:v>
                </c:pt>
                <c:pt idx="692">
                  <c:v>45162</c:v>
                </c:pt>
                <c:pt idx="693">
                  <c:v>45161</c:v>
                </c:pt>
                <c:pt idx="694">
                  <c:v>45160</c:v>
                </c:pt>
                <c:pt idx="695">
                  <c:v>45159</c:v>
                </c:pt>
                <c:pt idx="696">
                  <c:v>45156</c:v>
                </c:pt>
                <c:pt idx="697">
                  <c:v>45155</c:v>
                </c:pt>
                <c:pt idx="698">
                  <c:v>45154</c:v>
                </c:pt>
                <c:pt idx="699">
                  <c:v>45153</c:v>
                </c:pt>
                <c:pt idx="700">
                  <c:v>45152</c:v>
                </c:pt>
                <c:pt idx="701">
                  <c:v>45149</c:v>
                </c:pt>
                <c:pt idx="702">
                  <c:v>45148</c:v>
                </c:pt>
                <c:pt idx="703">
                  <c:v>45147</c:v>
                </c:pt>
                <c:pt idx="704">
                  <c:v>45146</c:v>
                </c:pt>
                <c:pt idx="705">
                  <c:v>45145</c:v>
                </c:pt>
                <c:pt idx="706">
                  <c:v>45142</c:v>
                </c:pt>
                <c:pt idx="707">
                  <c:v>45141</c:v>
                </c:pt>
                <c:pt idx="708">
                  <c:v>45140</c:v>
                </c:pt>
                <c:pt idx="709">
                  <c:v>45139</c:v>
                </c:pt>
                <c:pt idx="710">
                  <c:v>45138</c:v>
                </c:pt>
                <c:pt idx="711">
                  <c:v>45135</c:v>
                </c:pt>
                <c:pt idx="712">
                  <c:v>45134</c:v>
                </c:pt>
                <c:pt idx="713">
                  <c:v>45133</c:v>
                </c:pt>
                <c:pt idx="714">
                  <c:v>45132</c:v>
                </c:pt>
                <c:pt idx="715">
                  <c:v>45131</c:v>
                </c:pt>
                <c:pt idx="716">
                  <c:v>45128</c:v>
                </c:pt>
                <c:pt idx="717">
                  <c:v>45127</c:v>
                </c:pt>
                <c:pt idx="718">
                  <c:v>45126</c:v>
                </c:pt>
                <c:pt idx="719">
                  <c:v>45125</c:v>
                </c:pt>
                <c:pt idx="720">
                  <c:v>45124</c:v>
                </c:pt>
                <c:pt idx="721">
                  <c:v>45121</c:v>
                </c:pt>
                <c:pt idx="722">
                  <c:v>45120</c:v>
                </c:pt>
                <c:pt idx="723">
                  <c:v>45119</c:v>
                </c:pt>
                <c:pt idx="724">
                  <c:v>45118</c:v>
                </c:pt>
                <c:pt idx="725">
                  <c:v>45117</c:v>
                </c:pt>
                <c:pt idx="726">
                  <c:v>45114</c:v>
                </c:pt>
                <c:pt idx="727">
                  <c:v>45113</c:v>
                </c:pt>
                <c:pt idx="728">
                  <c:v>45112</c:v>
                </c:pt>
                <c:pt idx="729">
                  <c:v>45111</c:v>
                </c:pt>
                <c:pt idx="730">
                  <c:v>45110</c:v>
                </c:pt>
                <c:pt idx="731">
                  <c:v>45107</c:v>
                </c:pt>
                <c:pt idx="732">
                  <c:v>45106</c:v>
                </c:pt>
                <c:pt idx="733">
                  <c:v>45105</c:v>
                </c:pt>
                <c:pt idx="734">
                  <c:v>45104</c:v>
                </c:pt>
                <c:pt idx="735">
                  <c:v>45103</c:v>
                </c:pt>
                <c:pt idx="736">
                  <c:v>45100</c:v>
                </c:pt>
                <c:pt idx="737">
                  <c:v>45099</c:v>
                </c:pt>
                <c:pt idx="738">
                  <c:v>45098</c:v>
                </c:pt>
                <c:pt idx="739">
                  <c:v>45097</c:v>
                </c:pt>
                <c:pt idx="740">
                  <c:v>45096</c:v>
                </c:pt>
                <c:pt idx="741">
                  <c:v>45093</c:v>
                </c:pt>
                <c:pt idx="742">
                  <c:v>45092</c:v>
                </c:pt>
                <c:pt idx="743">
                  <c:v>45091</c:v>
                </c:pt>
                <c:pt idx="744">
                  <c:v>45090</c:v>
                </c:pt>
                <c:pt idx="745">
                  <c:v>45089</c:v>
                </c:pt>
                <c:pt idx="746">
                  <c:v>45086</c:v>
                </c:pt>
                <c:pt idx="747">
                  <c:v>45085</c:v>
                </c:pt>
                <c:pt idx="748">
                  <c:v>45084</c:v>
                </c:pt>
                <c:pt idx="749">
                  <c:v>45083</c:v>
                </c:pt>
                <c:pt idx="750">
                  <c:v>45082</c:v>
                </c:pt>
                <c:pt idx="751">
                  <c:v>45079</c:v>
                </c:pt>
                <c:pt idx="752">
                  <c:v>45078</c:v>
                </c:pt>
                <c:pt idx="753">
                  <c:v>45077</c:v>
                </c:pt>
                <c:pt idx="754">
                  <c:v>45076</c:v>
                </c:pt>
                <c:pt idx="755">
                  <c:v>45075</c:v>
                </c:pt>
                <c:pt idx="756">
                  <c:v>45072</c:v>
                </c:pt>
                <c:pt idx="757">
                  <c:v>45071</c:v>
                </c:pt>
                <c:pt idx="758">
                  <c:v>45070</c:v>
                </c:pt>
                <c:pt idx="759">
                  <c:v>45069</c:v>
                </c:pt>
                <c:pt idx="760">
                  <c:v>45068</c:v>
                </c:pt>
                <c:pt idx="761">
                  <c:v>45065</c:v>
                </c:pt>
                <c:pt idx="762">
                  <c:v>45064</c:v>
                </c:pt>
                <c:pt idx="763">
                  <c:v>45063</c:v>
                </c:pt>
                <c:pt idx="764">
                  <c:v>45062</c:v>
                </c:pt>
                <c:pt idx="765">
                  <c:v>45061</c:v>
                </c:pt>
                <c:pt idx="766">
                  <c:v>45058</c:v>
                </c:pt>
                <c:pt idx="767">
                  <c:v>45057</c:v>
                </c:pt>
                <c:pt idx="768">
                  <c:v>45056</c:v>
                </c:pt>
                <c:pt idx="769">
                  <c:v>45055</c:v>
                </c:pt>
                <c:pt idx="770">
                  <c:v>45054</c:v>
                </c:pt>
                <c:pt idx="771">
                  <c:v>45051</c:v>
                </c:pt>
                <c:pt idx="772">
                  <c:v>45050</c:v>
                </c:pt>
                <c:pt idx="773">
                  <c:v>45049</c:v>
                </c:pt>
                <c:pt idx="774">
                  <c:v>45048</c:v>
                </c:pt>
                <c:pt idx="775">
                  <c:v>45047</c:v>
                </c:pt>
                <c:pt idx="776">
                  <c:v>45044</c:v>
                </c:pt>
                <c:pt idx="777">
                  <c:v>45043</c:v>
                </c:pt>
                <c:pt idx="778">
                  <c:v>45042</c:v>
                </c:pt>
                <c:pt idx="779">
                  <c:v>45041</c:v>
                </c:pt>
                <c:pt idx="780">
                  <c:v>45040</c:v>
                </c:pt>
                <c:pt idx="781">
                  <c:v>45037</c:v>
                </c:pt>
                <c:pt idx="782">
                  <c:v>45036</c:v>
                </c:pt>
                <c:pt idx="783">
                  <c:v>45035</c:v>
                </c:pt>
                <c:pt idx="784">
                  <c:v>45034</c:v>
                </c:pt>
                <c:pt idx="785">
                  <c:v>45033</c:v>
                </c:pt>
                <c:pt idx="786">
                  <c:v>45030</c:v>
                </c:pt>
                <c:pt idx="787">
                  <c:v>45029</c:v>
                </c:pt>
                <c:pt idx="788">
                  <c:v>45028</c:v>
                </c:pt>
                <c:pt idx="789">
                  <c:v>45027</c:v>
                </c:pt>
                <c:pt idx="790">
                  <c:v>45026</c:v>
                </c:pt>
                <c:pt idx="791">
                  <c:v>45023</c:v>
                </c:pt>
                <c:pt idx="792">
                  <c:v>45022</c:v>
                </c:pt>
                <c:pt idx="793">
                  <c:v>45021</c:v>
                </c:pt>
                <c:pt idx="794">
                  <c:v>45020</c:v>
                </c:pt>
                <c:pt idx="795">
                  <c:v>45019</c:v>
                </c:pt>
                <c:pt idx="796">
                  <c:v>45016</c:v>
                </c:pt>
                <c:pt idx="797">
                  <c:v>45015</c:v>
                </c:pt>
                <c:pt idx="798">
                  <c:v>45014</c:v>
                </c:pt>
                <c:pt idx="799">
                  <c:v>45013</c:v>
                </c:pt>
                <c:pt idx="800">
                  <c:v>45012</c:v>
                </c:pt>
                <c:pt idx="801">
                  <c:v>45009</c:v>
                </c:pt>
                <c:pt idx="802">
                  <c:v>45008</c:v>
                </c:pt>
                <c:pt idx="803">
                  <c:v>45007</c:v>
                </c:pt>
                <c:pt idx="804">
                  <c:v>45006</c:v>
                </c:pt>
                <c:pt idx="805">
                  <c:v>45005</c:v>
                </c:pt>
                <c:pt idx="806">
                  <c:v>45002</c:v>
                </c:pt>
                <c:pt idx="807">
                  <c:v>45001</c:v>
                </c:pt>
                <c:pt idx="808">
                  <c:v>45000</c:v>
                </c:pt>
                <c:pt idx="809">
                  <c:v>44999</c:v>
                </c:pt>
                <c:pt idx="810">
                  <c:v>44998</c:v>
                </c:pt>
                <c:pt idx="811">
                  <c:v>44995</c:v>
                </c:pt>
                <c:pt idx="812">
                  <c:v>44994</c:v>
                </c:pt>
                <c:pt idx="813">
                  <c:v>44993</c:v>
                </c:pt>
                <c:pt idx="814">
                  <c:v>44992</c:v>
                </c:pt>
                <c:pt idx="815">
                  <c:v>44991</c:v>
                </c:pt>
                <c:pt idx="816">
                  <c:v>44988</c:v>
                </c:pt>
                <c:pt idx="817">
                  <c:v>44987</c:v>
                </c:pt>
                <c:pt idx="818">
                  <c:v>44986</c:v>
                </c:pt>
                <c:pt idx="819">
                  <c:v>44985</c:v>
                </c:pt>
                <c:pt idx="820">
                  <c:v>44984</c:v>
                </c:pt>
                <c:pt idx="821">
                  <c:v>44981</c:v>
                </c:pt>
                <c:pt idx="822">
                  <c:v>44980</c:v>
                </c:pt>
                <c:pt idx="823">
                  <c:v>44979</c:v>
                </c:pt>
                <c:pt idx="824">
                  <c:v>44978</c:v>
                </c:pt>
                <c:pt idx="825">
                  <c:v>44977</c:v>
                </c:pt>
                <c:pt idx="826">
                  <c:v>44974</c:v>
                </c:pt>
                <c:pt idx="827">
                  <c:v>44973</c:v>
                </c:pt>
                <c:pt idx="828">
                  <c:v>44972</c:v>
                </c:pt>
                <c:pt idx="829">
                  <c:v>44971</c:v>
                </c:pt>
                <c:pt idx="830">
                  <c:v>44970</c:v>
                </c:pt>
                <c:pt idx="831">
                  <c:v>44967</c:v>
                </c:pt>
                <c:pt idx="832">
                  <c:v>44966</c:v>
                </c:pt>
                <c:pt idx="833">
                  <c:v>44965</c:v>
                </c:pt>
                <c:pt idx="834">
                  <c:v>44964</c:v>
                </c:pt>
                <c:pt idx="835">
                  <c:v>44963</c:v>
                </c:pt>
                <c:pt idx="836">
                  <c:v>44960</c:v>
                </c:pt>
                <c:pt idx="837">
                  <c:v>44959</c:v>
                </c:pt>
                <c:pt idx="838">
                  <c:v>44958</c:v>
                </c:pt>
                <c:pt idx="839">
                  <c:v>44957</c:v>
                </c:pt>
                <c:pt idx="840">
                  <c:v>44956</c:v>
                </c:pt>
                <c:pt idx="841">
                  <c:v>44953</c:v>
                </c:pt>
                <c:pt idx="842">
                  <c:v>44952</c:v>
                </c:pt>
                <c:pt idx="843">
                  <c:v>44951</c:v>
                </c:pt>
                <c:pt idx="844">
                  <c:v>44950</c:v>
                </c:pt>
                <c:pt idx="845">
                  <c:v>44949</c:v>
                </c:pt>
                <c:pt idx="846">
                  <c:v>44946</c:v>
                </c:pt>
                <c:pt idx="847">
                  <c:v>44945</c:v>
                </c:pt>
                <c:pt idx="848">
                  <c:v>44944</c:v>
                </c:pt>
                <c:pt idx="849">
                  <c:v>44943</c:v>
                </c:pt>
                <c:pt idx="850">
                  <c:v>44942</c:v>
                </c:pt>
                <c:pt idx="851">
                  <c:v>44939</c:v>
                </c:pt>
                <c:pt idx="852">
                  <c:v>44938</c:v>
                </c:pt>
                <c:pt idx="853">
                  <c:v>44937</c:v>
                </c:pt>
                <c:pt idx="854">
                  <c:v>44936</c:v>
                </c:pt>
                <c:pt idx="855">
                  <c:v>44935</c:v>
                </c:pt>
                <c:pt idx="856">
                  <c:v>44932</c:v>
                </c:pt>
                <c:pt idx="857">
                  <c:v>44931</c:v>
                </c:pt>
                <c:pt idx="858">
                  <c:v>44930</c:v>
                </c:pt>
                <c:pt idx="859">
                  <c:v>44929</c:v>
                </c:pt>
                <c:pt idx="860">
                  <c:v>44928</c:v>
                </c:pt>
                <c:pt idx="861">
                  <c:v>44925</c:v>
                </c:pt>
                <c:pt idx="862">
                  <c:v>44924</c:v>
                </c:pt>
                <c:pt idx="863">
                  <c:v>44923</c:v>
                </c:pt>
                <c:pt idx="864">
                  <c:v>44922</c:v>
                </c:pt>
                <c:pt idx="865">
                  <c:v>44921</c:v>
                </c:pt>
                <c:pt idx="866">
                  <c:v>44918</c:v>
                </c:pt>
                <c:pt idx="867">
                  <c:v>44917</c:v>
                </c:pt>
                <c:pt idx="868">
                  <c:v>44916</c:v>
                </c:pt>
                <c:pt idx="869">
                  <c:v>44915</c:v>
                </c:pt>
                <c:pt idx="870">
                  <c:v>44914</c:v>
                </c:pt>
                <c:pt idx="871">
                  <c:v>44911</c:v>
                </c:pt>
                <c:pt idx="872">
                  <c:v>44910</c:v>
                </c:pt>
                <c:pt idx="873">
                  <c:v>44909</c:v>
                </c:pt>
                <c:pt idx="874">
                  <c:v>44908</c:v>
                </c:pt>
                <c:pt idx="875">
                  <c:v>44907</c:v>
                </c:pt>
                <c:pt idx="876">
                  <c:v>44904</c:v>
                </c:pt>
                <c:pt idx="877">
                  <c:v>44903</c:v>
                </c:pt>
                <c:pt idx="878">
                  <c:v>44902</c:v>
                </c:pt>
                <c:pt idx="879">
                  <c:v>44901</c:v>
                </c:pt>
                <c:pt idx="880">
                  <c:v>44900</c:v>
                </c:pt>
                <c:pt idx="881">
                  <c:v>44897</c:v>
                </c:pt>
                <c:pt idx="882">
                  <c:v>44896</c:v>
                </c:pt>
                <c:pt idx="883">
                  <c:v>44895</c:v>
                </c:pt>
                <c:pt idx="884">
                  <c:v>44894</c:v>
                </c:pt>
                <c:pt idx="885">
                  <c:v>44893</c:v>
                </c:pt>
                <c:pt idx="886">
                  <c:v>44890</c:v>
                </c:pt>
                <c:pt idx="887">
                  <c:v>44889</c:v>
                </c:pt>
                <c:pt idx="888">
                  <c:v>44888</c:v>
                </c:pt>
                <c:pt idx="889">
                  <c:v>44887</c:v>
                </c:pt>
                <c:pt idx="890">
                  <c:v>44886</c:v>
                </c:pt>
                <c:pt idx="891">
                  <c:v>44883</c:v>
                </c:pt>
                <c:pt idx="892">
                  <c:v>44882</c:v>
                </c:pt>
                <c:pt idx="893">
                  <c:v>44881</c:v>
                </c:pt>
                <c:pt idx="894">
                  <c:v>44880</c:v>
                </c:pt>
                <c:pt idx="895">
                  <c:v>44879</c:v>
                </c:pt>
                <c:pt idx="896">
                  <c:v>44876</c:v>
                </c:pt>
                <c:pt idx="897">
                  <c:v>44875</c:v>
                </c:pt>
                <c:pt idx="898">
                  <c:v>44874</c:v>
                </c:pt>
                <c:pt idx="899">
                  <c:v>44873</c:v>
                </c:pt>
                <c:pt idx="900">
                  <c:v>44872</c:v>
                </c:pt>
                <c:pt idx="901">
                  <c:v>44869</c:v>
                </c:pt>
                <c:pt idx="902">
                  <c:v>44868</c:v>
                </c:pt>
                <c:pt idx="903">
                  <c:v>44867</c:v>
                </c:pt>
                <c:pt idx="904">
                  <c:v>44866</c:v>
                </c:pt>
                <c:pt idx="905">
                  <c:v>44865</c:v>
                </c:pt>
                <c:pt idx="906">
                  <c:v>44862</c:v>
                </c:pt>
                <c:pt idx="907">
                  <c:v>44861</c:v>
                </c:pt>
                <c:pt idx="908">
                  <c:v>44860</c:v>
                </c:pt>
                <c:pt idx="909">
                  <c:v>44859</c:v>
                </c:pt>
                <c:pt idx="910">
                  <c:v>44858</c:v>
                </c:pt>
                <c:pt idx="911">
                  <c:v>44855</c:v>
                </c:pt>
                <c:pt idx="912">
                  <c:v>44854</c:v>
                </c:pt>
                <c:pt idx="913">
                  <c:v>44853</c:v>
                </c:pt>
                <c:pt idx="914">
                  <c:v>44852</c:v>
                </c:pt>
                <c:pt idx="915">
                  <c:v>44851</c:v>
                </c:pt>
                <c:pt idx="916">
                  <c:v>44848</c:v>
                </c:pt>
                <c:pt idx="917">
                  <c:v>44847</c:v>
                </c:pt>
                <c:pt idx="918">
                  <c:v>44846</c:v>
                </c:pt>
                <c:pt idx="919">
                  <c:v>44845</c:v>
                </c:pt>
                <c:pt idx="920">
                  <c:v>44844</c:v>
                </c:pt>
                <c:pt idx="921">
                  <c:v>44841</c:v>
                </c:pt>
                <c:pt idx="922">
                  <c:v>44840</c:v>
                </c:pt>
                <c:pt idx="923">
                  <c:v>44839</c:v>
                </c:pt>
                <c:pt idx="924">
                  <c:v>44838</c:v>
                </c:pt>
                <c:pt idx="925">
                  <c:v>44837</c:v>
                </c:pt>
                <c:pt idx="926">
                  <c:v>44834</c:v>
                </c:pt>
                <c:pt idx="927">
                  <c:v>44833</c:v>
                </c:pt>
                <c:pt idx="928">
                  <c:v>44832</c:v>
                </c:pt>
                <c:pt idx="929">
                  <c:v>44831</c:v>
                </c:pt>
                <c:pt idx="930">
                  <c:v>44830</c:v>
                </c:pt>
                <c:pt idx="931">
                  <c:v>44827</c:v>
                </c:pt>
                <c:pt idx="932">
                  <c:v>44826</c:v>
                </c:pt>
                <c:pt idx="933">
                  <c:v>44825</c:v>
                </c:pt>
                <c:pt idx="934">
                  <c:v>44824</c:v>
                </c:pt>
                <c:pt idx="935">
                  <c:v>44823</c:v>
                </c:pt>
                <c:pt idx="936">
                  <c:v>44820</c:v>
                </c:pt>
                <c:pt idx="937">
                  <c:v>44819</c:v>
                </c:pt>
                <c:pt idx="938">
                  <c:v>44818</c:v>
                </c:pt>
                <c:pt idx="939">
                  <c:v>44817</c:v>
                </c:pt>
                <c:pt idx="940">
                  <c:v>44816</c:v>
                </c:pt>
                <c:pt idx="941">
                  <c:v>44813</c:v>
                </c:pt>
                <c:pt idx="942">
                  <c:v>44812</c:v>
                </c:pt>
                <c:pt idx="943">
                  <c:v>44811</c:v>
                </c:pt>
                <c:pt idx="944">
                  <c:v>44810</c:v>
                </c:pt>
                <c:pt idx="945">
                  <c:v>44809</c:v>
                </c:pt>
                <c:pt idx="946">
                  <c:v>44806</c:v>
                </c:pt>
                <c:pt idx="947">
                  <c:v>44805</c:v>
                </c:pt>
                <c:pt idx="948">
                  <c:v>44804</c:v>
                </c:pt>
                <c:pt idx="949">
                  <c:v>44803</c:v>
                </c:pt>
                <c:pt idx="950">
                  <c:v>44802</c:v>
                </c:pt>
                <c:pt idx="951">
                  <c:v>44799</c:v>
                </c:pt>
                <c:pt idx="952">
                  <c:v>44798</c:v>
                </c:pt>
                <c:pt idx="953">
                  <c:v>44797</c:v>
                </c:pt>
                <c:pt idx="954">
                  <c:v>44796</c:v>
                </c:pt>
                <c:pt idx="955">
                  <c:v>44795</c:v>
                </c:pt>
                <c:pt idx="956">
                  <c:v>44792</c:v>
                </c:pt>
                <c:pt idx="957">
                  <c:v>44791</c:v>
                </c:pt>
                <c:pt idx="958">
                  <c:v>44790</c:v>
                </c:pt>
                <c:pt idx="959">
                  <c:v>44789</c:v>
                </c:pt>
                <c:pt idx="960">
                  <c:v>44788</c:v>
                </c:pt>
                <c:pt idx="961">
                  <c:v>44785</c:v>
                </c:pt>
                <c:pt idx="962">
                  <c:v>44784</c:v>
                </c:pt>
                <c:pt idx="963">
                  <c:v>44783</c:v>
                </c:pt>
                <c:pt idx="964">
                  <c:v>44782</c:v>
                </c:pt>
                <c:pt idx="965">
                  <c:v>44781</c:v>
                </c:pt>
                <c:pt idx="966">
                  <c:v>44778</c:v>
                </c:pt>
                <c:pt idx="967">
                  <c:v>44777</c:v>
                </c:pt>
                <c:pt idx="968">
                  <c:v>44776</c:v>
                </c:pt>
                <c:pt idx="969">
                  <c:v>44775</c:v>
                </c:pt>
                <c:pt idx="970">
                  <c:v>44774</c:v>
                </c:pt>
                <c:pt idx="971">
                  <c:v>44771</c:v>
                </c:pt>
                <c:pt idx="972">
                  <c:v>44770</c:v>
                </c:pt>
                <c:pt idx="973">
                  <c:v>44769</c:v>
                </c:pt>
                <c:pt idx="974">
                  <c:v>44768</c:v>
                </c:pt>
                <c:pt idx="975">
                  <c:v>44767</c:v>
                </c:pt>
                <c:pt idx="976">
                  <c:v>44764</c:v>
                </c:pt>
                <c:pt idx="977">
                  <c:v>44763</c:v>
                </c:pt>
                <c:pt idx="978">
                  <c:v>44762</c:v>
                </c:pt>
                <c:pt idx="979">
                  <c:v>44761</c:v>
                </c:pt>
                <c:pt idx="980">
                  <c:v>44760</c:v>
                </c:pt>
                <c:pt idx="981">
                  <c:v>44757</c:v>
                </c:pt>
                <c:pt idx="982">
                  <c:v>44756</c:v>
                </c:pt>
                <c:pt idx="983">
                  <c:v>44755</c:v>
                </c:pt>
                <c:pt idx="984">
                  <c:v>44754</c:v>
                </c:pt>
                <c:pt idx="985">
                  <c:v>44753</c:v>
                </c:pt>
                <c:pt idx="986">
                  <c:v>44750</c:v>
                </c:pt>
                <c:pt idx="987">
                  <c:v>44749</c:v>
                </c:pt>
                <c:pt idx="988">
                  <c:v>44748</c:v>
                </c:pt>
                <c:pt idx="989">
                  <c:v>44747</c:v>
                </c:pt>
                <c:pt idx="990">
                  <c:v>44746</c:v>
                </c:pt>
                <c:pt idx="991">
                  <c:v>44743</c:v>
                </c:pt>
                <c:pt idx="992">
                  <c:v>44742</c:v>
                </c:pt>
                <c:pt idx="993">
                  <c:v>44741</c:v>
                </c:pt>
                <c:pt idx="994">
                  <c:v>44740</c:v>
                </c:pt>
                <c:pt idx="995">
                  <c:v>44739</c:v>
                </c:pt>
                <c:pt idx="996">
                  <c:v>44736</c:v>
                </c:pt>
                <c:pt idx="997">
                  <c:v>44735</c:v>
                </c:pt>
                <c:pt idx="998">
                  <c:v>44734</c:v>
                </c:pt>
                <c:pt idx="999">
                  <c:v>44733</c:v>
                </c:pt>
                <c:pt idx="1000">
                  <c:v>44732</c:v>
                </c:pt>
                <c:pt idx="1001">
                  <c:v>44729</c:v>
                </c:pt>
                <c:pt idx="1002">
                  <c:v>44728</c:v>
                </c:pt>
                <c:pt idx="1003">
                  <c:v>44727</c:v>
                </c:pt>
                <c:pt idx="1004">
                  <c:v>44726</c:v>
                </c:pt>
                <c:pt idx="1005">
                  <c:v>44725</c:v>
                </c:pt>
                <c:pt idx="1006">
                  <c:v>44722</c:v>
                </c:pt>
                <c:pt idx="1007">
                  <c:v>44721</c:v>
                </c:pt>
                <c:pt idx="1008">
                  <c:v>44720</c:v>
                </c:pt>
                <c:pt idx="1009">
                  <c:v>44719</c:v>
                </c:pt>
                <c:pt idx="1010">
                  <c:v>44718</c:v>
                </c:pt>
                <c:pt idx="1011">
                  <c:v>44715</c:v>
                </c:pt>
                <c:pt idx="1012">
                  <c:v>44714</c:v>
                </c:pt>
                <c:pt idx="1013">
                  <c:v>44713</c:v>
                </c:pt>
                <c:pt idx="1014">
                  <c:v>44712</c:v>
                </c:pt>
                <c:pt idx="1015">
                  <c:v>44711</c:v>
                </c:pt>
                <c:pt idx="1016">
                  <c:v>44708</c:v>
                </c:pt>
                <c:pt idx="1017">
                  <c:v>44707</c:v>
                </c:pt>
                <c:pt idx="1018">
                  <c:v>44706</c:v>
                </c:pt>
                <c:pt idx="1019">
                  <c:v>44705</c:v>
                </c:pt>
                <c:pt idx="1020">
                  <c:v>44704</c:v>
                </c:pt>
                <c:pt idx="1021">
                  <c:v>44701</c:v>
                </c:pt>
                <c:pt idx="1022">
                  <c:v>44700</c:v>
                </c:pt>
                <c:pt idx="1023">
                  <c:v>44699</c:v>
                </c:pt>
                <c:pt idx="1024">
                  <c:v>44698</c:v>
                </c:pt>
                <c:pt idx="1025">
                  <c:v>44697</c:v>
                </c:pt>
                <c:pt idx="1026">
                  <c:v>44694</c:v>
                </c:pt>
                <c:pt idx="1027">
                  <c:v>44693</c:v>
                </c:pt>
                <c:pt idx="1028">
                  <c:v>44692</c:v>
                </c:pt>
                <c:pt idx="1029">
                  <c:v>44691</c:v>
                </c:pt>
                <c:pt idx="1030">
                  <c:v>44690</c:v>
                </c:pt>
                <c:pt idx="1031">
                  <c:v>44687</c:v>
                </c:pt>
                <c:pt idx="1032">
                  <c:v>44686</c:v>
                </c:pt>
                <c:pt idx="1033">
                  <c:v>44685</c:v>
                </c:pt>
                <c:pt idx="1034">
                  <c:v>44684</c:v>
                </c:pt>
                <c:pt idx="1035">
                  <c:v>44683</c:v>
                </c:pt>
                <c:pt idx="1036">
                  <c:v>44680</c:v>
                </c:pt>
                <c:pt idx="1037">
                  <c:v>44679</c:v>
                </c:pt>
                <c:pt idx="1038">
                  <c:v>44678</c:v>
                </c:pt>
                <c:pt idx="1039">
                  <c:v>44677</c:v>
                </c:pt>
                <c:pt idx="1040">
                  <c:v>44676</c:v>
                </c:pt>
                <c:pt idx="1041">
                  <c:v>44673</c:v>
                </c:pt>
                <c:pt idx="1042">
                  <c:v>44672</c:v>
                </c:pt>
                <c:pt idx="1043">
                  <c:v>44671</c:v>
                </c:pt>
                <c:pt idx="1044">
                  <c:v>44670</c:v>
                </c:pt>
                <c:pt idx="1045">
                  <c:v>44669</c:v>
                </c:pt>
                <c:pt idx="1046">
                  <c:v>44666</c:v>
                </c:pt>
                <c:pt idx="1047">
                  <c:v>44665</c:v>
                </c:pt>
                <c:pt idx="1048">
                  <c:v>44664</c:v>
                </c:pt>
                <c:pt idx="1049">
                  <c:v>44663</c:v>
                </c:pt>
                <c:pt idx="1050">
                  <c:v>44662</c:v>
                </c:pt>
                <c:pt idx="1051">
                  <c:v>44659</c:v>
                </c:pt>
                <c:pt idx="1052">
                  <c:v>44658</c:v>
                </c:pt>
                <c:pt idx="1053">
                  <c:v>44657</c:v>
                </c:pt>
                <c:pt idx="1054">
                  <c:v>44656</c:v>
                </c:pt>
                <c:pt idx="1055">
                  <c:v>44655</c:v>
                </c:pt>
                <c:pt idx="1056">
                  <c:v>44652</c:v>
                </c:pt>
                <c:pt idx="1057">
                  <c:v>44651</c:v>
                </c:pt>
                <c:pt idx="1058">
                  <c:v>44650</c:v>
                </c:pt>
                <c:pt idx="1059">
                  <c:v>44649</c:v>
                </c:pt>
                <c:pt idx="1060">
                  <c:v>44648</c:v>
                </c:pt>
                <c:pt idx="1061">
                  <c:v>44645</c:v>
                </c:pt>
                <c:pt idx="1062">
                  <c:v>44644</c:v>
                </c:pt>
                <c:pt idx="1063">
                  <c:v>44643</c:v>
                </c:pt>
                <c:pt idx="1064">
                  <c:v>44642</c:v>
                </c:pt>
                <c:pt idx="1065">
                  <c:v>44641</c:v>
                </c:pt>
                <c:pt idx="1066">
                  <c:v>44638</c:v>
                </c:pt>
                <c:pt idx="1067">
                  <c:v>44637</c:v>
                </c:pt>
                <c:pt idx="1068">
                  <c:v>44636</c:v>
                </c:pt>
                <c:pt idx="1069">
                  <c:v>44635</c:v>
                </c:pt>
                <c:pt idx="1070">
                  <c:v>44634</c:v>
                </c:pt>
                <c:pt idx="1071">
                  <c:v>44631</c:v>
                </c:pt>
                <c:pt idx="1072">
                  <c:v>44630</c:v>
                </c:pt>
                <c:pt idx="1073">
                  <c:v>44629</c:v>
                </c:pt>
                <c:pt idx="1074">
                  <c:v>44628</c:v>
                </c:pt>
                <c:pt idx="1075">
                  <c:v>44627</c:v>
                </c:pt>
                <c:pt idx="1076">
                  <c:v>44624</c:v>
                </c:pt>
                <c:pt idx="1077">
                  <c:v>44623</c:v>
                </c:pt>
                <c:pt idx="1078">
                  <c:v>44622</c:v>
                </c:pt>
                <c:pt idx="1079">
                  <c:v>44621</c:v>
                </c:pt>
                <c:pt idx="1080">
                  <c:v>44620</c:v>
                </c:pt>
                <c:pt idx="1081">
                  <c:v>44617</c:v>
                </c:pt>
                <c:pt idx="1082">
                  <c:v>44616</c:v>
                </c:pt>
                <c:pt idx="1083">
                  <c:v>44615</c:v>
                </c:pt>
                <c:pt idx="1084">
                  <c:v>44614</c:v>
                </c:pt>
                <c:pt idx="1085">
                  <c:v>44613</c:v>
                </c:pt>
                <c:pt idx="1086">
                  <c:v>44610</c:v>
                </c:pt>
                <c:pt idx="1087">
                  <c:v>44609</c:v>
                </c:pt>
                <c:pt idx="1088">
                  <c:v>44608</c:v>
                </c:pt>
                <c:pt idx="1089">
                  <c:v>44607</c:v>
                </c:pt>
                <c:pt idx="1090">
                  <c:v>44606</c:v>
                </c:pt>
                <c:pt idx="1091">
                  <c:v>44603</c:v>
                </c:pt>
                <c:pt idx="1092">
                  <c:v>44602</c:v>
                </c:pt>
                <c:pt idx="1093">
                  <c:v>44601</c:v>
                </c:pt>
                <c:pt idx="1094">
                  <c:v>44600</c:v>
                </c:pt>
                <c:pt idx="1095">
                  <c:v>44599</c:v>
                </c:pt>
                <c:pt idx="1096">
                  <c:v>44596</c:v>
                </c:pt>
                <c:pt idx="1097">
                  <c:v>44595</c:v>
                </c:pt>
                <c:pt idx="1098">
                  <c:v>44594</c:v>
                </c:pt>
                <c:pt idx="1099">
                  <c:v>44593</c:v>
                </c:pt>
                <c:pt idx="1100">
                  <c:v>44592</c:v>
                </c:pt>
                <c:pt idx="1101">
                  <c:v>44589</c:v>
                </c:pt>
                <c:pt idx="1102">
                  <c:v>44588</c:v>
                </c:pt>
                <c:pt idx="1103">
                  <c:v>44587</c:v>
                </c:pt>
                <c:pt idx="1104">
                  <c:v>44586</c:v>
                </c:pt>
                <c:pt idx="1105">
                  <c:v>44585</c:v>
                </c:pt>
                <c:pt idx="1106">
                  <c:v>44582</c:v>
                </c:pt>
                <c:pt idx="1107">
                  <c:v>44581</c:v>
                </c:pt>
                <c:pt idx="1108">
                  <c:v>44580</c:v>
                </c:pt>
                <c:pt idx="1109">
                  <c:v>44579</c:v>
                </c:pt>
                <c:pt idx="1110">
                  <c:v>44578</c:v>
                </c:pt>
                <c:pt idx="1111">
                  <c:v>44575</c:v>
                </c:pt>
                <c:pt idx="1112">
                  <c:v>44574</c:v>
                </c:pt>
                <c:pt idx="1113">
                  <c:v>44573</c:v>
                </c:pt>
                <c:pt idx="1114">
                  <c:v>44572</c:v>
                </c:pt>
                <c:pt idx="1115">
                  <c:v>44571</c:v>
                </c:pt>
                <c:pt idx="1116">
                  <c:v>44568</c:v>
                </c:pt>
                <c:pt idx="1117">
                  <c:v>44567</c:v>
                </c:pt>
                <c:pt idx="1118">
                  <c:v>44566</c:v>
                </c:pt>
                <c:pt idx="1119">
                  <c:v>44565</c:v>
                </c:pt>
                <c:pt idx="1120">
                  <c:v>44564</c:v>
                </c:pt>
                <c:pt idx="1121">
                  <c:v>44561</c:v>
                </c:pt>
                <c:pt idx="1122">
                  <c:v>44560</c:v>
                </c:pt>
                <c:pt idx="1123">
                  <c:v>44559</c:v>
                </c:pt>
                <c:pt idx="1124">
                  <c:v>44558</c:v>
                </c:pt>
                <c:pt idx="1125">
                  <c:v>44557</c:v>
                </c:pt>
                <c:pt idx="1126">
                  <c:v>44554</c:v>
                </c:pt>
                <c:pt idx="1127">
                  <c:v>44553</c:v>
                </c:pt>
                <c:pt idx="1128">
                  <c:v>44552</c:v>
                </c:pt>
                <c:pt idx="1129">
                  <c:v>44551</c:v>
                </c:pt>
                <c:pt idx="1130">
                  <c:v>44550</c:v>
                </c:pt>
                <c:pt idx="1131">
                  <c:v>44547</c:v>
                </c:pt>
                <c:pt idx="1132">
                  <c:v>44546</c:v>
                </c:pt>
                <c:pt idx="1133">
                  <c:v>44545</c:v>
                </c:pt>
                <c:pt idx="1134">
                  <c:v>44544</c:v>
                </c:pt>
                <c:pt idx="1135">
                  <c:v>44543</c:v>
                </c:pt>
                <c:pt idx="1136">
                  <c:v>44540</c:v>
                </c:pt>
                <c:pt idx="1137">
                  <c:v>44539</c:v>
                </c:pt>
                <c:pt idx="1138">
                  <c:v>44538</c:v>
                </c:pt>
                <c:pt idx="1139">
                  <c:v>44537</c:v>
                </c:pt>
                <c:pt idx="1140">
                  <c:v>44536</c:v>
                </c:pt>
                <c:pt idx="1141">
                  <c:v>44533</c:v>
                </c:pt>
                <c:pt idx="1142">
                  <c:v>44532</c:v>
                </c:pt>
                <c:pt idx="1143">
                  <c:v>44531</c:v>
                </c:pt>
                <c:pt idx="1144">
                  <c:v>44530</c:v>
                </c:pt>
                <c:pt idx="1145">
                  <c:v>44529</c:v>
                </c:pt>
                <c:pt idx="1146">
                  <c:v>44526</c:v>
                </c:pt>
                <c:pt idx="1147">
                  <c:v>44525</c:v>
                </c:pt>
                <c:pt idx="1148">
                  <c:v>44524</c:v>
                </c:pt>
                <c:pt idx="1149">
                  <c:v>44523</c:v>
                </c:pt>
                <c:pt idx="1150">
                  <c:v>44522</c:v>
                </c:pt>
                <c:pt idx="1151">
                  <c:v>44519</c:v>
                </c:pt>
                <c:pt idx="1152">
                  <c:v>44518</c:v>
                </c:pt>
                <c:pt idx="1153">
                  <c:v>44517</c:v>
                </c:pt>
                <c:pt idx="1154">
                  <c:v>44516</c:v>
                </c:pt>
                <c:pt idx="1155">
                  <c:v>44515</c:v>
                </c:pt>
                <c:pt idx="1156">
                  <c:v>44512</c:v>
                </c:pt>
                <c:pt idx="1157">
                  <c:v>44511</c:v>
                </c:pt>
                <c:pt idx="1158">
                  <c:v>44510</c:v>
                </c:pt>
                <c:pt idx="1159">
                  <c:v>44509</c:v>
                </c:pt>
                <c:pt idx="1160">
                  <c:v>44508</c:v>
                </c:pt>
                <c:pt idx="1161">
                  <c:v>44505</c:v>
                </c:pt>
                <c:pt idx="1162">
                  <c:v>44504</c:v>
                </c:pt>
                <c:pt idx="1163">
                  <c:v>44503</c:v>
                </c:pt>
                <c:pt idx="1164">
                  <c:v>44502</c:v>
                </c:pt>
                <c:pt idx="1165">
                  <c:v>44501</c:v>
                </c:pt>
                <c:pt idx="1166">
                  <c:v>44498</c:v>
                </c:pt>
                <c:pt idx="1167">
                  <c:v>44497</c:v>
                </c:pt>
                <c:pt idx="1168">
                  <c:v>44496</c:v>
                </c:pt>
                <c:pt idx="1169">
                  <c:v>44495</c:v>
                </c:pt>
                <c:pt idx="1170">
                  <c:v>44494</c:v>
                </c:pt>
                <c:pt idx="1171">
                  <c:v>44491</c:v>
                </c:pt>
                <c:pt idx="1172">
                  <c:v>44490</c:v>
                </c:pt>
                <c:pt idx="1173">
                  <c:v>44489</c:v>
                </c:pt>
                <c:pt idx="1174">
                  <c:v>44488</c:v>
                </c:pt>
                <c:pt idx="1175">
                  <c:v>44487</c:v>
                </c:pt>
                <c:pt idx="1176">
                  <c:v>44484</c:v>
                </c:pt>
                <c:pt idx="1177">
                  <c:v>44483</c:v>
                </c:pt>
                <c:pt idx="1178">
                  <c:v>44482</c:v>
                </c:pt>
                <c:pt idx="1179">
                  <c:v>44481</c:v>
                </c:pt>
                <c:pt idx="1180">
                  <c:v>44480</c:v>
                </c:pt>
                <c:pt idx="1181">
                  <c:v>44477</c:v>
                </c:pt>
                <c:pt idx="1182">
                  <c:v>44476</c:v>
                </c:pt>
                <c:pt idx="1183">
                  <c:v>44475</c:v>
                </c:pt>
                <c:pt idx="1184">
                  <c:v>44474</c:v>
                </c:pt>
                <c:pt idx="1185">
                  <c:v>44473</c:v>
                </c:pt>
                <c:pt idx="1186">
                  <c:v>44470</c:v>
                </c:pt>
                <c:pt idx="1187">
                  <c:v>44469</c:v>
                </c:pt>
                <c:pt idx="1188">
                  <c:v>44468</c:v>
                </c:pt>
                <c:pt idx="1189">
                  <c:v>44467</c:v>
                </c:pt>
                <c:pt idx="1190">
                  <c:v>44466</c:v>
                </c:pt>
                <c:pt idx="1191">
                  <c:v>44463</c:v>
                </c:pt>
                <c:pt idx="1192">
                  <c:v>44462</c:v>
                </c:pt>
                <c:pt idx="1193">
                  <c:v>44461</c:v>
                </c:pt>
                <c:pt idx="1194">
                  <c:v>44460</c:v>
                </c:pt>
                <c:pt idx="1195">
                  <c:v>44459</c:v>
                </c:pt>
                <c:pt idx="1196">
                  <c:v>44456</c:v>
                </c:pt>
                <c:pt idx="1197">
                  <c:v>44455</c:v>
                </c:pt>
                <c:pt idx="1198">
                  <c:v>44454</c:v>
                </c:pt>
                <c:pt idx="1199">
                  <c:v>44453</c:v>
                </c:pt>
                <c:pt idx="1200">
                  <c:v>44452</c:v>
                </c:pt>
                <c:pt idx="1201">
                  <c:v>44449</c:v>
                </c:pt>
                <c:pt idx="1202">
                  <c:v>44448</c:v>
                </c:pt>
                <c:pt idx="1203">
                  <c:v>44447</c:v>
                </c:pt>
                <c:pt idx="1204">
                  <c:v>44446</c:v>
                </c:pt>
                <c:pt idx="1205">
                  <c:v>44445</c:v>
                </c:pt>
                <c:pt idx="1206">
                  <c:v>44442</c:v>
                </c:pt>
                <c:pt idx="1207">
                  <c:v>44441</c:v>
                </c:pt>
                <c:pt idx="1208">
                  <c:v>44440</c:v>
                </c:pt>
                <c:pt idx="1209">
                  <c:v>44439</c:v>
                </c:pt>
                <c:pt idx="1210">
                  <c:v>44438</c:v>
                </c:pt>
                <c:pt idx="1211">
                  <c:v>44435</c:v>
                </c:pt>
                <c:pt idx="1212">
                  <c:v>44434</c:v>
                </c:pt>
                <c:pt idx="1213">
                  <c:v>44433</c:v>
                </c:pt>
                <c:pt idx="1214">
                  <c:v>44432</c:v>
                </c:pt>
                <c:pt idx="1215">
                  <c:v>44431</c:v>
                </c:pt>
                <c:pt idx="1216">
                  <c:v>44428</c:v>
                </c:pt>
                <c:pt idx="1217">
                  <c:v>44427</c:v>
                </c:pt>
                <c:pt idx="1218">
                  <c:v>44426</c:v>
                </c:pt>
                <c:pt idx="1219">
                  <c:v>44425</c:v>
                </c:pt>
                <c:pt idx="1220">
                  <c:v>44424</c:v>
                </c:pt>
                <c:pt idx="1221">
                  <c:v>44421</c:v>
                </c:pt>
                <c:pt idx="1222">
                  <c:v>44420</c:v>
                </c:pt>
                <c:pt idx="1223">
                  <c:v>44419</c:v>
                </c:pt>
                <c:pt idx="1224">
                  <c:v>44418</c:v>
                </c:pt>
                <c:pt idx="1225">
                  <c:v>44417</c:v>
                </c:pt>
                <c:pt idx="1226">
                  <c:v>44414</c:v>
                </c:pt>
                <c:pt idx="1227">
                  <c:v>44413</c:v>
                </c:pt>
                <c:pt idx="1228">
                  <c:v>44412</c:v>
                </c:pt>
                <c:pt idx="1229">
                  <c:v>44411</c:v>
                </c:pt>
                <c:pt idx="1230">
                  <c:v>44410</c:v>
                </c:pt>
                <c:pt idx="1231">
                  <c:v>44407</c:v>
                </c:pt>
                <c:pt idx="1232">
                  <c:v>44406</c:v>
                </c:pt>
                <c:pt idx="1233">
                  <c:v>44405</c:v>
                </c:pt>
                <c:pt idx="1234">
                  <c:v>44404</c:v>
                </c:pt>
                <c:pt idx="1235">
                  <c:v>44403</c:v>
                </c:pt>
                <c:pt idx="1236">
                  <c:v>44400</c:v>
                </c:pt>
                <c:pt idx="1237">
                  <c:v>44399</c:v>
                </c:pt>
                <c:pt idx="1238">
                  <c:v>44398</c:v>
                </c:pt>
                <c:pt idx="1239">
                  <c:v>44397</c:v>
                </c:pt>
                <c:pt idx="1240">
                  <c:v>44396</c:v>
                </c:pt>
                <c:pt idx="1241">
                  <c:v>44393</c:v>
                </c:pt>
                <c:pt idx="1242">
                  <c:v>44392</c:v>
                </c:pt>
                <c:pt idx="1243">
                  <c:v>44391</c:v>
                </c:pt>
                <c:pt idx="1244">
                  <c:v>44390</c:v>
                </c:pt>
                <c:pt idx="1245">
                  <c:v>44389</c:v>
                </c:pt>
                <c:pt idx="1246">
                  <c:v>44386</c:v>
                </c:pt>
                <c:pt idx="1247">
                  <c:v>44385</c:v>
                </c:pt>
                <c:pt idx="1248">
                  <c:v>44384</c:v>
                </c:pt>
                <c:pt idx="1249">
                  <c:v>44383</c:v>
                </c:pt>
                <c:pt idx="1250">
                  <c:v>44382</c:v>
                </c:pt>
                <c:pt idx="1251">
                  <c:v>44379</c:v>
                </c:pt>
                <c:pt idx="1252">
                  <c:v>44378</c:v>
                </c:pt>
                <c:pt idx="1253">
                  <c:v>44377</c:v>
                </c:pt>
                <c:pt idx="1254">
                  <c:v>44376</c:v>
                </c:pt>
                <c:pt idx="1255">
                  <c:v>44375</c:v>
                </c:pt>
                <c:pt idx="1256">
                  <c:v>44372</c:v>
                </c:pt>
                <c:pt idx="1257">
                  <c:v>44371</c:v>
                </c:pt>
                <c:pt idx="1258">
                  <c:v>44370</c:v>
                </c:pt>
                <c:pt idx="1259">
                  <c:v>44369</c:v>
                </c:pt>
                <c:pt idx="1260">
                  <c:v>44368</c:v>
                </c:pt>
                <c:pt idx="1261">
                  <c:v>44365</c:v>
                </c:pt>
                <c:pt idx="1262">
                  <c:v>44364</c:v>
                </c:pt>
                <c:pt idx="1263">
                  <c:v>44363</c:v>
                </c:pt>
                <c:pt idx="1264">
                  <c:v>44362</c:v>
                </c:pt>
                <c:pt idx="1265">
                  <c:v>44361</c:v>
                </c:pt>
                <c:pt idx="1266">
                  <c:v>44358</c:v>
                </c:pt>
                <c:pt idx="1267">
                  <c:v>44357</c:v>
                </c:pt>
                <c:pt idx="1268">
                  <c:v>44356</c:v>
                </c:pt>
                <c:pt idx="1269">
                  <c:v>44355</c:v>
                </c:pt>
                <c:pt idx="1270">
                  <c:v>44354</c:v>
                </c:pt>
                <c:pt idx="1271">
                  <c:v>44351</c:v>
                </c:pt>
                <c:pt idx="1272">
                  <c:v>44350</c:v>
                </c:pt>
                <c:pt idx="1273">
                  <c:v>44349</c:v>
                </c:pt>
                <c:pt idx="1274">
                  <c:v>44348</c:v>
                </c:pt>
                <c:pt idx="1275">
                  <c:v>44347</c:v>
                </c:pt>
                <c:pt idx="1276">
                  <c:v>44344</c:v>
                </c:pt>
                <c:pt idx="1277">
                  <c:v>44343</c:v>
                </c:pt>
                <c:pt idx="1278">
                  <c:v>44342</c:v>
                </c:pt>
                <c:pt idx="1279">
                  <c:v>44341</c:v>
                </c:pt>
                <c:pt idx="1280">
                  <c:v>44340</c:v>
                </c:pt>
                <c:pt idx="1281">
                  <c:v>44337</c:v>
                </c:pt>
                <c:pt idx="1282">
                  <c:v>44336</c:v>
                </c:pt>
                <c:pt idx="1283">
                  <c:v>44335</c:v>
                </c:pt>
                <c:pt idx="1284">
                  <c:v>44334</c:v>
                </c:pt>
                <c:pt idx="1285">
                  <c:v>44333</c:v>
                </c:pt>
                <c:pt idx="1286">
                  <c:v>44330</c:v>
                </c:pt>
                <c:pt idx="1287">
                  <c:v>44329</c:v>
                </c:pt>
                <c:pt idx="1288">
                  <c:v>44328</c:v>
                </c:pt>
                <c:pt idx="1289">
                  <c:v>44327</c:v>
                </c:pt>
                <c:pt idx="1290">
                  <c:v>44326</c:v>
                </c:pt>
                <c:pt idx="1291">
                  <c:v>44323</c:v>
                </c:pt>
                <c:pt idx="1292">
                  <c:v>44322</c:v>
                </c:pt>
                <c:pt idx="1293">
                  <c:v>44321</c:v>
                </c:pt>
                <c:pt idx="1294">
                  <c:v>44320</c:v>
                </c:pt>
                <c:pt idx="1295">
                  <c:v>44319</c:v>
                </c:pt>
                <c:pt idx="1296">
                  <c:v>44316</c:v>
                </c:pt>
                <c:pt idx="1297">
                  <c:v>44315</c:v>
                </c:pt>
                <c:pt idx="1298">
                  <c:v>44314</c:v>
                </c:pt>
                <c:pt idx="1299">
                  <c:v>44313</c:v>
                </c:pt>
                <c:pt idx="1300">
                  <c:v>44312</c:v>
                </c:pt>
                <c:pt idx="1301">
                  <c:v>44309</c:v>
                </c:pt>
                <c:pt idx="1302">
                  <c:v>44308</c:v>
                </c:pt>
                <c:pt idx="1303">
                  <c:v>44307</c:v>
                </c:pt>
                <c:pt idx="1304">
                  <c:v>44306</c:v>
                </c:pt>
                <c:pt idx="1305">
                  <c:v>44305</c:v>
                </c:pt>
                <c:pt idx="1306">
                  <c:v>44302</c:v>
                </c:pt>
                <c:pt idx="1307">
                  <c:v>44301</c:v>
                </c:pt>
                <c:pt idx="1308">
                  <c:v>44300</c:v>
                </c:pt>
                <c:pt idx="1309">
                  <c:v>44299</c:v>
                </c:pt>
                <c:pt idx="1310">
                  <c:v>44298</c:v>
                </c:pt>
                <c:pt idx="1311">
                  <c:v>44295</c:v>
                </c:pt>
                <c:pt idx="1312">
                  <c:v>44294</c:v>
                </c:pt>
                <c:pt idx="1313">
                  <c:v>44293</c:v>
                </c:pt>
                <c:pt idx="1314">
                  <c:v>44292</c:v>
                </c:pt>
                <c:pt idx="1315">
                  <c:v>44291</c:v>
                </c:pt>
                <c:pt idx="1316">
                  <c:v>44288</c:v>
                </c:pt>
                <c:pt idx="1317">
                  <c:v>44287</c:v>
                </c:pt>
                <c:pt idx="1318">
                  <c:v>44286</c:v>
                </c:pt>
                <c:pt idx="1319">
                  <c:v>44285</c:v>
                </c:pt>
                <c:pt idx="1320">
                  <c:v>44284</c:v>
                </c:pt>
                <c:pt idx="1321">
                  <c:v>44281</c:v>
                </c:pt>
                <c:pt idx="1322">
                  <c:v>44280</c:v>
                </c:pt>
                <c:pt idx="1323">
                  <c:v>44279</c:v>
                </c:pt>
                <c:pt idx="1324">
                  <c:v>44278</c:v>
                </c:pt>
                <c:pt idx="1325">
                  <c:v>44277</c:v>
                </c:pt>
                <c:pt idx="1326">
                  <c:v>44274</c:v>
                </c:pt>
                <c:pt idx="1327">
                  <c:v>44273</c:v>
                </c:pt>
                <c:pt idx="1328">
                  <c:v>44272</c:v>
                </c:pt>
                <c:pt idx="1329">
                  <c:v>44271</c:v>
                </c:pt>
                <c:pt idx="1330">
                  <c:v>44270</c:v>
                </c:pt>
                <c:pt idx="1331">
                  <c:v>44267</c:v>
                </c:pt>
                <c:pt idx="1332">
                  <c:v>44266</c:v>
                </c:pt>
                <c:pt idx="1333">
                  <c:v>44265</c:v>
                </c:pt>
                <c:pt idx="1334">
                  <c:v>44264</c:v>
                </c:pt>
                <c:pt idx="1335">
                  <c:v>44263</c:v>
                </c:pt>
                <c:pt idx="1336">
                  <c:v>44260</c:v>
                </c:pt>
                <c:pt idx="1337">
                  <c:v>44259</c:v>
                </c:pt>
                <c:pt idx="1338">
                  <c:v>44258</c:v>
                </c:pt>
                <c:pt idx="1339">
                  <c:v>44257</c:v>
                </c:pt>
                <c:pt idx="1340">
                  <c:v>44256</c:v>
                </c:pt>
                <c:pt idx="1341">
                  <c:v>44253</c:v>
                </c:pt>
                <c:pt idx="1342">
                  <c:v>44252</c:v>
                </c:pt>
                <c:pt idx="1343">
                  <c:v>44251</c:v>
                </c:pt>
                <c:pt idx="1344">
                  <c:v>44250</c:v>
                </c:pt>
                <c:pt idx="1345">
                  <c:v>44249</c:v>
                </c:pt>
                <c:pt idx="1346">
                  <c:v>44246</c:v>
                </c:pt>
                <c:pt idx="1347">
                  <c:v>44245</c:v>
                </c:pt>
                <c:pt idx="1348">
                  <c:v>44244</c:v>
                </c:pt>
                <c:pt idx="1349">
                  <c:v>44243</c:v>
                </c:pt>
                <c:pt idx="1350">
                  <c:v>44242</c:v>
                </c:pt>
                <c:pt idx="1351">
                  <c:v>44239</c:v>
                </c:pt>
                <c:pt idx="1352">
                  <c:v>44238</c:v>
                </c:pt>
                <c:pt idx="1353">
                  <c:v>44237</c:v>
                </c:pt>
                <c:pt idx="1354">
                  <c:v>44236</c:v>
                </c:pt>
                <c:pt idx="1355">
                  <c:v>44235</c:v>
                </c:pt>
                <c:pt idx="1356">
                  <c:v>44232</c:v>
                </c:pt>
                <c:pt idx="1357">
                  <c:v>44231</c:v>
                </c:pt>
                <c:pt idx="1358">
                  <c:v>44230</c:v>
                </c:pt>
                <c:pt idx="1359">
                  <c:v>44229</c:v>
                </c:pt>
                <c:pt idx="1360">
                  <c:v>44228</c:v>
                </c:pt>
                <c:pt idx="1361">
                  <c:v>44225</c:v>
                </c:pt>
                <c:pt idx="1362">
                  <c:v>44224</c:v>
                </c:pt>
                <c:pt idx="1363">
                  <c:v>44223</c:v>
                </c:pt>
                <c:pt idx="1364">
                  <c:v>44222</c:v>
                </c:pt>
                <c:pt idx="1365">
                  <c:v>44221</c:v>
                </c:pt>
                <c:pt idx="1366">
                  <c:v>44218</c:v>
                </c:pt>
                <c:pt idx="1367">
                  <c:v>44217</c:v>
                </c:pt>
                <c:pt idx="1368">
                  <c:v>44216</c:v>
                </c:pt>
                <c:pt idx="1369">
                  <c:v>44215</c:v>
                </c:pt>
                <c:pt idx="1370">
                  <c:v>44214</c:v>
                </c:pt>
                <c:pt idx="1371">
                  <c:v>44211</c:v>
                </c:pt>
                <c:pt idx="1372">
                  <c:v>44210</c:v>
                </c:pt>
                <c:pt idx="1373">
                  <c:v>44209</c:v>
                </c:pt>
                <c:pt idx="1374">
                  <c:v>44208</c:v>
                </c:pt>
                <c:pt idx="1375">
                  <c:v>44207</c:v>
                </c:pt>
                <c:pt idx="1376">
                  <c:v>44204</c:v>
                </c:pt>
                <c:pt idx="1377">
                  <c:v>44203</c:v>
                </c:pt>
                <c:pt idx="1378">
                  <c:v>44202</c:v>
                </c:pt>
                <c:pt idx="1379">
                  <c:v>44201</c:v>
                </c:pt>
                <c:pt idx="1380">
                  <c:v>44200</c:v>
                </c:pt>
                <c:pt idx="1381">
                  <c:v>44197</c:v>
                </c:pt>
                <c:pt idx="1382">
                  <c:v>44196</c:v>
                </c:pt>
                <c:pt idx="1383">
                  <c:v>44195</c:v>
                </c:pt>
                <c:pt idx="1384">
                  <c:v>44194</c:v>
                </c:pt>
                <c:pt idx="1385">
                  <c:v>44193</c:v>
                </c:pt>
                <c:pt idx="1386">
                  <c:v>44190</c:v>
                </c:pt>
                <c:pt idx="1387">
                  <c:v>44189</c:v>
                </c:pt>
                <c:pt idx="1388">
                  <c:v>44188</c:v>
                </c:pt>
                <c:pt idx="1389">
                  <c:v>44187</c:v>
                </c:pt>
                <c:pt idx="1390">
                  <c:v>44186</c:v>
                </c:pt>
                <c:pt idx="1391">
                  <c:v>44183</c:v>
                </c:pt>
                <c:pt idx="1392">
                  <c:v>44182</c:v>
                </c:pt>
                <c:pt idx="1393">
                  <c:v>44181</c:v>
                </c:pt>
                <c:pt idx="1394">
                  <c:v>44180</c:v>
                </c:pt>
                <c:pt idx="1395">
                  <c:v>44179</c:v>
                </c:pt>
                <c:pt idx="1396">
                  <c:v>44176</c:v>
                </c:pt>
                <c:pt idx="1397">
                  <c:v>44175</c:v>
                </c:pt>
                <c:pt idx="1398">
                  <c:v>44174</c:v>
                </c:pt>
                <c:pt idx="1399">
                  <c:v>44173</c:v>
                </c:pt>
                <c:pt idx="1400">
                  <c:v>44172</c:v>
                </c:pt>
                <c:pt idx="1401">
                  <c:v>44169</c:v>
                </c:pt>
                <c:pt idx="1402">
                  <c:v>44168</c:v>
                </c:pt>
                <c:pt idx="1403">
                  <c:v>44167</c:v>
                </c:pt>
                <c:pt idx="1404">
                  <c:v>44166</c:v>
                </c:pt>
                <c:pt idx="1405">
                  <c:v>44165</c:v>
                </c:pt>
                <c:pt idx="1406">
                  <c:v>44162</c:v>
                </c:pt>
                <c:pt idx="1407">
                  <c:v>44161</c:v>
                </c:pt>
                <c:pt idx="1408">
                  <c:v>44160</c:v>
                </c:pt>
                <c:pt idx="1409">
                  <c:v>44159</c:v>
                </c:pt>
                <c:pt idx="1410">
                  <c:v>44158</c:v>
                </c:pt>
                <c:pt idx="1411">
                  <c:v>44155</c:v>
                </c:pt>
                <c:pt idx="1412">
                  <c:v>44154</c:v>
                </c:pt>
                <c:pt idx="1413">
                  <c:v>44153</c:v>
                </c:pt>
                <c:pt idx="1414">
                  <c:v>44152</c:v>
                </c:pt>
                <c:pt idx="1415">
                  <c:v>44151</c:v>
                </c:pt>
                <c:pt idx="1416">
                  <c:v>44148</c:v>
                </c:pt>
                <c:pt idx="1417">
                  <c:v>44147</c:v>
                </c:pt>
                <c:pt idx="1418">
                  <c:v>44146</c:v>
                </c:pt>
                <c:pt idx="1419">
                  <c:v>44145</c:v>
                </c:pt>
                <c:pt idx="1420">
                  <c:v>44144</c:v>
                </c:pt>
                <c:pt idx="1421">
                  <c:v>44141</c:v>
                </c:pt>
                <c:pt idx="1422">
                  <c:v>44140</c:v>
                </c:pt>
                <c:pt idx="1423">
                  <c:v>44139</c:v>
                </c:pt>
                <c:pt idx="1424">
                  <c:v>44138</c:v>
                </c:pt>
                <c:pt idx="1425">
                  <c:v>44137</c:v>
                </c:pt>
                <c:pt idx="1426">
                  <c:v>44134</c:v>
                </c:pt>
                <c:pt idx="1427">
                  <c:v>44133</c:v>
                </c:pt>
                <c:pt idx="1428">
                  <c:v>44132</c:v>
                </c:pt>
                <c:pt idx="1429">
                  <c:v>44131</c:v>
                </c:pt>
                <c:pt idx="1430">
                  <c:v>44130</c:v>
                </c:pt>
                <c:pt idx="1431">
                  <c:v>44127</c:v>
                </c:pt>
                <c:pt idx="1432">
                  <c:v>44126</c:v>
                </c:pt>
                <c:pt idx="1433">
                  <c:v>44125</c:v>
                </c:pt>
                <c:pt idx="1434">
                  <c:v>44124</c:v>
                </c:pt>
                <c:pt idx="1435">
                  <c:v>44123</c:v>
                </c:pt>
                <c:pt idx="1436">
                  <c:v>44120</c:v>
                </c:pt>
                <c:pt idx="1437">
                  <c:v>44119</c:v>
                </c:pt>
                <c:pt idx="1438">
                  <c:v>44118</c:v>
                </c:pt>
                <c:pt idx="1439">
                  <c:v>44117</c:v>
                </c:pt>
                <c:pt idx="1440">
                  <c:v>44116</c:v>
                </c:pt>
                <c:pt idx="1441">
                  <c:v>44113</c:v>
                </c:pt>
                <c:pt idx="1442">
                  <c:v>44112</c:v>
                </c:pt>
                <c:pt idx="1443">
                  <c:v>44111</c:v>
                </c:pt>
                <c:pt idx="1444">
                  <c:v>44110</c:v>
                </c:pt>
                <c:pt idx="1445">
                  <c:v>44109</c:v>
                </c:pt>
                <c:pt idx="1446">
                  <c:v>44106</c:v>
                </c:pt>
                <c:pt idx="1447">
                  <c:v>44105</c:v>
                </c:pt>
                <c:pt idx="1448">
                  <c:v>44104</c:v>
                </c:pt>
                <c:pt idx="1449">
                  <c:v>44103</c:v>
                </c:pt>
                <c:pt idx="1450">
                  <c:v>44102</c:v>
                </c:pt>
                <c:pt idx="1451">
                  <c:v>44099</c:v>
                </c:pt>
                <c:pt idx="1452">
                  <c:v>44098</c:v>
                </c:pt>
                <c:pt idx="1453">
                  <c:v>44097</c:v>
                </c:pt>
                <c:pt idx="1454">
                  <c:v>44096</c:v>
                </c:pt>
                <c:pt idx="1455">
                  <c:v>44095</c:v>
                </c:pt>
                <c:pt idx="1456">
                  <c:v>44092</c:v>
                </c:pt>
                <c:pt idx="1457">
                  <c:v>44091</c:v>
                </c:pt>
                <c:pt idx="1458">
                  <c:v>44090</c:v>
                </c:pt>
                <c:pt idx="1459">
                  <c:v>44089</c:v>
                </c:pt>
                <c:pt idx="1460">
                  <c:v>44088</c:v>
                </c:pt>
                <c:pt idx="1461">
                  <c:v>44085</c:v>
                </c:pt>
                <c:pt idx="1462">
                  <c:v>44084</c:v>
                </c:pt>
                <c:pt idx="1463">
                  <c:v>44083</c:v>
                </c:pt>
                <c:pt idx="1464">
                  <c:v>44082</c:v>
                </c:pt>
                <c:pt idx="1465">
                  <c:v>44081</c:v>
                </c:pt>
                <c:pt idx="1466">
                  <c:v>44078</c:v>
                </c:pt>
                <c:pt idx="1467">
                  <c:v>44077</c:v>
                </c:pt>
                <c:pt idx="1468">
                  <c:v>44076</c:v>
                </c:pt>
                <c:pt idx="1469">
                  <c:v>44075</c:v>
                </c:pt>
                <c:pt idx="1470">
                  <c:v>44074</c:v>
                </c:pt>
                <c:pt idx="1471">
                  <c:v>44071</c:v>
                </c:pt>
                <c:pt idx="1472">
                  <c:v>44070</c:v>
                </c:pt>
                <c:pt idx="1473">
                  <c:v>44069</c:v>
                </c:pt>
                <c:pt idx="1474">
                  <c:v>44068</c:v>
                </c:pt>
                <c:pt idx="1475">
                  <c:v>44067</c:v>
                </c:pt>
                <c:pt idx="1476">
                  <c:v>44064</c:v>
                </c:pt>
                <c:pt idx="1477">
                  <c:v>44063</c:v>
                </c:pt>
                <c:pt idx="1478">
                  <c:v>44062</c:v>
                </c:pt>
                <c:pt idx="1479">
                  <c:v>44061</c:v>
                </c:pt>
                <c:pt idx="1480">
                  <c:v>44060</c:v>
                </c:pt>
                <c:pt idx="1481">
                  <c:v>44057</c:v>
                </c:pt>
                <c:pt idx="1482">
                  <c:v>44056</c:v>
                </c:pt>
                <c:pt idx="1483">
                  <c:v>44055</c:v>
                </c:pt>
                <c:pt idx="1484">
                  <c:v>44054</c:v>
                </c:pt>
                <c:pt idx="1485">
                  <c:v>44053</c:v>
                </c:pt>
                <c:pt idx="1486">
                  <c:v>44050</c:v>
                </c:pt>
                <c:pt idx="1487">
                  <c:v>44049</c:v>
                </c:pt>
                <c:pt idx="1488">
                  <c:v>44048</c:v>
                </c:pt>
                <c:pt idx="1489">
                  <c:v>44047</c:v>
                </c:pt>
                <c:pt idx="1490">
                  <c:v>44046</c:v>
                </c:pt>
                <c:pt idx="1491">
                  <c:v>44043</c:v>
                </c:pt>
                <c:pt idx="1492">
                  <c:v>44042</c:v>
                </c:pt>
                <c:pt idx="1493">
                  <c:v>44041</c:v>
                </c:pt>
                <c:pt idx="1494">
                  <c:v>44040</c:v>
                </c:pt>
                <c:pt idx="1495">
                  <c:v>44039</c:v>
                </c:pt>
                <c:pt idx="1496">
                  <c:v>44036</c:v>
                </c:pt>
                <c:pt idx="1497">
                  <c:v>44035</c:v>
                </c:pt>
                <c:pt idx="1498">
                  <c:v>44034</c:v>
                </c:pt>
                <c:pt idx="1499">
                  <c:v>44033</c:v>
                </c:pt>
                <c:pt idx="1500">
                  <c:v>44032</c:v>
                </c:pt>
                <c:pt idx="1501">
                  <c:v>44029</c:v>
                </c:pt>
                <c:pt idx="1502">
                  <c:v>44028</c:v>
                </c:pt>
                <c:pt idx="1503">
                  <c:v>44027</c:v>
                </c:pt>
                <c:pt idx="1504">
                  <c:v>44026</c:v>
                </c:pt>
                <c:pt idx="1505">
                  <c:v>44025</c:v>
                </c:pt>
                <c:pt idx="1506">
                  <c:v>44022</c:v>
                </c:pt>
                <c:pt idx="1507">
                  <c:v>44021</c:v>
                </c:pt>
                <c:pt idx="1508">
                  <c:v>44020</c:v>
                </c:pt>
                <c:pt idx="1509">
                  <c:v>44019</c:v>
                </c:pt>
                <c:pt idx="1510">
                  <c:v>44018</c:v>
                </c:pt>
                <c:pt idx="1511">
                  <c:v>44015</c:v>
                </c:pt>
                <c:pt idx="1512">
                  <c:v>44014</c:v>
                </c:pt>
                <c:pt idx="1513">
                  <c:v>44013</c:v>
                </c:pt>
                <c:pt idx="1514">
                  <c:v>44012</c:v>
                </c:pt>
                <c:pt idx="1515">
                  <c:v>44011</c:v>
                </c:pt>
                <c:pt idx="1516">
                  <c:v>44008</c:v>
                </c:pt>
                <c:pt idx="1517">
                  <c:v>44007</c:v>
                </c:pt>
                <c:pt idx="1518">
                  <c:v>44006</c:v>
                </c:pt>
                <c:pt idx="1519">
                  <c:v>44005</c:v>
                </c:pt>
                <c:pt idx="1520">
                  <c:v>44004</c:v>
                </c:pt>
                <c:pt idx="1521">
                  <c:v>44001</c:v>
                </c:pt>
                <c:pt idx="1522">
                  <c:v>44000</c:v>
                </c:pt>
                <c:pt idx="1523">
                  <c:v>43999</c:v>
                </c:pt>
                <c:pt idx="1524">
                  <c:v>43998</c:v>
                </c:pt>
                <c:pt idx="1525">
                  <c:v>43997</c:v>
                </c:pt>
                <c:pt idx="1526">
                  <c:v>43994</c:v>
                </c:pt>
                <c:pt idx="1527">
                  <c:v>43993</c:v>
                </c:pt>
                <c:pt idx="1528">
                  <c:v>43992</c:v>
                </c:pt>
                <c:pt idx="1529">
                  <c:v>43991</c:v>
                </c:pt>
                <c:pt idx="1530">
                  <c:v>43990</c:v>
                </c:pt>
                <c:pt idx="1531">
                  <c:v>43987</c:v>
                </c:pt>
                <c:pt idx="1532">
                  <c:v>43986</c:v>
                </c:pt>
                <c:pt idx="1533">
                  <c:v>43985</c:v>
                </c:pt>
                <c:pt idx="1534">
                  <c:v>43984</c:v>
                </c:pt>
                <c:pt idx="1535">
                  <c:v>43983</c:v>
                </c:pt>
                <c:pt idx="1536">
                  <c:v>43980</c:v>
                </c:pt>
                <c:pt idx="1537">
                  <c:v>43979</c:v>
                </c:pt>
                <c:pt idx="1538">
                  <c:v>43978</c:v>
                </c:pt>
                <c:pt idx="1539">
                  <c:v>43977</c:v>
                </c:pt>
                <c:pt idx="1540">
                  <c:v>43976</c:v>
                </c:pt>
                <c:pt idx="1541">
                  <c:v>43973</c:v>
                </c:pt>
                <c:pt idx="1542">
                  <c:v>43972</c:v>
                </c:pt>
                <c:pt idx="1543">
                  <c:v>43971</c:v>
                </c:pt>
                <c:pt idx="1544">
                  <c:v>43970</c:v>
                </c:pt>
                <c:pt idx="1545">
                  <c:v>43969</c:v>
                </c:pt>
                <c:pt idx="1546">
                  <c:v>43966</c:v>
                </c:pt>
                <c:pt idx="1547">
                  <c:v>43965</c:v>
                </c:pt>
                <c:pt idx="1548">
                  <c:v>43964</c:v>
                </c:pt>
                <c:pt idx="1549">
                  <c:v>43963</c:v>
                </c:pt>
                <c:pt idx="1550">
                  <c:v>43962</c:v>
                </c:pt>
                <c:pt idx="1551">
                  <c:v>43959</c:v>
                </c:pt>
                <c:pt idx="1552">
                  <c:v>43958</c:v>
                </c:pt>
                <c:pt idx="1553">
                  <c:v>43957</c:v>
                </c:pt>
                <c:pt idx="1554">
                  <c:v>43956</c:v>
                </c:pt>
                <c:pt idx="1555">
                  <c:v>43955</c:v>
                </c:pt>
                <c:pt idx="1556">
                  <c:v>43952</c:v>
                </c:pt>
                <c:pt idx="1557">
                  <c:v>43951</c:v>
                </c:pt>
                <c:pt idx="1558">
                  <c:v>43950</c:v>
                </c:pt>
                <c:pt idx="1559">
                  <c:v>43949</c:v>
                </c:pt>
                <c:pt idx="1560">
                  <c:v>43948</c:v>
                </c:pt>
                <c:pt idx="1561">
                  <c:v>43945</c:v>
                </c:pt>
                <c:pt idx="1562">
                  <c:v>43944</c:v>
                </c:pt>
                <c:pt idx="1563">
                  <c:v>43943</c:v>
                </c:pt>
                <c:pt idx="1564">
                  <c:v>43942</c:v>
                </c:pt>
                <c:pt idx="1565">
                  <c:v>43941</c:v>
                </c:pt>
                <c:pt idx="1566">
                  <c:v>43938</c:v>
                </c:pt>
                <c:pt idx="1567">
                  <c:v>43937</c:v>
                </c:pt>
                <c:pt idx="1568">
                  <c:v>43936</c:v>
                </c:pt>
                <c:pt idx="1569">
                  <c:v>43935</c:v>
                </c:pt>
                <c:pt idx="1570">
                  <c:v>43934</c:v>
                </c:pt>
                <c:pt idx="1571">
                  <c:v>43931</c:v>
                </c:pt>
                <c:pt idx="1572">
                  <c:v>43930</c:v>
                </c:pt>
                <c:pt idx="1573">
                  <c:v>43929</c:v>
                </c:pt>
                <c:pt idx="1574">
                  <c:v>43928</c:v>
                </c:pt>
                <c:pt idx="1575">
                  <c:v>43927</c:v>
                </c:pt>
                <c:pt idx="1576">
                  <c:v>43924</c:v>
                </c:pt>
                <c:pt idx="1577">
                  <c:v>43923</c:v>
                </c:pt>
                <c:pt idx="1578">
                  <c:v>43922</c:v>
                </c:pt>
                <c:pt idx="1579">
                  <c:v>43921</c:v>
                </c:pt>
                <c:pt idx="1580">
                  <c:v>43920</c:v>
                </c:pt>
                <c:pt idx="1581">
                  <c:v>43917</c:v>
                </c:pt>
                <c:pt idx="1582">
                  <c:v>43916</c:v>
                </c:pt>
                <c:pt idx="1583">
                  <c:v>43915</c:v>
                </c:pt>
                <c:pt idx="1584">
                  <c:v>43914</c:v>
                </c:pt>
                <c:pt idx="1585">
                  <c:v>43913</c:v>
                </c:pt>
                <c:pt idx="1586">
                  <c:v>43910</c:v>
                </c:pt>
                <c:pt idx="1587">
                  <c:v>43909</c:v>
                </c:pt>
                <c:pt idx="1588">
                  <c:v>43908</c:v>
                </c:pt>
                <c:pt idx="1589">
                  <c:v>43907</c:v>
                </c:pt>
                <c:pt idx="1590">
                  <c:v>43906</c:v>
                </c:pt>
                <c:pt idx="1591">
                  <c:v>43903</c:v>
                </c:pt>
                <c:pt idx="1592">
                  <c:v>43902</c:v>
                </c:pt>
                <c:pt idx="1593">
                  <c:v>43901</c:v>
                </c:pt>
                <c:pt idx="1594">
                  <c:v>43900</c:v>
                </c:pt>
                <c:pt idx="1595">
                  <c:v>43899</c:v>
                </c:pt>
                <c:pt idx="1596">
                  <c:v>43896</c:v>
                </c:pt>
                <c:pt idx="1597">
                  <c:v>43895</c:v>
                </c:pt>
                <c:pt idx="1598">
                  <c:v>43894</c:v>
                </c:pt>
                <c:pt idx="1599">
                  <c:v>43893</c:v>
                </c:pt>
                <c:pt idx="1600">
                  <c:v>43892</c:v>
                </c:pt>
                <c:pt idx="1601">
                  <c:v>43889</c:v>
                </c:pt>
                <c:pt idx="1602">
                  <c:v>43888</c:v>
                </c:pt>
                <c:pt idx="1603">
                  <c:v>43887</c:v>
                </c:pt>
                <c:pt idx="1604">
                  <c:v>43886</c:v>
                </c:pt>
                <c:pt idx="1605">
                  <c:v>43885</c:v>
                </c:pt>
                <c:pt idx="1606">
                  <c:v>43882</c:v>
                </c:pt>
                <c:pt idx="1607">
                  <c:v>43881</c:v>
                </c:pt>
                <c:pt idx="1608">
                  <c:v>43880</c:v>
                </c:pt>
                <c:pt idx="1609">
                  <c:v>43879</c:v>
                </c:pt>
                <c:pt idx="1610">
                  <c:v>43878</c:v>
                </c:pt>
                <c:pt idx="1611">
                  <c:v>43875</c:v>
                </c:pt>
                <c:pt idx="1612">
                  <c:v>43874</c:v>
                </c:pt>
                <c:pt idx="1613">
                  <c:v>43873</c:v>
                </c:pt>
                <c:pt idx="1614">
                  <c:v>43872</c:v>
                </c:pt>
                <c:pt idx="1615">
                  <c:v>43871</c:v>
                </c:pt>
                <c:pt idx="1616">
                  <c:v>43868</c:v>
                </c:pt>
                <c:pt idx="1617">
                  <c:v>43867</c:v>
                </c:pt>
                <c:pt idx="1618">
                  <c:v>43866</c:v>
                </c:pt>
                <c:pt idx="1619">
                  <c:v>43865</c:v>
                </c:pt>
                <c:pt idx="1620">
                  <c:v>43864</c:v>
                </c:pt>
                <c:pt idx="1621">
                  <c:v>43861</c:v>
                </c:pt>
                <c:pt idx="1622">
                  <c:v>43860</c:v>
                </c:pt>
                <c:pt idx="1623">
                  <c:v>43859</c:v>
                </c:pt>
                <c:pt idx="1624">
                  <c:v>43858</c:v>
                </c:pt>
                <c:pt idx="1625">
                  <c:v>43857</c:v>
                </c:pt>
                <c:pt idx="1626">
                  <c:v>43854</c:v>
                </c:pt>
                <c:pt idx="1627">
                  <c:v>43853</c:v>
                </c:pt>
                <c:pt idx="1628">
                  <c:v>43852</c:v>
                </c:pt>
                <c:pt idx="1629">
                  <c:v>43851</c:v>
                </c:pt>
                <c:pt idx="1630">
                  <c:v>43850</c:v>
                </c:pt>
                <c:pt idx="1631">
                  <c:v>43847</c:v>
                </c:pt>
                <c:pt idx="1632">
                  <c:v>43846</c:v>
                </c:pt>
                <c:pt idx="1633">
                  <c:v>43845</c:v>
                </c:pt>
                <c:pt idx="1634">
                  <c:v>43844</c:v>
                </c:pt>
                <c:pt idx="1635">
                  <c:v>43843</c:v>
                </c:pt>
                <c:pt idx="1636">
                  <c:v>43840</c:v>
                </c:pt>
                <c:pt idx="1637">
                  <c:v>43839</c:v>
                </c:pt>
                <c:pt idx="1638">
                  <c:v>43838</c:v>
                </c:pt>
                <c:pt idx="1639">
                  <c:v>43837</c:v>
                </c:pt>
                <c:pt idx="1640">
                  <c:v>43836</c:v>
                </c:pt>
                <c:pt idx="1641">
                  <c:v>43833</c:v>
                </c:pt>
                <c:pt idx="1642">
                  <c:v>43832</c:v>
                </c:pt>
                <c:pt idx="1643">
                  <c:v>43831</c:v>
                </c:pt>
                <c:pt idx="1644">
                  <c:v>43830</c:v>
                </c:pt>
                <c:pt idx="1645">
                  <c:v>43829</c:v>
                </c:pt>
                <c:pt idx="1646">
                  <c:v>43826</c:v>
                </c:pt>
                <c:pt idx="1647">
                  <c:v>43825</c:v>
                </c:pt>
                <c:pt idx="1648">
                  <c:v>43824</c:v>
                </c:pt>
                <c:pt idx="1649">
                  <c:v>43823</c:v>
                </c:pt>
                <c:pt idx="1650">
                  <c:v>43822</c:v>
                </c:pt>
                <c:pt idx="1651">
                  <c:v>43819</c:v>
                </c:pt>
                <c:pt idx="1652">
                  <c:v>43818</c:v>
                </c:pt>
                <c:pt idx="1653">
                  <c:v>43817</c:v>
                </c:pt>
                <c:pt idx="1654">
                  <c:v>43816</c:v>
                </c:pt>
                <c:pt idx="1655">
                  <c:v>43815</c:v>
                </c:pt>
                <c:pt idx="1656">
                  <c:v>43812</c:v>
                </c:pt>
                <c:pt idx="1657">
                  <c:v>43811</c:v>
                </c:pt>
                <c:pt idx="1658">
                  <c:v>43810</c:v>
                </c:pt>
                <c:pt idx="1659">
                  <c:v>43809</c:v>
                </c:pt>
                <c:pt idx="1660">
                  <c:v>43808</c:v>
                </c:pt>
                <c:pt idx="1661">
                  <c:v>43805</c:v>
                </c:pt>
                <c:pt idx="1662">
                  <c:v>43804</c:v>
                </c:pt>
                <c:pt idx="1663">
                  <c:v>43803</c:v>
                </c:pt>
                <c:pt idx="1664">
                  <c:v>43802</c:v>
                </c:pt>
                <c:pt idx="1665">
                  <c:v>43801</c:v>
                </c:pt>
                <c:pt idx="1666">
                  <c:v>43798</c:v>
                </c:pt>
                <c:pt idx="1667">
                  <c:v>43797</c:v>
                </c:pt>
                <c:pt idx="1668">
                  <c:v>43796</c:v>
                </c:pt>
                <c:pt idx="1669">
                  <c:v>43795</c:v>
                </c:pt>
                <c:pt idx="1670">
                  <c:v>43794</c:v>
                </c:pt>
                <c:pt idx="1671">
                  <c:v>43791</c:v>
                </c:pt>
                <c:pt idx="1672">
                  <c:v>43790</c:v>
                </c:pt>
                <c:pt idx="1673">
                  <c:v>43789</c:v>
                </c:pt>
                <c:pt idx="1674">
                  <c:v>43788</c:v>
                </c:pt>
                <c:pt idx="1675">
                  <c:v>43787</c:v>
                </c:pt>
                <c:pt idx="1676">
                  <c:v>43784</c:v>
                </c:pt>
                <c:pt idx="1677">
                  <c:v>43783</c:v>
                </c:pt>
                <c:pt idx="1678">
                  <c:v>43782</c:v>
                </c:pt>
                <c:pt idx="1679">
                  <c:v>43781</c:v>
                </c:pt>
                <c:pt idx="1680">
                  <c:v>43780</c:v>
                </c:pt>
                <c:pt idx="1681">
                  <c:v>43777</c:v>
                </c:pt>
                <c:pt idx="1682">
                  <c:v>43776</c:v>
                </c:pt>
                <c:pt idx="1683">
                  <c:v>43775</c:v>
                </c:pt>
                <c:pt idx="1684">
                  <c:v>43774</c:v>
                </c:pt>
                <c:pt idx="1685">
                  <c:v>43773</c:v>
                </c:pt>
                <c:pt idx="1686">
                  <c:v>43770</c:v>
                </c:pt>
                <c:pt idx="1687">
                  <c:v>43769</c:v>
                </c:pt>
                <c:pt idx="1688">
                  <c:v>43768</c:v>
                </c:pt>
                <c:pt idx="1689">
                  <c:v>43767</c:v>
                </c:pt>
                <c:pt idx="1690">
                  <c:v>43766</c:v>
                </c:pt>
                <c:pt idx="1691">
                  <c:v>43763</c:v>
                </c:pt>
                <c:pt idx="1692">
                  <c:v>43762</c:v>
                </c:pt>
                <c:pt idx="1693">
                  <c:v>43761</c:v>
                </c:pt>
                <c:pt idx="1694">
                  <c:v>43760</c:v>
                </c:pt>
                <c:pt idx="1695">
                  <c:v>43759</c:v>
                </c:pt>
                <c:pt idx="1696">
                  <c:v>43756</c:v>
                </c:pt>
                <c:pt idx="1697">
                  <c:v>43755</c:v>
                </c:pt>
                <c:pt idx="1698">
                  <c:v>43754</c:v>
                </c:pt>
                <c:pt idx="1699">
                  <c:v>43753</c:v>
                </c:pt>
                <c:pt idx="1700">
                  <c:v>43752</c:v>
                </c:pt>
                <c:pt idx="1701">
                  <c:v>43749</c:v>
                </c:pt>
                <c:pt idx="1702">
                  <c:v>43748</c:v>
                </c:pt>
                <c:pt idx="1703">
                  <c:v>43747</c:v>
                </c:pt>
                <c:pt idx="1704">
                  <c:v>43746</c:v>
                </c:pt>
                <c:pt idx="1705">
                  <c:v>43745</c:v>
                </c:pt>
                <c:pt idx="1706">
                  <c:v>43742</c:v>
                </c:pt>
                <c:pt idx="1707">
                  <c:v>43741</c:v>
                </c:pt>
                <c:pt idx="1708">
                  <c:v>43740</c:v>
                </c:pt>
                <c:pt idx="1709">
                  <c:v>43739</c:v>
                </c:pt>
                <c:pt idx="1710">
                  <c:v>43738</c:v>
                </c:pt>
                <c:pt idx="1711">
                  <c:v>43735</c:v>
                </c:pt>
                <c:pt idx="1712">
                  <c:v>43734</c:v>
                </c:pt>
                <c:pt idx="1713">
                  <c:v>43733</c:v>
                </c:pt>
                <c:pt idx="1714">
                  <c:v>43732</c:v>
                </c:pt>
                <c:pt idx="1715">
                  <c:v>43731</c:v>
                </c:pt>
                <c:pt idx="1716">
                  <c:v>43728</c:v>
                </c:pt>
                <c:pt idx="1717">
                  <c:v>43727</c:v>
                </c:pt>
                <c:pt idx="1718">
                  <c:v>43726</c:v>
                </c:pt>
                <c:pt idx="1719">
                  <c:v>43725</c:v>
                </c:pt>
                <c:pt idx="1720">
                  <c:v>43724</c:v>
                </c:pt>
                <c:pt idx="1721">
                  <c:v>43721</c:v>
                </c:pt>
                <c:pt idx="1722">
                  <c:v>43720</c:v>
                </c:pt>
                <c:pt idx="1723">
                  <c:v>43719</c:v>
                </c:pt>
                <c:pt idx="1724">
                  <c:v>43718</c:v>
                </c:pt>
                <c:pt idx="1725">
                  <c:v>43717</c:v>
                </c:pt>
                <c:pt idx="1726">
                  <c:v>43714</c:v>
                </c:pt>
                <c:pt idx="1727">
                  <c:v>43713</c:v>
                </c:pt>
                <c:pt idx="1728">
                  <c:v>43712</c:v>
                </c:pt>
                <c:pt idx="1729">
                  <c:v>43711</c:v>
                </c:pt>
                <c:pt idx="1730">
                  <c:v>43710</c:v>
                </c:pt>
                <c:pt idx="1731">
                  <c:v>43707</c:v>
                </c:pt>
                <c:pt idx="1732">
                  <c:v>43706</c:v>
                </c:pt>
                <c:pt idx="1733">
                  <c:v>43705</c:v>
                </c:pt>
                <c:pt idx="1734">
                  <c:v>43704</c:v>
                </c:pt>
                <c:pt idx="1735">
                  <c:v>43703</c:v>
                </c:pt>
                <c:pt idx="1736">
                  <c:v>43700</c:v>
                </c:pt>
                <c:pt idx="1737">
                  <c:v>43699</c:v>
                </c:pt>
                <c:pt idx="1738">
                  <c:v>43698</c:v>
                </c:pt>
                <c:pt idx="1739">
                  <c:v>43697</c:v>
                </c:pt>
                <c:pt idx="1740">
                  <c:v>43696</c:v>
                </c:pt>
                <c:pt idx="1741">
                  <c:v>43693</c:v>
                </c:pt>
                <c:pt idx="1742">
                  <c:v>43692</c:v>
                </c:pt>
                <c:pt idx="1743">
                  <c:v>43691</c:v>
                </c:pt>
                <c:pt idx="1744">
                  <c:v>43690</c:v>
                </c:pt>
                <c:pt idx="1745">
                  <c:v>43689</c:v>
                </c:pt>
                <c:pt idx="1746">
                  <c:v>43686</c:v>
                </c:pt>
                <c:pt idx="1747">
                  <c:v>43685</c:v>
                </c:pt>
                <c:pt idx="1748">
                  <c:v>43684</c:v>
                </c:pt>
                <c:pt idx="1749">
                  <c:v>43683</c:v>
                </c:pt>
                <c:pt idx="1750">
                  <c:v>43682</c:v>
                </c:pt>
                <c:pt idx="1751">
                  <c:v>43679</c:v>
                </c:pt>
                <c:pt idx="1752">
                  <c:v>43678</c:v>
                </c:pt>
                <c:pt idx="1753">
                  <c:v>43677</c:v>
                </c:pt>
                <c:pt idx="1754">
                  <c:v>43676</c:v>
                </c:pt>
                <c:pt idx="1755">
                  <c:v>43675</c:v>
                </c:pt>
                <c:pt idx="1756">
                  <c:v>43672</c:v>
                </c:pt>
                <c:pt idx="1757">
                  <c:v>43671</c:v>
                </c:pt>
                <c:pt idx="1758">
                  <c:v>43670</c:v>
                </c:pt>
                <c:pt idx="1759">
                  <c:v>43669</c:v>
                </c:pt>
                <c:pt idx="1760">
                  <c:v>43668</c:v>
                </c:pt>
                <c:pt idx="1761">
                  <c:v>43665</c:v>
                </c:pt>
                <c:pt idx="1762">
                  <c:v>43664</c:v>
                </c:pt>
                <c:pt idx="1763">
                  <c:v>43663</c:v>
                </c:pt>
                <c:pt idx="1764">
                  <c:v>43662</c:v>
                </c:pt>
                <c:pt idx="1765">
                  <c:v>43661</c:v>
                </c:pt>
                <c:pt idx="1766">
                  <c:v>43658</c:v>
                </c:pt>
                <c:pt idx="1767">
                  <c:v>43657</c:v>
                </c:pt>
                <c:pt idx="1768">
                  <c:v>43656</c:v>
                </c:pt>
                <c:pt idx="1769">
                  <c:v>43655</c:v>
                </c:pt>
                <c:pt idx="1770">
                  <c:v>43654</c:v>
                </c:pt>
                <c:pt idx="1771">
                  <c:v>43651</c:v>
                </c:pt>
                <c:pt idx="1772">
                  <c:v>43650</c:v>
                </c:pt>
                <c:pt idx="1773">
                  <c:v>43649</c:v>
                </c:pt>
                <c:pt idx="1774">
                  <c:v>43648</c:v>
                </c:pt>
                <c:pt idx="1775">
                  <c:v>43647</c:v>
                </c:pt>
                <c:pt idx="1776">
                  <c:v>43644</c:v>
                </c:pt>
                <c:pt idx="1777">
                  <c:v>43643</c:v>
                </c:pt>
                <c:pt idx="1778">
                  <c:v>43642</c:v>
                </c:pt>
                <c:pt idx="1779">
                  <c:v>43641</c:v>
                </c:pt>
                <c:pt idx="1780">
                  <c:v>43640</c:v>
                </c:pt>
                <c:pt idx="1781">
                  <c:v>43637</c:v>
                </c:pt>
                <c:pt idx="1782">
                  <c:v>43636</c:v>
                </c:pt>
                <c:pt idx="1783">
                  <c:v>43635</c:v>
                </c:pt>
                <c:pt idx="1784">
                  <c:v>43634</c:v>
                </c:pt>
                <c:pt idx="1785">
                  <c:v>43633</c:v>
                </c:pt>
                <c:pt idx="1786">
                  <c:v>43630</c:v>
                </c:pt>
                <c:pt idx="1787">
                  <c:v>43629</c:v>
                </c:pt>
                <c:pt idx="1788">
                  <c:v>43628</c:v>
                </c:pt>
                <c:pt idx="1789">
                  <c:v>43627</c:v>
                </c:pt>
                <c:pt idx="1790">
                  <c:v>43626</c:v>
                </c:pt>
                <c:pt idx="1791">
                  <c:v>43623</c:v>
                </c:pt>
                <c:pt idx="1792">
                  <c:v>43622</c:v>
                </c:pt>
                <c:pt idx="1793">
                  <c:v>43621</c:v>
                </c:pt>
                <c:pt idx="1794">
                  <c:v>43620</c:v>
                </c:pt>
                <c:pt idx="1795">
                  <c:v>43619</c:v>
                </c:pt>
                <c:pt idx="1796">
                  <c:v>43616</c:v>
                </c:pt>
                <c:pt idx="1797">
                  <c:v>43615</c:v>
                </c:pt>
                <c:pt idx="1798">
                  <c:v>43614</c:v>
                </c:pt>
                <c:pt idx="1799">
                  <c:v>43613</c:v>
                </c:pt>
                <c:pt idx="1800">
                  <c:v>43612</c:v>
                </c:pt>
                <c:pt idx="1801">
                  <c:v>43609</c:v>
                </c:pt>
                <c:pt idx="1802">
                  <c:v>43608</c:v>
                </c:pt>
                <c:pt idx="1803">
                  <c:v>43607</c:v>
                </c:pt>
                <c:pt idx="1804">
                  <c:v>43606</c:v>
                </c:pt>
                <c:pt idx="1805">
                  <c:v>43605</c:v>
                </c:pt>
                <c:pt idx="1806">
                  <c:v>43602</c:v>
                </c:pt>
                <c:pt idx="1807">
                  <c:v>43601</c:v>
                </c:pt>
                <c:pt idx="1808">
                  <c:v>43600</c:v>
                </c:pt>
                <c:pt idx="1809">
                  <c:v>43599</c:v>
                </c:pt>
                <c:pt idx="1810">
                  <c:v>43598</c:v>
                </c:pt>
                <c:pt idx="1811">
                  <c:v>43595</c:v>
                </c:pt>
                <c:pt idx="1812">
                  <c:v>43594</c:v>
                </c:pt>
                <c:pt idx="1813">
                  <c:v>43593</c:v>
                </c:pt>
                <c:pt idx="1814">
                  <c:v>43592</c:v>
                </c:pt>
                <c:pt idx="1815">
                  <c:v>43591</c:v>
                </c:pt>
                <c:pt idx="1816">
                  <c:v>43588</c:v>
                </c:pt>
                <c:pt idx="1817">
                  <c:v>43587</c:v>
                </c:pt>
                <c:pt idx="1818">
                  <c:v>43586</c:v>
                </c:pt>
                <c:pt idx="1819">
                  <c:v>43585</c:v>
                </c:pt>
                <c:pt idx="1820">
                  <c:v>43584</c:v>
                </c:pt>
                <c:pt idx="1821">
                  <c:v>43581</c:v>
                </c:pt>
                <c:pt idx="1822">
                  <c:v>43580</c:v>
                </c:pt>
                <c:pt idx="1823">
                  <c:v>43579</c:v>
                </c:pt>
                <c:pt idx="1824">
                  <c:v>43578</c:v>
                </c:pt>
                <c:pt idx="1825">
                  <c:v>43577</c:v>
                </c:pt>
                <c:pt idx="1826">
                  <c:v>43574</c:v>
                </c:pt>
                <c:pt idx="1827">
                  <c:v>43573</c:v>
                </c:pt>
                <c:pt idx="1828">
                  <c:v>43572</c:v>
                </c:pt>
                <c:pt idx="1829">
                  <c:v>43571</c:v>
                </c:pt>
                <c:pt idx="1830">
                  <c:v>43570</c:v>
                </c:pt>
                <c:pt idx="1831">
                  <c:v>43567</c:v>
                </c:pt>
                <c:pt idx="1832">
                  <c:v>43566</c:v>
                </c:pt>
                <c:pt idx="1833">
                  <c:v>43565</c:v>
                </c:pt>
                <c:pt idx="1834">
                  <c:v>43564</c:v>
                </c:pt>
                <c:pt idx="1835">
                  <c:v>43563</c:v>
                </c:pt>
                <c:pt idx="1836">
                  <c:v>43560</c:v>
                </c:pt>
                <c:pt idx="1837">
                  <c:v>43559</c:v>
                </c:pt>
                <c:pt idx="1838">
                  <c:v>43558</c:v>
                </c:pt>
                <c:pt idx="1839">
                  <c:v>43557</c:v>
                </c:pt>
                <c:pt idx="1840">
                  <c:v>43556</c:v>
                </c:pt>
                <c:pt idx="1841">
                  <c:v>43553</c:v>
                </c:pt>
                <c:pt idx="1842">
                  <c:v>43552</c:v>
                </c:pt>
                <c:pt idx="1843">
                  <c:v>43551</c:v>
                </c:pt>
                <c:pt idx="1844">
                  <c:v>43550</c:v>
                </c:pt>
                <c:pt idx="1845">
                  <c:v>43549</c:v>
                </c:pt>
                <c:pt idx="1846">
                  <c:v>43546</c:v>
                </c:pt>
                <c:pt idx="1847">
                  <c:v>43545</c:v>
                </c:pt>
                <c:pt idx="1848">
                  <c:v>43544</c:v>
                </c:pt>
                <c:pt idx="1849">
                  <c:v>43543</c:v>
                </c:pt>
                <c:pt idx="1850">
                  <c:v>43542</c:v>
                </c:pt>
                <c:pt idx="1851">
                  <c:v>43539</c:v>
                </c:pt>
                <c:pt idx="1852">
                  <c:v>43538</c:v>
                </c:pt>
                <c:pt idx="1853">
                  <c:v>43537</c:v>
                </c:pt>
                <c:pt idx="1854">
                  <c:v>43536</c:v>
                </c:pt>
                <c:pt idx="1855">
                  <c:v>43535</c:v>
                </c:pt>
                <c:pt idx="1856">
                  <c:v>43532</c:v>
                </c:pt>
                <c:pt idx="1857">
                  <c:v>43531</c:v>
                </c:pt>
                <c:pt idx="1858">
                  <c:v>43530</c:v>
                </c:pt>
                <c:pt idx="1859">
                  <c:v>43529</c:v>
                </c:pt>
                <c:pt idx="1860">
                  <c:v>43528</c:v>
                </c:pt>
                <c:pt idx="1861">
                  <c:v>43525</c:v>
                </c:pt>
                <c:pt idx="1862">
                  <c:v>43524</c:v>
                </c:pt>
                <c:pt idx="1863">
                  <c:v>43523</c:v>
                </c:pt>
                <c:pt idx="1864">
                  <c:v>43522</c:v>
                </c:pt>
                <c:pt idx="1865">
                  <c:v>43521</c:v>
                </c:pt>
                <c:pt idx="1866">
                  <c:v>43518</c:v>
                </c:pt>
                <c:pt idx="1867">
                  <c:v>43517</c:v>
                </c:pt>
                <c:pt idx="1868">
                  <c:v>43516</c:v>
                </c:pt>
                <c:pt idx="1869">
                  <c:v>43515</c:v>
                </c:pt>
                <c:pt idx="1870">
                  <c:v>43514</c:v>
                </c:pt>
                <c:pt idx="1871">
                  <c:v>43511</c:v>
                </c:pt>
                <c:pt idx="1872">
                  <c:v>43510</c:v>
                </c:pt>
                <c:pt idx="1873">
                  <c:v>43509</c:v>
                </c:pt>
                <c:pt idx="1874">
                  <c:v>43508</c:v>
                </c:pt>
                <c:pt idx="1875">
                  <c:v>43507</c:v>
                </c:pt>
                <c:pt idx="1876">
                  <c:v>43504</c:v>
                </c:pt>
                <c:pt idx="1877">
                  <c:v>43503</c:v>
                </c:pt>
                <c:pt idx="1878">
                  <c:v>43502</c:v>
                </c:pt>
                <c:pt idx="1879">
                  <c:v>43501</c:v>
                </c:pt>
                <c:pt idx="1880">
                  <c:v>43500</c:v>
                </c:pt>
                <c:pt idx="1881">
                  <c:v>43497</c:v>
                </c:pt>
                <c:pt idx="1882">
                  <c:v>43496</c:v>
                </c:pt>
                <c:pt idx="1883">
                  <c:v>43495</c:v>
                </c:pt>
                <c:pt idx="1884">
                  <c:v>43494</c:v>
                </c:pt>
                <c:pt idx="1885">
                  <c:v>43493</c:v>
                </c:pt>
                <c:pt idx="1886">
                  <c:v>43490</c:v>
                </c:pt>
                <c:pt idx="1887">
                  <c:v>43489</c:v>
                </c:pt>
                <c:pt idx="1888">
                  <c:v>43488</c:v>
                </c:pt>
                <c:pt idx="1889">
                  <c:v>43487</c:v>
                </c:pt>
                <c:pt idx="1890">
                  <c:v>43486</c:v>
                </c:pt>
                <c:pt idx="1891">
                  <c:v>43483</c:v>
                </c:pt>
                <c:pt idx="1892">
                  <c:v>43482</c:v>
                </c:pt>
                <c:pt idx="1893">
                  <c:v>43481</c:v>
                </c:pt>
                <c:pt idx="1894">
                  <c:v>43480</c:v>
                </c:pt>
                <c:pt idx="1895">
                  <c:v>43479</c:v>
                </c:pt>
                <c:pt idx="1896">
                  <c:v>43476</c:v>
                </c:pt>
                <c:pt idx="1897">
                  <c:v>43475</c:v>
                </c:pt>
                <c:pt idx="1898">
                  <c:v>43474</c:v>
                </c:pt>
                <c:pt idx="1899">
                  <c:v>43473</c:v>
                </c:pt>
                <c:pt idx="1900">
                  <c:v>43472</c:v>
                </c:pt>
                <c:pt idx="1901">
                  <c:v>43469</c:v>
                </c:pt>
                <c:pt idx="1902">
                  <c:v>43468</c:v>
                </c:pt>
                <c:pt idx="1903">
                  <c:v>43467</c:v>
                </c:pt>
                <c:pt idx="1904">
                  <c:v>43466</c:v>
                </c:pt>
                <c:pt idx="1905">
                  <c:v>43465</c:v>
                </c:pt>
                <c:pt idx="1906">
                  <c:v>43462</c:v>
                </c:pt>
                <c:pt idx="1907">
                  <c:v>43461</c:v>
                </c:pt>
                <c:pt idx="1908">
                  <c:v>43460</c:v>
                </c:pt>
                <c:pt idx="1909">
                  <c:v>43459</c:v>
                </c:pt>
                <c:pt idx="1910">
                  <c:v>43458</c:v>
                </c:pt>
                <c:pt idx="1911">
                  <c:v>43455</c:v>
                </c:pt>
                <c:pt idx="1912">
                  <c:v>43454</c:v>
                </c:pt>
                <c:pt idx="1913">
                  <c:v>43453</c:v>
                </c:pt>
                <c:pt idx="1914">
                  <c:v>43452</c:v>
                </c:pt>
                <c:pt idx="1915">
                  <c:v>43451</c:v>
                </c:pt>
                <c:pt idx="1916">
                  <c:v>43448</c:v>
                </c:pt>
                <c:pt idx="1917">
                  <c:v>43447</c:v>
                </c:pt>
                <c:pt idx="1918">
                  <c:v>43446</c:v>
                </c:pt>
                <c:pt idx="1919">
                  <c:v>43445</c:v>
                </c:pt>
                <c:pt idx="1920">
                  <c:v>43444</c:v>
                </c:pt>
                <c:pt idx="1921">
                  <c:v>43441</c:v>
                </c:pt>
                <c:pt idx="1922">
                  <c:v>43440</c:v>
                </c:pt>
                <c:pt idx="1923">
                  <c:v>43439</c:v>
                </c:pt>
                <c:pt idx="1924">
                  <c:v>43438</c:v>
                </c:pt>
                <c:pt idx="1925">
                  <c:v>43437</c:v>
                </c:pt>
                <c:pt idx="1926">
                  <c:v>43434</c:v>
                </c:pt>
                <c:pt idx="1927">
                  <c:v>43433</c:v>
                </c:pt>
                <c:pt idx="1928">
                  <c:v>43432</c:v>
                </c:pt>
                <c:pt idx="1929">
                  <c:v>43431</c:v>
                </c:pt>
                <c:pt idx="1930">
                  <c:v>43430</c:v>
                </c:pt>
                <c:pt idx="1931">
                  <c:v>43427</c:v>
                </c:pt>
                <c:pt idx="1932">
                  <c:v>43426</c:v>
                </c:pt>
                <c:pt idx="1933">
                  <c:v>43425</c:v>
                </c:pt>
                <c:pt idx="1934">
                  <c:v>43424</c:v>
                </c:pt>
                <c:pt idx="1935">
                  <c:v>43423</c:v>
                </c:pt>
                <c:pt idx="1936">
                  <c:v>43420</c:v>
                </c:pt>
                <c:pt idx="1937">
                  <c:v>43419</c:v>
                </c:pt>
                <c:pt idx="1938">
                  <c:v>43418</c:v>
                </c:pt>
                <c:pt idx="1939">
                  <c:v>43417</c:v>
                </c:pt>
                <c:pt idx="1940">
                  <c:v>43416</c:v>
                </c:pt>
                <c:pt idx="1941">
                  <c:v>43413</c:v>
                </c:pt>
                <c:pt idx="1942">
                  <c:v>43412</c:v>
                </c:pt>
                <c:pt idx="1943">
                  <c:v>43411</c:v>
                </c:pt>
                <c:pt idx="1944">
                  <c:v>43410</c:v>
                </c:pt>
                <c:pt idx="1945">
                  <c:v>43409</c:v>
                </c:pt>
                <c:pt idx="1946">
                  <c:v>43406</c:v>
                </c:pt>
                <c:pt idx="1947">
                  <c:v>43405</c:v>
                </c:pt>
                <c:pt idx="1948">
                  <c:v>43404</c:v>
                </c:pt>
                <c:pt idx="1949">
                  <c:v>43403</c:v>
                </c:pt>
                <c:pt idx="1950">
                  <c:v>43402</c:v>
                </c:pt>
                <c:pt idx="1951">
                  <c:v>43399</c:v>
                </c:pt>
                <c:pt idx="1952">
                  <c:v>43398</c:v>
                </c:pt>
                <c:pt idx="1953">
                  <c:v>43397</c:v>
                </c:pt>
                <c:pt idx="1954">
                  <c:v>43396</c:v>
                </c:pt>
                <c:pt idx="1955">
                  <c:v>43395</c:v>
                </c:pt>
                <c:pt idx="1956">
                  <c:v>43392</c:v>
                </c:pt>
                <c:pt idx="1957">
                  <c:v>43391</c:v>
                </c:pt>
                <c:pt idx="1958">
                  <c:v>43390</c:v>
                </c:pt>
                <c:pt idx="1959">
                  <c:v>43389</c:v>
                </c:pt>
                <c:pt idx="1960">
                  <c:v>43388</c:v>
                </c:pt>
                <c:pt idx="1961">
                  <c:v>43385</c:v>
                </c:pt>
                <c:pt idx="1962">
                  <c:v>43384</c:v>
                </c:pt>
                <c:pt idx="1963">
                  <c:v>43383</c:v>
                </c:pt>
                <c:pt idx="1964">
                  <c:v>43382</c:v>
                </c:pt>
                <c:pt idx="1965">
                  <c:v>43381</c:v>
                </c:pt>
                <c:pt idx="1966">
                  <c:v>43378</c:v>
                </c:pt>
                <c:pt idx="1967">
                  <c:v>43377</c:v>
                </c:pt>
                <c:pt idx="1968">
                  <c:v>43376</c:v>
                </c:pt>
                <c:pt idx="1969">
                  <c:v>43375</c:v>
                </c:pt>
                <c:pt idx="1970">
                  <c:v>43374</c:v>
                </c:pt>
                <c:pt idx="1971">
                  <c:v>43371</c:v>
                </c:pt>
                <c:pt idx="1972">
                  <c:v>43370</c:v>
                </c:pt>
                <c:pt idx="1973">
                  <c:v>43369</c:v>
                </c:pt>
                <c:pt idx="1974">
                  <c:v>43368</c:v>
                </c:pt>
                <c:pt idx="1975">
                  <c:v>43367</c:v>
                </c:pt>
                <c:pt idx="1976">
                  <c:v>43364</c:v>
                </c:pt>
                <c:pt idx="1977">
                  <c:v>43363</c:v>
                </c:pt>
                <c:pt idx="1978">
                  <c:v>43362</c:v>
                </c:pt>
                <c:pt idx="1979">
                  <c:v>43361</c:v>
                </c:pt>
                <c:pt idx="1980">
                  <c:v>43360</c:v>
                </c:pt>
                <c:pt idx="1981">
                  <c:v>43357</c:v>
                </c:pt>
                <c:pt idx="1982">
                  <c:v>43356</c:v>
                </c:pt>
                <c:pt idx="1983">
                  <c:v>43355</c:v>
                </c:pt>
                <c:pt idx="1984">
                  <c:v>43354</c:v>
                </c:pt>
                <c:pt idx="1985">
                  <c:v>43353</c:v>
                </c:pt>
                <c:pt idx="1986">
                  <c:v>43350</c:v>
                </c:pt>
                <c:pt idx="1987">
                  <c:v>43349</c:v>
                </c:pt>
                <c:pt idx="1988">
                  <c:v>43348</c:v>
                </c:pt>
                <c:pt idx="1989">
                  <c:v>43347</c:v>
                </c:pt>
                <c:pt idx="1990">
                  <c:v>43346</c:v>
                </c:pt>
                <c:pt idx="1991">
                  <c:v>43343</c:v>
                </c:pt>
                <c:pt idx="1992">
                  <c:v>43342</c:v>
                </c:pt>
                <c:pt idx="1993">
                  <c:v>43341</c:v>
                </c:pt>
                <c:pt idx="1994">
                  <c:v>43340</c:v>
                </c:pt>
                <c:pt idx="1995">
                  <c:v>43339</c:v>
                </c:pt>
                <c:pt idx="1996">
                  <c:v>43336</c:v>
                </c:pt>
                <c:pt idx="1997">
                  <c:v>43335</c:v>
                </c:pt>
                <c:pt idx="1998">
                  <c:v>43334</c:v>
                </c:pt>
                <c:pt idx="1999">
                  <c:v>43333</c:v>
                </c:pt>
                <c:pt idx="2000">
                  <c:v>43332</c:v>
                </c:pt>
                <c:pt idx="2001">
                  <c:v>43329</c:v>
                </c:pt>
                <c:pt idx="2002">
                  <c:v>43328</c:v>
                </c:pt>
                <c:pt idx="2003">
                  <c:v>43327</c:v>
                </c:pt>
                <c:pt idx="2004">
                  <c:v>43326</c:v>
                </c:pt>
                <c:pt idx="2005">
                  <c:v>43325</c:v>
                </c:pt>
                <c:pt idx="2006">
                  <c:v>43322</c:v>
                </c:pt>
                <c:pt idx="2007">
                  <c:v>43321</c:v>
                </c:pt>
                <c:pt idx="2008">
                  <c:v>43320</c:v>
                </c:pt>
                <c:pt idx="2009">
                  <c:v>43319</c:v>
                </c:pt>
                <c:pt idx="2010">
                  <c:v>43318</c:v>
                </c:pt>
                <c:pt idx="2011">
                  <c:v>43315</c:v>
                </c:pt>
                <c:pt idx="2012">
                  <c:v>43314</c:v>
                </c:pt>
                <c:pt idx="2013">
                  <c:v>43313</c:v>
                </c:pt>
                <c:pt idx="2014">
                  <c:v>43312</c:v>
                </c:pt>
                <c:pt idx="2015">
                  <c:v>43311</c:v>
                </c:pt>
                <c:pt idx="2016">
                  <c:v>43308</c:v>
                </c:pt>
                <c:pt idx="2017">
                  <c:v>43307</c:v>
                </c:pt>
                <c:pt idx="2018">
                  <c:v>43306</c:v>
                </c:pt>
                <c:pt idx="2019">
                  <c:v>43305</c:v>
                </c:pt>
                <c:pt idx="2020">
                  <c:v>43304</c:v>
                </c:pt>
                <c:pt idx="2021">
                  <c:v>43301</c:v>
                </c:pt>
                <c:pt idx="2022">
                  <c:v>43300</c:v>
                </c:pt>
                <c:pt idx="2023">
                  <c:v>43299</c:v>
                </c:pt>
                <c:pt idx="2024">
                  <c:v>43298</c:v>
                </c:pt>
                <c:pt idx="2025">
                  <c:v>43297</c:v>
                </c:pt>
                <c:pt idx="2026">
                  <c:v>43294</c:v>
                </c:pt>
                <c:pt idx="2027">
                  <c:v>43293</c:v>
                </c:pt>
                <c:pt idx="2028">
                  <c:v>43292</c:v>
                </c:pt>
                <c:pt idx="2029">
                  <c:v>43291</c:v>
                </c:pt>
                <c:pt idx="2030">
                  <c:v>43290</c:v>
                </c:pt>
                <c:pt idx="2031">
                  <c:v>43287</c:v>
                </c:pt>
                <c:pt idx="2032">
                  <c:v>43286</c:v>
                </c:pt>
                <c:pt idx="2033">
                  <c:v>43285</c:v>
                </c:pt>
                <c:pt idx="2034">
                  <c:v>43284</c:v>
                </c:pt>
                <c:pt idx="2035">
                  <c:v>43283</c:v>
                </c:pt>
                <c:pt idx="2036">
                  <c:v>43280</c:v>
                </c:pt>
                <c:pt idx="2037">
                  <c:v>43279</c:v>
                </c:pt>
                <c:pt idx="2038">
                  <c:v>43278</c:v>
                </c:pt>
                <c:pt idx="2039">
                  <c:v>43277</c:v>
                </c:pt>
                <c:pt idx="2040">
                  <c:v>43276</c:v>
                </c:pt>
                <c:pt idx="2041">
                  <c:v>43273</c:v>
                </c:pt>
                <c:pt idx="2042">
                  <c:v>43272</c:v>
                </c:pt>
                <c:pt idx="2043">
                  <c:v>43271</c:v>
                </c:pt>
                <c:pt idx="2044">
                  <c:v>43270</c:v>
                </c:pt>
                <c:pt idx="2045">
                  <c:v>43269</c:v>
                </c:pt>
                <c:pt idx="2046">
                  <c:v>43266</c:v>
                </c:pt>
                <c:pt idx="2047">
                  <c:v>43265</c:v>
                </c:pt>
                <c:pt idx="2048">
                  <c:v>43264</c:v>
                </c:pt>
                <c:pt idx="2049">
                  <c:v>43263</c:v>
                </c:pt>
                <c:pt idx="2050">
                  <c:v>43262</c:v>
                </c:pt>
                <c:pt idx="2051">
                  <c:v>43259</c:v>
                </c:pt>
                <c:pt idx="2052">
                  <c:v>43258</c:v>
                </c:pt>
                <c:pt idx="2053">
                  <c:v>43257</c:v>
                </c:pt>
                <c:pt idx="2054">
                  <c:v>43256</c:v>
                </c:pt>
                <c:pt idx="2055">
                  <c:v>43255</c:v>
                </c:pt>
                <c:pt idx="2056">
                  <c:v>43252</c:v>
                </c:pt>
                <c:pt idx="2057">
                  <c:v>43251</c:v>
                </c:pt>
                <c:pt idx="2058">
                  <c:v>43250</c:v>
                </c:pt>
                <c:pt idx="2059">
                  <c:v>43249</c:v>
                </c:pt>
                <c:pt idx="2060">
                  <c:v>43248</c:v>
                </c:pt>
                <c:pt idx="2061">
                  <c:v>43245</c:v>
                </c:pt>
                <c:pt idx="2062">
                  <c:v>43244</c:v>
                </c:pt>
                <c:pt idx="2063">
                  <c:v>43243</c:v>
                </c:pt>
                <c:pt idx="2064">
                  <c:v>43242</c:v>
                </c:pt>
                <c:pt idx="2065">
                  <c:v>43241</c:v>
                </c:pt>
                <c:pt idx="2066">
                  <c:v>43238</c:v>
                </c:pt>
                <c:pt idx="2067">
                  <c:v>43237</c:v>
                </c:pt>
                <c:pt idx="2068">
                  <c:v>43236</c:v>
                </c:pt>
                <c:pt idx="2069">
                  <c:v>43235</c:v>
                </c:pt>
                <c:pt idx="2070">
                  <c:v>43234</c:v>
                </c:pt>
                <c:pt idx="2071">
                  <c:v>43231</c:v>
                </c:pt>
                <c:pt idx="2072">
                  <c:v>43230</c:v>
                </c:pt>
                <c:pt idx="2073">
                  <c:v>43229</c:v>
                </c:pt>
                <c:pt idx="2074">
                  <c:v>43228</c:v>
                </c:pt>
                <c:pt idx="2075">
                  <c:v>43227</c:v>
                </c:pt>
                <c:pt idx="2076">
                  <c:v>43224</c:v>
                </c:pt>
                <c:pt idx="2077">
                  <c:v>43223</c:v>
                </c:pt>
                <c:pt idx="2078">
                  <c:v>43222</c:v>
                </c:pt>
                <c:pt idx="2079">
                  <c:v>43221</c:v>
                </c:pt>
                <c:pt idx="2080">
                  <c:v>43220</c:v>
                </c:pt>
                <c:pt idx="2081">
                  <c:v>43217</c:v>
                </c:pt>
                <c:pt idx="2082">
                  <c:v>43216</c:v>
                </c:pt>
                <c:pt idx="2083">
                  <c:v>43215</c:v>
                </c:pt>
                <c:pt idx="2084">
                  <c:v>43214</c:v>
                </c:pt>
                <c:pt idx="2085">
                  <c:v>43213</c:v>
                </c:pt>
                <c:pt idx="2086">
                  <c:v>43210</c:v>
                </c:pt>
                <c:pt idx="2087">
                  <c:v>43209</c:v>
                </c:pt>
                <c:pt idx="2088">
                  <c:v>43208</c:v>
                </c:pt>
                <c:pt idx="2089">
                  <c:v>43207</c:v>
                </c:pt>
                <c:pt idx="2090">
                  <c:v>43206</c:v>
                </c:pt>
                <c:pt idx="2091">
                  <c:v>43203</c:v>
                </c:pt>
                <c:pt idx="2092">
                  <c:v>43202</c:v>
                </c:pt>
                <c:pt idx="2093">
                  <c:v>43201</c:v>
                </c:pt>
                <c:pt idx="2094">
                  <c:v>43200</c:v>
                </c:pt>
                <c:pt idx="2095">
                  <c:v>43199</c:v>
                </c:pt>
                <c:pt idx="2096">
                  <c:v>43196</c:v>
                </c:pt>
                <c:pt idx="2097">
                  <c:v>43195</c:v>
                </c:pt>
                <c:pt idx="2098">
                  <c:v>43194</c:v>
                </c:pt>
                <c:pt idx="2099">
                  <c:v>43193</c:v>
                </c:pt>
                <c:pt idx="2100">
                  <c:v>43192</c:v>
                </c:pt>
                <c:pt idx="2101">
                  <c:v>43189</c:v>
                </c:pt>
                <c:pt idx="2102">
                  <c:v>43188</c:v>
                </c:pt>
                <c:pt idx="2103">
                  <c:v>43187</c:v>
                </c:pt>
                <c:pt idx="2104">
                  <c:v>43186</c:v>
                </c:pt>
                <c:pt idx="2105">
                  <c:v>43185</c:v>
                </c:pt>
                <c:pt idx="2106">
                  <c:v>43182</c:v>
                </c:pt>
                <c:pt idx="2107">
                  <c:v>43181</c:v>
                </c:pt>
                <c:pt idx="2108">
                  <c:v>43180</c:v>
                </c:pt>
                <c:pt idx="2109">
                  <c:v>43179</c:v>
                </c:pt>
                <c:pt idx="2110">
                  <c:v>43178</c:v>
                </c:pt>
                <c:pt idx="2111">
                  <c:v>43175</c:v>
                </c:pt>
                <c:pt idx="2112">
                  <c:v>43174</c:v>
                </c:pt>
                <c:pt idx="2113">
                  <c:v>43173</c:v>
                </c:pt>
                <c:pt idx="2114">
                  <c:v>43172</c:v>
                </c:pt>
                <c:pt idx="2115">
                  <c:v>43171</c:v>
                </c:pt>
                <c:pt idx="2116">
                  <c:v>43168</c:v>
                </c:pt>
                <c:pt idx="2117">
                  <c:v>43167</c:v>
                </c:pt>
                <c:pt idx="2118">
                  <c:v>43166</c:v>
                </c:pt>
                <c:pt idx="2119">
                  <c:v>43165</c:v>
                </c:pt>
                <c:pt idx="2120">
                  <c:v>43164</c:v>
                </c:pt>
                <c:pt idx="2121">
                  <c:v>43161</c:v>
                </c:pt>
                <c:pt idx="2122">
                  <c:v>43160</c:v>
                </c:pt>
                <c:pt idx="2123">
                  <c:v>43159</c:v>
                </c:pt>
                <c:pt idx="2124">
                  <c:v>43158</c:v>
                </c:pt>
                <c:pt idx="2125">
                  <c:v>43157</c:v>
                </c:pt>
                <c:pt idx="2126">
                  <c:v>43154</c:v>
                </c:pt>
                <c:pt idx="2127">
                  <c:v>43153</c:v>
                </c:pt>
                <c:pt idx="2128">
                  <c:v>43152</c:v>
                </c:pt>
                <c:pt idx="2129">
                  <c:v>43151</c:v>
                </c:pt>
                <c:pt idx="2130">
                  <c:v>43150</c:v>
                </c:pt>
                <c:pt idx="2131">
                  <c:v>43147</c:v>
                </c:pt>
                <c:pt idx="2132">
                  <c:v>43146</c:v>
                </c:pt>
                <c:pt idx="2133">
                  <c:v>43145</c:v>
                </c:pt>
                <c:pt idx="2134">
                  <c:v>43144</c:v>
                </c:pt>
                <c:pt idx="2135">
                  <c:v>43143</c:v>
                </c:pt>
                <c:pt idx="2136">
                  <c:v>43140</c:v>
                </c:pt>
                <c:pt idx="2137">
                  <c:v>43139</c:v>
                </c:pt>
                <c:pt idx="2138">
                  <c:v>43138</c:v>
                </c:pt>
                <c:pt idx="2139">
                  <c:v>43137</c:v>
                </c:pt>
                <c:pt idx="2140">
                  <c:v>43136</c:v>
                </c:pt>
                <c:pt idx="2141">
                  <c:v>43133</c:v>
                </c:pt>
                <c:pt idx="2142">
                  <c:v>43132</c:v>
                </c:pt>
                <c:pt idx="2143">
                  <c:v>43131</c:v>
                </c:pt>
                <c:pt idx="2144">
                  <c:v>43130</c:v>
                </c:pt>
                <c:pt idx="2145">
                  <c:v>43129</c:v>
                </c:pt>
                <c:pt idx="2146">
                  <c:v>43126</c:v>
                </c:pt>
                <c:pt idx="2147">
                  <c:v>43125</c:v>
                </c:pt>
                <c:pt idx="2148">
                  <c:v>43124</c:v>
                </c:pt>
                <c:pt idx="2149">
                  <c:v>43123</c:v>
                </c:pt>
                <c:pt idx="2150">
                  <c:v>43122</c:v>
                </c:pt>
                <c:pt idx="2151">
                  <c:v>43119</c:v>
                </c:pt>
                <c:pt idx="2152">
                  <c:v>43118</c:v>
                </c:pt>
                <c:pt idx="2153">
                  <c:v>43117</c:v>
                </c:pt>
                <c:pt idx="2154">
                  <c:v>43116</c:v>
                </c:pt>
                <c:pt idx="2155">
                  <c:v>43115</c:v>
                </c:pt>
                <c:pt idx="2156">
                  <c:v>43112</c:v>
                </c:pt>
                <c:pt idx="2157">
                  <c:v>43111</c:v>
                </c:pt>
                <c:pt idx="2158">
                  <c:v>43110</c:v>
                </c:pt>
                <c:pt idx="2159">
                  <c:v>43109</c:v>
                </c:pt>
                <c:pt idx="2160">
                  <c:v>43108</c:v>
                </c:pt>
                <c:pt idx="2161">
                  <c:v>43105</c:v>
                </c:pt>
                <c:pt idx="2162">
                  <c:v>43104</c:v>
                </c:pt>
                <c:pt idx="2163">
                  <c:v>43103</c:v>
                </c:pt>
                <c:pt idx="2164">
                  <c:v>43102</c:v>
                </c:pt>
                <c:pt idx="2165">
                  <c:v>43101</c:v>
                </c:pt>
                <c:pt idx="2166">
                  <c:v>43098</c:v>
                </c:pt>
                <c:pt idx="2167">
                  <c:v>43097</c:v>
                </c:pt>
                <c:pt idx="2168">
                  <c:v>43096</c:v>
                </c:pt>
                <c:pt idx="2169">
                  <c:v>43095</c:v>
                </c:pt>
                <c:pt idx="2170">
                  <c:v>43094</c:v>
                </c:pt>
                <c:pt idx="2171">
                  <c:v>43091</c:v>
                </c:pt>
                <c:pt idx="2172">
                  <c:v>43090</c:v>
                </c:pt>
                <c:pt idx="2173">
                  <c:v>43089</c:v>
                </c:pt>
                <c:pt idx="2174">
                  <c:v>43088</c:v>
                </c:pt>
                <c:pt idx="2175">
                  <c:v>43087</c:v>
                </c:pt>
                <c:pt idx="2176">
                  <c:v>43084</c:v>
                </c:pt>
                <c:pt idx="2177">
                  <c:v>43083</c:v>
                </c:pt>
                <c:pt idx="2178">
                  <c:v>43082</c:v>
                </c:pt>
                <c:pt idx="2179">
                  <c:v>43081</c:v>
                </c:pt>
                <c:pt idx="2180">
                  <c:v>43080</c:v>
                </c:pt>
                <c:pt idx="2181">
                  <c:v>43077</c:v>
                </c:pt>
                <c:pt idx="2182">
                  <c:v>43076</c:v>
                </c:pt>
                <c:pt idx="2183">
                  <c:v>43075</c:v>
                </c:pt>
                <c:pt idx="2184">
                  <c:v>43074</c:v>
                </c:pt>
                <c:pt idx="2185">
                  <c:v>43073</c:v>
                </c:pt>
                <c:pt idx="2186">
                  <c:v>43070</c:v>
                </c:pt>
                <c:pt idx="2187">
                  <c:v>43069</c:v>
                </c:pt>
                <c:pt idx="2188">
                  <c:v>43068</c:v>
                </c:pt>
                <c:pt idx="2189">
                  <c:v>43067</c:v>
                </c:pt>
                <c:pt idx="2190">
                  <c:v>43066</c:v>
                </c:pt>
                <c:pt idx="2191">
                  <c:v>43063</c:v>
                </c:pt>
                <c:pt idx="2192">
                  <c:v>43062</c:v>
                </c:pt>
                <c:pt idx="2193">
                  <c:v>43061</c:v>
                </c:pt>
                <c:pt idx="2194">
                  <c:v>43060</c:v>
                </c:pt>
                <c:pt idx="2195">
                  <c:v>43059</c:v>
                </c:pt>
                <c:pt idx="2196">
                  <c:v>43056</c:v>
                </c:pt>
                <c:pt idx="2197">
                  <c:v>43055</c:v>
                </c:pt>
                <c:pt idx="2198">
                  <c:v>43054</c:v>
                </c:pt>
                <c:pt idx="2199">
                  <c:v>43053</c:v>
                </c:pt>
                <c:pt idx="2200">
                  <c:v>43052</c:v>
                </c:pt>
                <c:pt idx="2201">
                  <c:v>43049</c:v>
                </c:pt>
                <c:pt idx="2202">
                  <c:v>43048</c:v>
                </c:pt>
                <c:pt idx="2203">
                  <c:v>43047</c:v>
                </c:pt>
                <c:pt idx="2204">
                  <c:v>43046</c:v>
                </c:pt>
                <c:pt idx="2205">
                  <c:v>43045</c:v>
                </c:pt>
                <c:pt idx="2206">
                  <c:v>43042</c:v>
                </c:pt>
                <c:pt idx="2207">
                  <c:v>43041</c:v>
                </c:pt>
                <c:pt idx="2208">
                  <c:v>43040</c:v>
                </c:pt>
                <c:pt idx="2209">
                  <c:v>43039</c:v>
                </c:pt>
                <c:pt idx="2210">
                  <c:v>43038</c:v>
                </c:pt>
                <c:pt idx="2211">
                  <c:v>43035</c:v>
                </c:pt>
                <c:pt idx="2212">
                  <c:v>43034</c:v>
                </c:pt>
                <c:pt idx="2213">
                  <c:v>43033</c:v>
                </c:pt>
                <c:pt idx="2214">
                  <c:v>43032</c:v>
                </c:pt>
                <c:pt idx="2215">
                  <c:v>43031</c:v>
                </c:pt>
                <c:pt idx="2216">
                  <c:v>43028</c:v>
                </c:pt>
                <c:pt idx="2217">
                  <c:v>43027</c:v>
                </c:pt>
                <c:pt idx="2218">
                  <c:v>43026</c:v>
                </c:pt>
                <c:pt idx="2219">
                  <c:v>43025</c:v>
                </c:pt>
                <c:pt idx="2220">
                  <c:v>43024</c:v>
                </c:pt>
                <c:pt idx="2221">
                  <c:v>43021</c:v>
                </c:pt>
                <c:pt idx="2222">
                  <c:v>43020</c:v>
                </c:pt>
                <c:pt idx="2223">
                  <c:v>43019</c:v>
                </c:pt>
                <c:pt idx="2224">
                  <c:v>43018</c:v>
                </c:pt>
                <c:pt idx="2225">
                  <c:v>43017</c:v>
                </c:pt>
                <c:pt idx="2226">
                  <c:v>43014</c:v>
                </c:pt>
                <c:pt idx="2227">
                  <c:v>43013</c:v>
                </c:pt>
                <c:pt idx="2228">
                  <c:v>43012</c:v>
                </c:pt>
                <c:pt idx="2229">
                  <c:v>43011</c:v>
                </c:pt>
                <c:pt idx="2230">
                  <c:v>43010</c:v>
                </c:pt>
                <c:pt idx="2231">
                  <c:v>43007</c:v>
                </c:pt>
                <c:pt idx="2232">
                  <c:v>43006</c:v>
                </c:pt>
                <c:pt idx="2233">
                  <c:v>43005</c:v>
                </c:pt>
                <c:pt idx="2234">
                  <c:v>43004</c:v>
                </c:pt>
                <c:pt idx="2235">
                  <c:v>43003</c:v>
                </c:pt>
                <c:pt idx="2236">
                  <c:v>43000</c:v>
                </c:pt>
                <c:pt idx="2237">
                  <c:v>42999</c:v>
                </c:pt>
                <c:pt idx="2238">
                  <c:v>42998</c:v>
                </c:pt>
                <c:pt idx="2239">
                  <c:v>42997</c:v>
                </c:pt>
                <c:pt idx="2240">
                  <c:v>42996</c:v>
                </c:pt>
                <c:pt idx="2241">
                  <c:v>42993</c:v>
                </c:pt>
                <c:pt idx="2242">
                  <c:v>42992</c:v>
                </c:pt>
                <c:pt idx="2243">
                  <c:v>42991</c:v>
                </c:pt>
                <c:pt idx="2244">
                  <c:v>42990</c:v>
                </c:pt>
                <c:pt idx="2245">
                  <c:v>42989</c:v>
                </c:pt>
                <c:pt idx="2246">
                  <c:v>42986</c:v>
                </c:pt>
                <c:pt idx="2247">
                  <c:v>42985</c:v>
                </c:pt>
                <c:pt idx="2248">
                  <c:v>42984</c:v>
                </c:pt>
                <c:pt idx="2249">
                  <c:v>42983</c:v>
                </c:pt>
                <c:pt idx="2250">
                  <c:v>42982</c:v>
                </c:pt>
                <c:pt idx="2251">
                  <c:v>42979</c:v>
                </c:pt>
                <c:pt idx="2252">
                  <c:v>42978</c:v>
                </c:pt>
                <c:pt idx="2253">
                  <c:v>42977</c:v>
                </c:pt>
                <c:pt idx="2254">
                  <c:v>42976</c:v>
                </c:pt>
                <c:pt idx="2255">
                  <c:v>42975</c:v>
                </c:pt>
                <c:pt idx="2256">
                  <c:v>42972</c:v>
                </c:pt>
                <c:pt idx="2257">
                  <c:v>42971</c:v>
                </c:pt>
                <c:pt idx="2258">
                  <c:v>42970</c:v>
                </c:pt>
                <c:pt idx="2259">
                  <c:v>42969</c:v>
                </c:pt>
                <c:pt idx="2260">
                  <c:v>42968</c:v>
                </c:pt>
                <c:pt idx="2261">
                  <c:v>42965</c:v>
                </c:pt>
                <c:pt idx="2262">
                  <c:v>42964</c:v>
                </c:pt>
                <c:pt idx="2263">
                  <c:v>42963</c:v>
                </c:pt>
                <c:pt idx="2264">
                  <c:v>42962</c:v>
                </c:pt>
                <c:pt idx="2265">
                  <c:v>42961</c:v>
                </c:pt>
                <c:pt idx="2266">
                  <c:v>42958</c:v>
                </c:pt>
                <c:pt idx="2267">
                  <c:v>42957</c:v>
                </c:pt>
                <c:pt idx="2268">
                  <c:v>42956</c:v>
                </c:pt>
                <c:pt idx="2269">
                  <c:v>42955</c:v>
                </c:pt>
                <c:pt idx="2270">
                  <c:v>42954</c:v>
                </c:pt>
                <c:pt idx="2271">
                  <c:v>42951</c:v>
                </c:pt>
                <c:pt idx="2272">
                  <c:v>42950</c:v>
                </c:pt>
                <c:pt idx="2273">
                  <c:v>42949</c:v>
                </c:pt>
                <c:pt idx="2274">
                  <c:v>42948</c:v>
                </c:pt>
                <c:pt idx="2275">
                  <c:v>42947</c:v>
                </c:pt>
                <c:pt idx="2276">
                  <c:v>42944</c:v>
                </c:pt>
                <c:pt idx="2277">
                  <c:v>42943</c:v>
                </c:pt>
                <c:pt idx="2278">
                  <c:v>42942</c:v>
                </c:pt>
                <c:pt idx="2279">
                  <c:v>42941</c:v>
                </c:pt>
                <c:pt idx="2280">
                  <c:v>42940</c:v>
                </c:pt>
                <c:pt idx="2281">
                  <c:v>42937</c:v>
                </c:pt>
                <c:pt idx="2282">
                  <c:v>42936</c:v>
                </c:pt>
                <c:pt idx="2283">
                  <c:v>42935</c:v>
                </c:pt>
                <c:pt idx="2284">
                  <c:v>42934</c:v>
                </c:pt>
                <c:pt idx="2285">
                  <c:v>42933</c:v>
                </c:pt>
                <c:pt idx="2286">
                  <c:v>42930</c:v>
                </c:pt>
                <c:pt idx="2287">
                  <c:v>42929</c:v>
                </c:pt>
                <c:pt idx="2288">
                  <c:v>42928</c:v>
                </c:pt>
                <c:pt idx="2289">
                  <c:v>42927</c:v>
                </c:pt>
                <c:pt idx="2290">
                  <c:v>42926</c:v>
                </c:pt>
                <c:pt idx="2291">
                  <c:v>42923</c:v>
                </c:pt>
                <c:pt idx="2292">
                  <c:v>42922</c:v>
                </c:pt>
                <c:pt idx="2293">
                  <c:v>42921</c:v>
                </c:pt>
                <c:pt idx="2294">
                  <c:v>42920</c:v>
                </c:pt>
                <c:pt idx="2295">
                  <c:v>42919</c:v>
                </c:pt>
                <c:pt idx="2296">
                  <c:v>42916</c:v>
                </c:pt>
                <c:pt idx="2297">
                  <c:v>42915</c:v>
                </c:pt>
                <c:pt idx="2298">
                  <c:v>42914</c:v>
                </c:pt>
                <c:pt idx="2299">
                  <c:v>42913</c:v>
                </c:pt>
                <c:pt idx="2300">
                  <c:v>42912</c:v>
                </c:pt>
                <c:pt idx="2301">
                  <c:v>42909</c:v>
                </c:pt>
                <c:pt idx="2302">
                  <c:v>42908</c:v>
                </c:pt>
                <c:pt idx="2303">
                  <c:v>42907</c:v>
                </c:pt>
                <c:pt idx="2304">
                  <c:v>42906</c:v>
                </c:pt>
                <c:pt idx="2305">
                  <c:v>42905</c:v>
                </c:pt>
                <c:pt idx="2306">
                  <c:v>42902</c:v>
                </c:pt>
                <c:pt idx="2307">
                  <c:v>42901</c:v>
                </c:pt>
                <c:pt idx="2308">
                  <c:v>42900</c:v>
                </c:pt>
                <c:pt idx="2309">
                  <c:v>42899</c:v>
                </c:pt>
                <c:pt idx="2310">
                  <c:v>42898</c:v>
                </c:pt>
                <c:pt idx="2311">
                  <c:v>42895</c:v>
                </c:pt>
                <c:pt idx="2312">
                  <c:v>42894</c:v>
                </c:pt>
                <c:pt idx="2313">
                  <c:v>42893</c:v>
                </c:pt>
                <c:pt idx="2314">
                  <c:v>42892</c:v>
                </c:pt>
                <c:pt idx="2315">
                  <c:v>42891</c:v>
                </c:pt>
                <c:pt idx="2316">
                  <c:v>42888</c:v>
                </c:pt>
                <c:pt idx="2317">
                  <c:v>42887</c:v>
                </c:pt>
                <c:pt idx="2318">
                  <c:v>42886</c:v>
                </c:pt>
                <c:pt idx="2319">
                  <c:v>42885</c:v>
                </c:pt>
                <c:pt idx="2320">
                  <c:v>42884</c:v>
                </c:pt>
                <c:pt idx="2321">
                  <c:v>42881</c:v>
                </c:pt>
                <c:pt idx="2322">
                  <c:v>42880</c:v>
                </c:pt>
                <c:pt idx="2323">
                  <c:v>42879</c:v>
                </c:pt>
                <c:pt idx="2324">
                  <c:v>42878</c:v>
                </c:pt>
                <c:pt idx="2325">
                  <c:v>42877</c:v>
                </c:pt>
                <c:pt idx="2326">
                  <c:v>42874</c:v>
                </c:pt>
                <c:pt idx="2327">
                  <c:v>42873</c:v>
                </c:pt>
                <c:pt idx="2328">
                  <c:v>42872</c:v>
                </c:pt>
                <c:pt idx="2329">
                  <c:v>42871</c:v>
                </c:pt>
                <c:pt idx="2330">
                  <c:v>42870</c:v>
                </c:pt>
                <c:pt idx="2331">
                  <c:v>42867</c:v>
                </c:pt>
                <c:pt idx="2332">
                  <c:v>42866</c:v>
                </c:pt>
                <c:pt idx="2333">
                  <c:v>42865</c:v>
                </c:pt>
                <c:pt idx="2334">
                  <c:v>42864</c:v>
                </c:pt>
                <c:pt idx="2335">
                  <c:v>42863</c:v>
                </c:pt>
                <c:pt idx="2336">
                  <c:v>42860</c:v>
                </c:pt>
                <c:pt idx="2337">
                  <c:v>42859</c:v>
                </c:pt>
                <c:pt idx="2338">
                  <c:v>42858</c:v>
                </c:pt>
                <c:pt idx="2339">
                  <c:v>42857</c:v>
                </c:pt>
                <c:pt idx="2340">
                  <c:v>42856</c:v>
                </c:pt>
                <c:pt idx="2341">
                  <c:v>42853</c:v>
                </c:pt>
                <c:pt idx="2342">
                  <c:v>42852</c:v>
                </c:pt>
                <c:pt idx="2343">
                  <c:v>42851</c:v>
                </c:pt>
                <c:pt idx="2344">
                  <c:v>42850</c:v>
                </c:pt>
                <c:pt idx="2345">
                  <c:v>42849</c:v>
                </c:pt>
                <c:pt idx="2346">
                  <c:v>42846</c:v>
                </c:pt>
                <c:pt idx="2347">
                  <c:v>42845</c:v>
                </c:pt>
                <c:pt idx="2348">
                  <c:v>42844</c:v>
                </c:pt>
                <c:pt idx="2349">
                  <c:v>42843</c:v>
                </c:pt>
                <c:pt idx="2350">
                  <c:v>42842</c:v>
                </c:pt>
                <c:pt idx="2351">
                  <c:v>42839</c:v>
                </c:pt>
                <c:pt idx="2352">
                  <c:v>42838</c:v>
                </c:pt>
                <c:pt idx="2353">
                  <c:v>42837</c:v>
                </c:pt>
                <c:pt idx="2354">
                  <c:v>42836</c:v>
                </c:pt>
                <c:pt idx="2355">
                  <c:v>42835</c:v>
                </c:pt>
                <c:pt idx="2356">
                  <c:v>42832</c:v>
                </c:pt>
                <c:pt idx="2357">
                  <c:v>42831</c:v>
                </c:pt>
                <c:pt idx="2358">
                  <c:v>42830</c:v>
                </c:pt>
                <c:pt idx="2359">
                  <c:v>42829</c:v>
                </c:pt>
                <c:pt idx="2360">
                  <c:v>42828</c:v>
                </c:pt>
                <c:pt idx="2361">
                  <c:v>42825</c:v>
                </c:pt>
                <c:pt idx="2362">
                  <c:v>42824</c:v>
                </c:pt>
                <c:pt idx="2363">
                  <c:v>42823</c:v>
                </c:pt>
                <c:pt idx="2364">
                  <c:v>42822</c:v>
                </c:pt>
                <c:pt idx="2365">
                  <c:v>42821</c:v>
                </c:pt>
                <c:pt idx="2366">
                  <c:v>42818</c:v>
                </c:pt>
                <c:pt idx="2367">
                  <c:v>42817</c:v>
                </c:pt>
                <c:pt idx="2368">
                  <c:v>42816</c:v>
                </c:pt>
                <c:pt idx="2369">
                  <c:v>42815</c:v>
                </c:pt>
                <c:pt idx="2370">
                  <c:v>42814</c:v>
                </c:pt>
                <c:pt idx="2371">
                  <c:v>42811</c:v>
                </c:pt>
                <c:pt idx="2372">
                  <c:v>42810</c:v>
                </c:pt>
                <c:pt idx="2373">
                  <c:v>42809</c:v>
                </c:pt>
                <c:pt idx="2374">
                  <c:v>42808</c:v>
                </c:pt>
                <c:pt idx="2375">
                  <c:v>42807</c:v>
                </c:pt>
                <c:pt idx="2376">
                  <c:v>42804</c:v>
                </c:pt>
                <c:pt idx="2377">
                  <c:v>42803</c:v>
                </c:pt>
                <c:pt idx="2378">
                  <c:v>42802</c:v>
                </c:pt>
                <c:pt idx="2379">
                  <c:v>42801</c:v>
                </c:pt>
                <c:pt idx="2380">
                  <c:v>42800</c:v>
                </c:pt>
                <c:pt idx="2381">
                  <c:v>42797</c:v>
                </c:pt>
                <c:pt idx="2382">
                  <c:v>42796</c:v>
                </c:pt>
                <c:pt idx="2383">
                  <c:v>42795</c:v>
                </c:pt>
                <c:pt idx="2384">
                  <c:v>42794</c:v>
                </c:pt>
                <c:pt idx="2385">
                  <c:v>42793</c:v>
                </c:pt>
                <c:pt idx="2386">
                  <c:v>42790</c:v>
                </c:pt>
                <c:pt idx="2387">
                  <c:v>42789</c:v>
                </c:pt>
                <c:pt idx="2388">
                  <c:v>42788</c:v>
                </c:pt>
                <c:pt idx="2389">
                  <c:v>42787</c:v>
                </c:pt>
                <c:pt idx="2390">
                  <c:v>42786</c:v>
                </c:pt>
                <c:pt idx="2391">
                  <c:v>42783</c:v>
                </c:pt>
                <c:pt idx="2392">
                  <c:v>42782</c:v>
                </c:pt>
                <c:pt idx="2393">
                  <c:v>42781</c:v>
                </c:pt>
                <c:pt idx="2394">
                  <c:v>42780</c:v>
                </c:pt>
                <c:pt idx="2395">
                  <c:v>42779</c:v>
                </c:pt>
                <c:pt idx="2396">
                  <c:v>42776</c:v>
                </c:pt>
                <c:pt idx="2397">
                  <c:v>42775</c:v>
                </c:pt>
                <c:pt idx="2398">
                  <c:v>42774</c:v>
                </c:pt>
                <c:pt idx="2399">
                  <c:v>42773</c:v>
                </c:pt>
                <c:pt idx="2400">
                  <c:v>42772</c:v>
                </c:pt>
                <c:pt idx="2401">
                  <c:v>42769</c:v>
                </c:pt>
                <c:pt idx="2402">
                  <c:v>42768</c:v>
                </c:pt>
                <c:pt idx="2403">
                  <c:v>42767</c:v>
                </c:pt>
                <c:pt idx="2404">
                  <c:v>42766</c:v>
                </c:pt>
                <c:pt idx="2405">
                  <c:v>42765</c:v>
                </c:pt>
                <c:pt idx="2406">
                  <c:v>42762</c:v>
                </c:pt>
                <c:pt idx="2407">
                  <c:v>42761</c:v>
                </c:pt>
                <c:pt idx="2408">
                  <c:v>42760</c:v>
                </c:pt>
                <c:pt idx="2409">
                  <c:v>42759</c:v>
                </c:pt>
                <c:pt idx="2410">
                  <c:v>42758</c:v>
                </c:pt>
                <c:pt idx="2411">
                  <c:v>42755</c:v>
                </c:pt>
                <c:pt idx="2412">
                  <c:v>42754</c:v>
                </c:pt>
                <c:pt idx="2413">
                  <c:v>42753</c:v>
                </c:pt>
                <c:pt idx="2414">
                  <c:v>42752</c:v>
                </c:pt>
                <c:pt idx="2415">
                  <c:v>42751</c:v>
                </c:pt>
                <c:pt idx="2416">
                  <c:v>42748</c:v>
                </c:pt>
                <c:pt idx="2417">
                  <c:v>42747</c:v>
                </c:pt>
                <c:pt idx="2418">
                  <c:v>42746</c:v>
                </c:pt>
                <c:pt idx="2419">
                  <c:v>42745</c:v>
                </c:pt>
                <c:pt idx="2420">
                  <c:v>42744</c:v>
                </c:pt>
                <c:pt idx="2421">
                  <c:v>42741</c:v>
                </c:pt>
                <c:pt idx="2422">
                  <c:v>42740</c:v>
                </c:pt>
                <c:pt idx="2423">
                  <c:v>42739</c:v>
                </c:pt>
                <c:pt idx="2424">
                  <c:v>42738</c:v>
                </c:pt>
                <c:pt idx="2425">
                  <c:v>42737</c:v>
                </c:pt>
                <c:pt idx="2426">
                  <c:v>42734</c:v>
                </c:pt>
                <c:pt idx="2427">
                  <c:v>42733</c:v>
                </c:pt>
                <c:pt idx="2428">
                  <c:v>42732</c:v>
                </c:pt>
                <c:pt idx="2429">
                  <c:v>42731</c:v>
                </c:pt>
                <c:pt idx="2430">
                  <c:v>42730</c:v>
                </c:pt>
                <c:pt idx="2431">
                  <c:v>42727</c:v>
                </c:pt>
                <c:pt idx="2432">
                  <c:v>42726</c:v>
                </c:pt>
                <c:pt idx="2433">
                  <c:v>42725</c:v>
                </c:pt>
                <c:pt idx="2434">
                  <c:v>42724</c:v>
                </c:pt>
                <c:pt idx="2435">
                  <c:v>42723</c:v>
                </c:pt>
                <c:pt idx="2436">
                  <c:v>42720</c:v>
                </c:pt>
                <c:pt idx="2437">
                  <c:v>42719</c:v>
                </c:pt>
                <c:pt idx="2438">
                  <c:v>42718</c:v>
                </c:pt>
                <c:pt idx="2439">
                  <c:v>42717</c:v>
                </c:pt>
                <c:pt idx="2440">
                  <c:v>42716</c:v>
                </c:pt>
                <c:pt idx="2441">
                  <c:v>42713</c:v>
                </c:pt>
                <c:pt idx="2442">
                  <c:v>42712</c:v>
                </c:pt>
                <c:pt idx="2443">
                  <c:v>42711</c:v>
                </c:pt>
                <c:pt idx="2444">
                  <c:v>42710</c:v>
                </c:pt>
                <c:pt idx="2445">
                  <c:v>42709</c:v>
                </c:pt>
                <c:pt idx="2446">
                  <c:v>42706</c:v>
                </c:pt>
                <c:pt idx="2447">
                  <c:v>42705</c:v>
                </c:pt>
                <c:pt idx="2448">
                  <c:v>42704</c:v>
                </c:pt>
                <c:pt idx="2449">
                  <c:v>42703</c:v>
                </c:pt>
                <c:pt idx="2450">
                  <c:v>42702</c:v>
                </c:pt>
                <c:pt idx="2451">
                  <c:v>42699</c:v>
                </c:pt>
                <c:pt idx="2452">
                  <c:v>42698</c:v>
                </c:pt>
                <c:pt idx="2453">
                  <c:v>42697</c:v>
                </c:pt>
                <c:pt idx="2454">
                  <c:v>42696</c:v>
                </c:pt>
                <c:pt idx="2455">
                  <c:v>42695</c:v>
                </c:pt>
                <c:pt idx="2456">
                  <c:v>42692</c:v>
                </c:pt>
                <c:pt idx="2457">
                  <c:v>42691</c:v>
                </c:pt>
                <c:pt idx="2458">
                  <c:v>42690</c:v>
                </c:pt>
                <c:pt idx="2459">
                  <c:v>42689</c:v>
                </c:pt>
                <c:pt idx="2460">
                  <c:v>42688</c:v>
                </c:pt>
                <c:pt idx="2461">
                  <c:v>42685</c:v>
                </c:pt>
                <c:pt idx="2462">
                  <c:v>42684</c:v>
                </c:pt>
                <c:pt idx="2463">
                  <c:v>42683</c:v>
                </c:pt>
                <c:pt idx="2464">
                  <c:v>42682</c:v>
                </c:pt>
                <c:pt idx="2465">
                  <c:v>42681</c:v>
                </c:pt>
                <c:pt idx="2466">
                  <c:v>42678</c:v>
                </c:pt>
                <c:pt idx="2467">
                  <c:v>42677</c:v>
                </c:pt>
                <c:pt idx="2468">
                  <c:v>42676</c:v>
                </c:pt>
                <c:pt idx="2469">
                  <c:v>42675</c:v>
                </c:pt>
                <c:pt idx="2470">
                  <c:v>42674</c:v>
                </c:pt>
                <c:pt idx="2471">
                  <c:v>42671</c:v>
                </c:pt>
                <c:pt idx="2472">
                  <c:v>42670</c:v>
                </c:pt>
                <c:pt idx="2473">
                  <c:v>42669</c:v>
                </c:pt>
                <c:pt idx="2474">
                  <c:v>42668</c:v>
                </c:pt>
                <c:pt idx="2475">
                  <c:v>42667</c:v>
                </c:pt>
                <c:pt idx="2476">
                  <c:v>42664</c:v>
                </c:pt>
                <c:pt idx="2477">
                  <c:v>42663</c:v>
                </c:pt>
                <c:pt idx="2478">
                  <c:v>42662</c:v>
                </c:pt>
                <c:pt idx="2479">
                  <c:v>42661</c:v>
                </c:pt>
                <c:pt idx="2480">
                  <c:v>42660</c:v>
                </c:pt>
                <c:pt idx="2481">
                  <c:v>42657</c:v>
                </c:pt>
                <c:pt idx="2482">
                  <c:v>42656</c:v>
                </c:pt>
                <c:pt idx="2483">
                  <c:v>42655</c:v>
                </c:pt>
                <c:pt idx="2484">
                  <c:v>42654</c:v>
                </c:pt>
                <c:pt idx="2485">
                  <c:v>42653</c:v>
                </c:pt>
                <c:pt idx="2486">
                  <c:v>42650</c:v>
                </c:pt>
                <c:pt idx="2487">
                  <c:v>42649</c:v>
                </c:pt>
                <c:pt idx="2488">
                  <c:v>42648</c:v>
                </c:pt>
                <c:pt idx="2489">
                  <c:v>42647</c:v>
                </c:pt>
                <c:pt idx="2490">
                  <c:v>42646</c:v>
                </c:pt>
                <c:pt idx="2491">
                  <c:v>42643</c:v>
                </c:pt>
                <c:pt idx="2492">
                  <c:v>42642</c:v>
                </c:pt>
                <c:pt idx="2493">
                  <c:v>42641</c:v>
                </c:pt>
                <c:pt idx="2494">
                  <c:v>42640</c:v>
                </c:pt>
                <c:pt idx="2495">
                  <c:v>42639</c:v>
                </c:pt>
                <c:pt idx="2496">
                  <c:v>42636</c:v>
                </c:pt>
                <c:pt idx="2497">
                  <c:v>42635</c:v>
                </c:pt>
                <c:pt idx="2498">
                  <c:v>42634</c:v>
                </c:pt>
                <c:pt idx="2499">
                  <c:v>42633</c:v>
                </c:pt>
                <c:pt idx="2500">
                  <c:v>42632</c:v>
                </c:pt>
                <c:pt idx="2501">
                  <c:v>42629</c:v>
                </c:pt>
                <c:pt idx="2502">
                  <c:v>42628</c:v>
                </c:pt>
                <c:pt idx="2503">
                  <c:v>42627</c:v>
                </c:pt>
                <c:pt idx="2504">
                  <c:v>42626</c:v>
                </c:pt>
                <c:pt idx="2505">
                  <c:v>42625</c:v>
                </c:pt>
                <c:pt idx="2506">
                  <c:v>42622</c:v>
                </c:pt>
                <c:pt idx="2507">
                  <c:v>42621</c:v>
                </c:pt>
                <c:pt idx="2508">
                  <c:v>42620</c:v>
                </c:pt>
                <c:pt idx="2509">
                  <c:v>42619</c:v>
                </c:pt>
                <c:pt idx="2510">
                  <c:v>42618</c:v>
                </c:pt>
                <c:pt idx="2511">
                  <c:v>42615</c:v>
                </c:pt>
                <c:pt idx="2512">
                  <c:v>42614</c:v>
                </c:pt>
                <c:pt idx="2513">
                  <c:v>42613</c:v>
                </c:pt>
                <c:pt idx="2514">
                  <c:v>42612</c:v>
                </c:pt>
                <c:pt idx="2515">
                  <c:v>42611</c:v>
                </c:pt>
                <c:pt idx="2516">
                  <c:v>42608</c:v>
                </c:pt>
                <c:pt idx="2517">
                  <c:v>42607</c:v>
                </c:pt>
                <c:pt idx="2518">
                  <c:v>42606</c:v>
                </c:pt>
                <c:pt idx="2519">
                  <c:v>42605</c:v>
                </c:pt>
                <c:pt idx="2520">
                  <c:v>42604</c:v>
                </c:pt>
                <c:pt idx="2521">
                  <c:v>42601</c:v>
                </c:pt>
                <c:pt idx="2522">
                  <c:v>42600</c:v>
                </c:pt>
                <c:pt idx="2523">
                  <c:v>42599</c:v>
                </c:pt>
                <c:pt idx="2524">
                  <c:v>42598</c:v>
                </c:pt>
                <c:pt idx="2525">
                  <c:v>42597</c:v>
                </c:pt>
                <c:pt idx="2526">
                  <c:v>42594</c:v>
                </c:pt>
                <c:pt idx="2527">
                  <c:v>42593</c:v>
                </c:pt>
                <c:pt idx="2528">
                  <c:v>42592</c:v>
                </c:pt>
                <c:pt idx="2529">
                  <c:v>42591</c:v>
                </c:pt>
                <c:pt idx="2530">
                  <c:v>42590</c:v>
                </c:pt>
                <c:pt idx="2531">
                  <c:v>42587</c:v>
                </c:pt>
                <c:pt idx="2532">
                  <c:v>42586</c:v>
                </c:pt>
                <c:pt idx="2533">
                  <c:v>42585</c:v>
                </c:pt>
                <c:pt idx="2534">
                  <c:v>42584</c:v>
                </c:pt>
                <c:pt idx="2535">
                  <c:v>42583</c:v>
                </c:pt>
                <c:pt idx="2536">
                  <c:v>42580</c:v>
                </c:pt>
                <c:pt idx="2537">
                  <c:v>42579</c:v>
                </c:pt>
                <c:pt idx="2538">
                  <c:v>42578</c:v>
                </c:pt>
                <c:pt idx="2539">
                  <c:v>42577</c:v>
                </c:pt>
                <c:pt idx="2540">
                  <c:v>42576</c:v>
                </c:pt>
                <c:pt idx="2541">
                  <c:v>42573</c:v>
                </c:pt>
                <c:pt idx="2542">
                  <c:v>42572</c:v>
                </c:pt>
                <c:pt idx="2543">
                  <c:v>42571</c:v>
                </c:pt>
                <c:pt idx="2544">
                  <c:v>42570</c:v>
                </c:pt>
                <c:pt idx="2545">
                  <c:v>42569</c:v>
                </c:pt>
                <c:pt idx="2546">
                  <c:v>42566</c:v>
                </c:pt>
                <c:pt idx="2547">
                  <c:v>42565</c:v>
                </c:pt>
                <c:pt idx="2548">
                  <c:v>42564</c:v>
                </c:pt>
                <c:pt idx="2549">
                  <c:v>42563</c:v>
                </c:pt>
                <c:pt idx="2550">
                  <c:v>42562</c:v>
                </c:pt>
                <c:pt idx="2551">
                  <c:v>42559</c:v>
                </c:pt>
                <c:pt idx="2552">
                  <c:v>42558</c:v>
                </c:pt>
                <c:pt idx="2553">
                  <c:v>42557</c:v>
                </c:pt>
                <c:pt idx="2554">
                  <c:v>42556</c:v>
                </c:pt>
                <c:pt idx="2555">
                  <c:v>42555</c:v>
                </c:pt>
                <c:pt idx="2556">
                  <c:v>42552</c:v>
                </c:pt>
                <c:pt idx="2557">
                  <c:v>42551</c:v>
                </c:pt>
                <c:pt idx="2558">
                  <c:v>42550</c:v>
                </c:pt>
                <c:pt idx="2559">
                  <c:v>42549</c:v>
                </c:pt>
                <c:pt idx="2560">
                  <c:v>42548</c:v>
                </c:pt>
                <c:pt idx="2561">
                  <c:v>42545</c:v>
                </c:pt>
                <c:pt idx="2562">
                  <c:v>42544</c:v>
                </c:pt>
                <c:pt idx="2563">
                  <c:v>42543</c:v>
                </c:pt>
                <c:pt idx="2564">
                  <c:v>42542</c:v>
                </c:pt>
                <c:pt idx="2565">
                  <c:v>42541</c:v>
                </c:pt>
                <c:pt idx="2566">
                  <c:v>42538</c:v>
                </c:pt>
                <c:pt idx="2567">
                  <c:v>42537</c:v>
                </c:pt>
                <c:pt idx="2568">
                  <c:v>42536</c:v>
                </c:pt>
                <c:pt idx="2569">
                  <c:v>42535</c:v>
                </c:pt>
                <c:pt idx="2570">
                  <c:v>42534</c:v>
                </c:pt>
                <c:pt idx="2571">
                  <c:v>42531</c:v>
                </c:pt>
                <c:pt idx="2572">
                  <c:v>42530</c:v>
                </c:pt>
                <c:pt idx="2573">
                  <c:v>42529</c:v>
                </c:pt>
                <c:pt idx="2574">
                  <c:v>42528</c:v>
                </c:pt>
                <c:pt idx="2575">
                  <c:v>42527</c:v>
                </c:pt>
                <c:pt idx="2576">
                  <c:v>42524</c:v>
                </c:pt>
                <c:pt idx="2577">
                  <c:v>42523</c:v>
                </c:pt>
                <c:pt idx="2578">
                  <c:v>42522</c:v>
                </c:pt>
                <c:pt idx="2579">
                  <c:v>42521</c:v>
                </c:pt>
                <c:pt idx="2580">
                  <c:v>42520</c:v>
                </c:pt>
                <c:pt idx="2581">
                  <c:v>42517</c:v>
                </c:pt>
                <c:pt idx="2582">
                  <c:v>42516</c:v>
                </c:pt>
                <c:pt idx="2583">
                  <c:v>42515</c:v>
                </c:pt>
                <c:pt idx="2584">
                  <c:v>42514</c:v>
                </c:pt>
                <c:pt idx="2585">
                  <c:v>42513</c:v>
                </c:pt>
                <c:pt idx="2586">
                  <c:v>42510</c:v>
                </c:pt>
                <c:pt idx="2587">
                  <c:v>42509</c:v>
                </c:pt>
                <c:pt idx="2588">
                  <c:v>42508</c:v>
                </c:pt>
                <c:pt idx="2589">
                  <c:v>42507</c:v>
                </c:pt>
                <c:pt idx="2590">
                  <c:v>42506</c:v>
                </c:pt>
                <c:pt idx="2591">
                  <c:v>42503</c:v>
                </c:pt>
                <c:pt idx="2592">
                  <c:v>42502</c:v>
                </c:pt>
                <c:pt idx="2593">
                  <c:v>42501</c:v>
                </c:pt>
                <c:pt idx="2594">
                  <c:v>42500</c:v>
                </c:pt>
                <c:pt idx="2595">
                  <c:v>42499</c:v>
                </c:pt>
                <c:pt idx="2596">
                  <c:v>42496</c:v>
                </c:pt>
                <c:pt idx="2597">
                  <c:v>42495</c:v>
                </c:pt>
                <c:pt idx="2598">
                  <c:v>42494</c:v>
                </c:pt>
                <c:pt idx="2599">
                  <c:v>42493</c:v>
                </c:pt>
                <c:pt idx="2600">
                  <c:v>42492</c:v>
                </c:pt>
                <c:pt idx="2601">
                  <c:v>42489</c:v>
                </c:pt>
                <c:pt idx="2602">
                  <c:v>42488</c:v>
                </c:pt>
                <c:pt idx="2603">
                  <c:v>42487</c:v>
                </c:pt>
                <c:pt idx="2604">
                  <c:v>42486</c:v>
                </c:pt>
                <c:pt idx="2605">
                  <c:v>42485</c:v>
                </c:pt>
                <c:pt idx="2606">
                  <c:v>42482</c:v>
                </c:pt>
                <c:pt idx="2607">
                  <c:v>42481</c:v>
                </c:pt>
                <c:pt idx="2608">
                  <c:v>42480</c:v>
                </c:pt>
                <c:pt idx="2609">
                  <c:v>42479</c:v>
                </c:pt>
                <c:pt idx="2610">
                  <c:v>42478</c:v>
                </c:pt>
                <c:pt idx="2611">
                  <c:v>42475</c:v>
                </c:pt>
                <c:pt idx="2612">
                  <c:v>42474</c:v>
                </c:pt>
                <c:pt idx="2613">
                  <c:v>42473</c:v>
                </c:pt>
                <c:pt idx="2614">
                  <c:v>42472</c:v>
                </c:pt>
                <c:pt idx="2615">
                  <c:v>42471</c:v>
                </c:pt>
                <c:pt idx="2616">
                  <c:v>42468</c:v>
                </c:pt>
                <c:pt idx="2617">
                  <c:v>42467</c:v>
                </c:pt>
                <c:pt idx="2618">
                  <c:v>42466</c:v>
                </c:pt>
                <c:pt idx="2619">
                  <c:v>42465</c:v>
                </c:pt>
                <c:pt idx="2620">
                  <c:v>42464</c:v>
                </c:pt>
                <c:pt idx="2621">
                  <c:v>42461</c:v>
                </c:pt>
                <c:pt idx="2622">
                  <c:v>42460</c:v>
                </c:pt>
                <c:pt idx="2623">
                  <c:v>42459</c:v>
                </c:pt>
                <c:pt idx="2624">
                  <c:v>42458</c:v>
                </c:pt>
                <c:pt idx="2625">
                  <c:v>42457</c:v>
                </c:pt>
                <c:pt idx="2626">
                  <c:v>42454</c:v>
                </c:pt>
                <c:pt idx="2627">
                  <c:v>42453</c:v>
                </c:pt>
                <c:pt idx="2628">
                  <c:v>42452</c:v>
                </c:pt>
                <c:pt idx="2629">
                  <c:v>42451</c:v>
                </c:pt>
                <c:pt idx="2630">
                  <c:v>42450</c:v>
                </c:pt>
                <c:pt idx="2631">
                  <c:v>42447</c:v>
                </c:pt>
                <c:pt idx="2632">
                  <c:v>42446</c:v>
                </c:pt>
                <c:pt idx="2633">
                  <c:v>42445</c:v>
                </c:pt>
                <c:pt idx="2634">
                  <c:v>42444</c:v>
                </c:pt>
                <c:pt idx="2635">
                  <c:v>42443</c:v>
                </c:pt>
                <c:pt idx="2636">
                  <c:v>42440</c:v>
                </c:pt>
                <c:pt idx="2637">
                  <c:v>42439</c:v>
                </c:pt>
                <c:pt idx="2638">
                  <c:v>42438</c:v>
                </c:pt>
                <c:pt idx="2639">
                  <c:v>42437</c:v>
                </c:pt>
                <c:pt idx="2640">
                  <c:v>42436</c:v>
                </c:pt>
                <c:pt idx="2641">
                  <c:v>42433</c:v>
                </c:pt>
                <c:pt idx="2642">
                  <c:v>42432</c:v>
                </c:pt>
                <c:pt idx="2643">
                  <c:v>42431</c:v>
                </c:pt>
                <c:pt idx="2644">
                  <c:v>42430</c:v>
                </c:pt>
                <c:pt idx="2645">
                  <c:v>42429</c:v>
                </c:pt>
                <c:pt idx="2646">
                  <c:v>42426</c:v>
                </c:pt>
                <c:pt idx="2647">
                  <c:v>42425</c:v>
                </c:pt>
                <c:pt idx="2648">
                  <c:v>42424</c:v>
                </c:pt>
                <c:pt idx="2649">
                  <c:v>42423</c:v>
                </c:pt>
                <c:pt idx="2650">
                  <c:v>42422</c:v>
                </c:pt>
                <c:pt idx="2651">
                  <c:v>42419</c:v>
                </c:pt>
                <c:pt idx="2652">
                  <c:v>42418</c:v>
                </c:pt>
                <c:pt idx="2653">
                  <c:v>42417</c:v>
                </c:pt>
                <c:pt idx="2654">
                  <c:v>42416</c:v>
                </c:pt>
                <c:pt idx="2655">
                  <c:v>42415</c:v>
                </c:pt>
                <c:pt idx="2656">
                  <c:v>42412</c:v>
                </c:pt>
                <c:pt idx="2657">
                  <c:v>42411</c:v>
                </c:pt>
                <c:pt idx="2658">
                  <c:v>42410</c:v>
                </c:pt>
                <c:pt idx="2659">
                  <c:v>42409</c:v>
                </c:pt>
                <c:pt idx="2660">
                  <c:v>42408</c:v>
                </c:pt>
                <c:pt idx="2661">
                  <c:v>42405</c:v>
                </c:pt>
                <c:pt idx="2662">
                  <c:v>42404</c:v>
                </c:pt>
                <c:pt idx="2663">
                  <c:v>42403</c:v>
                </c:pt>
                <c:pt idx="2664">
                  <c:v>42402</c:v>
                </c:pt>
                <c:pt idx="2665">
                  <c:v>42401</c:v>
                </c:pt>
                <c:pt idx="2666">
                  <c:v>42398</c:v>
                </c:pt>
                <c:pt idx="2667">
                  <c:v>42397</c:v>
                </c:pt>
                <c:pt idx="2668">
                  <c:v>42396</c:v>
                </c:pt>
                <c:pt idx="2669">
                  <c:v>42395</c:v>
                </c:pt>
                <c:pt idx="2670">
                  <c:v>42394</c:v>
                </c:pt>
                <c:pt idx="2671">
                  <c:v>42391</c:v>
                </c:pt>
                <c:pt idx="2672">
                  <c:v>42390</c:v>
                </c:pt>
                <c:pt idx="2673">
                  <c:v>42389</c:v>
                </c:pt>
                <c:pt idx="2674">
                  <c:v>42388</c:v>
                </c:pt>
                <c:pt idx="2675">
                  <c:v>42387</c:v>
                </c:pt>
                <c:pt idx="2676">
                  <c:v>42384</c:v>
                </c:pt>
                <c:pt idx="2677">
                  <c:v>42383</c:v>
                </c:pt>
                <c:pt idx="2678">
                  <c:v>42382</c:v>
                </c:pt>
                <c:pt idx="2679">
                  <c:v>42381</c:v>
                </c:pt>
                <c:pt idx="2680">
                  <c:v>42380</c:v>
                </c:pt>
                <c:pt idx="2681">
                  <c:v>42377</c:v>
                </c:pt>
                <c:pt idx="2682">
                  <c:v>42376</c:v>
                </c:pt>
                <c:pt idx="2683">
                  <c:v>42375</c:v>
                </c:pt>
                <c:pt idx="2684">
                  <c:v>42374</c:v>
                </c:pt>
                <c:pt idx="2685">
                  <c:v>42373</c:v>
                </c:pt>
                <c:pt idx="2686">
                  <c:v>42370</c:v>
                </c:pt>
                <c:pt idx="2687">
                  <c:v>42369</c:v>
                </c:pt>
                <c:pt idx="2688">
                  <c:v>42368</c:v>
                </c:pt>
                <c:pt idx="2689">
                  <c:v>42367</c:v>
                </c:pt>
                <c:pt idx="2690">
                  <c:v>42366</c:v>
                </c:pt>
                <c:pt idx="2691">
                  <c:v>42363</c:v>
                </c:pt>
                <c:pt idx="2692">
                  <c:v>42362</c:v>
                </c:pt>
                <c:pt idx="2693">
                  <c:v>42361</c:v>
                </c:pt>
                <c:pt idx="2694">
                  <c:v>42360</c:v>
                </c:pt>
                <c:pt idx="2695">
                  <c:v>42359</c:v>
                </c:pt>
                <c:pt idx="2696">
                  <c:v>42356</c:v>
                </c:pt>
                <c:pt idx="2697">
                  <c:v>42355</c:v>
                </c:pt>
                <c:pt idx="2698">
                  <c:v>42354</c:v>
                </c:pt>
                <c:pt idx="2699">
                  <c:v>42353</c:v>
                </c:pt>
                <c:pt idx="2700">
                  <c:v>42352</c:v>
                </c:pt>
                <c:pt idx="2701">
                  <c:v>42349</c:v>
                </c:pt>
                <c:pt idx="2702">
                  <c:v>42348</c:v>
                </c:pt>
                <c:pt idx="2703">
                  <c:v>42347</c:v>
                </c:pt>
                <c:pt idx="2704">
                  <c:v>42346</c:v>
                </c:pt>
                <c:pt idx="2705">
                  <c:v>42345</c:v>
                </c:pt>
                <c:pt idx="2706">
                  <c:v>42342</c:v>
                </c:pt>
                <c:pt idx="2707">
                  <c:v>42341</c:v>
                </c:pt>
                <c:pt idx="2708">
                  <c:v>42340</c:v>
                </c:pt>
                <c:pt idx="2709">
                  <c:v>42339</c:v>
                </c:pt>
                <c:pt idx="2710">
                  <c:v>42338</c:v>
                </c:pt>
                <c:pt idx="2711">
                  <c:v>42335</c:v>
                </c:pt>
                <c:pt idx="2712">
                  <c:v>42334</c:v>
                </c:pt>
                <c:pt idx="2713">
                  <c:v>42333</c:v>
                </c:pt>
                <c:pt idx="2714">
                  <c:v>42332</c:v>
                </c:pt>
                <c:pt idx="2715">
                  <c:v>42331</c:v>
                </c:pt>
                <c:pt idx="2716">
                  <c:v>42328</c:v>
                </c:pt>
                <c:pt idx="2717">
                  <c:v>42327</c:v>
                </c:pt>
                <c:pt idx="2718">
                  <c:v>42326</c:v>
                </c:pt>
                <c:pt idx="2719">
                  <c:v>42325</c:v>
                </c:pt>
                <c:pt idx="2720">
                  <c:v>42324</c:v>
                </c:pt>
                <c:pt idx="2721">
                  <c:v>42321</c:v>
                </c:pt>
                <c:pt idx="2722">
                  <c:v>42320</c:v>
                </c:pt>
                <c:pt idx="2723">
                  <c:v>42319</c:v>
                </c:pt>
                <c:pt idx="2724">
                  <c:v>42318</c:v>
                </c:pt>
                <c:pt idx="2725">
                  <c:v>42317</c:v>
                </c:pt>
                <c:pt idx="2726">
                  <c:v>42314</c:v>
                </c:pt>
                <c:pt idx="2727">
                  <c:v>42313</c:v>
                </c:pt>
                <c:pt idx="2728">
                  <c:v>42312</c:v>
                </c:pt>
                <c:pt idx="2729">
                  <c:v>42311</c:v>
                </c:pt>
                <c:pt idx="2730">
                  <c:v>42310</c:v>
                </c:pt>
                <c:pt idx="2731">
                  <c:v>42307</c:v>
                </c:pt>
                <c:pt idx="2732">
                  <c:v>42306</c:v>
                </c:pt>
                <c:pt idx="2733">
                  <c:v>42305</c:v>
                </c:pt>
                <c:pt idx="2734">
                  <c:v>42304</c:v>
                </c:pt>
                <c:pt idx="2735">
                  <c:v>42303</c:v>
                </c:pt>
                <c:pt idx="2736">
                  <c:v>42300</c:v>
                </c:pt>
                <c:pt idx="2737">
                  <c:v>42299</c:v>
                </c:pt>
                <c:pt idx="2738">
                  <c:v>42298</c:v>
                </c:pt>
                <c:pt idx="2739">
                  <c:v>42297</c:v>
                </c:pt>
                <c:pt idx="2740">
                  <c:v>42296</c:v>
                </c:pt>
                <c:pt idx="2741">
                  <c:v>42293</c:v>
                </c:pt>
                <c:pt idx="2742">
                  <c:v>42292</c:v>
                </c:pt>
                <c:pt idx="2743">
                  <c:v>42291</c:v>
                </c:pt>
                <c:pt idx="2744">
                  <c:v>42290</c:v>
                </c:pt>
                <c:pt idx="2745">
                  <c:v>42289</c:v>
                </c:pt>
                <c:pt idx="2746">
                  <c:v>42286</c:v>
                </c:pt>
                <c:pt idx="2747">
                  <c:v>42285</c:v>
                </c:pt>
                <c:pt idx="2748">
                  <c:v>42284</c:v>
                </c:pt>
                <c:pt idx="2749">
                  <c:v>42283</c:v>
                </c:pt>
                <c:pt idx="2750">
                  <c:v>42282</c:v>
                </c:pt>
                <c:pt idx="2751">
                  <c:v>42279</c:v>
                </c:pt>
                <c:pt idx="2752">
                  <c:v>42278</c:v>
                </c:pt>
                <c:pt idx="2753">
                  <c:v>42277</c:v>
                </c:pt>
                <c:pt idx="2754">
                  <c:v>42276</c:v>
                </c:pt>
                <c:pt idx="2755">
                  <c:v>42275</c:v>
                </c:pt>
                <c:pt idx="2756">
                  <c:v>42272</c:v>
                </c:pt>
                <c:pt idx="2757">
                  <c:v>42271</c:v>
                </c:pt>
                <c:pt idx="2758">
                  <c:v>42270</c:v>
                </c:pt>
                <c:pt idx="2759">
                  <c:v>42269</c:v>
                </c:pt>
                <c:pt idx="2760">
                  <c:v>42268</c:v>
                </c:pt>
                <c:pt idx="2761">
                  <c:v>42265</c:v>
                </c:pt>
                <c:pt idx="2762">
                  <c:v>42264</c:v>
                </c:pt>
                <c:pt idx="2763">
                  <c:v>42263</c:v>
                </c:pt>
                <c:pt idx="2764">
                  <c:v>42262</c:v>
                </c:pt>
                <c:pt idx="2765">
                  <c:v>42261</c:v>
                </c:pt>
                <c:pt idx="2766">
                  <c:v>42258</c:v>
                </c:pt>
                <c:pt idx="2767">
                  <c:v>42257</c:v>
                </c:pt>
                <c:pt idx="2768">
                  <c:v>42256</c:v>
                </c:pt>
                <c:pt idx="2769">
                  <c:v>42255</c:v>
                </c:pt>
                <c:pt idx="2770">
                  <c:v>42254</c:v>
                </c:pt>
                <c:pt idx="2771">
                  <c:v>42251</c:v>
                </c:pt>
                <c:pt idx="2772">
                  <c:v>42250</c:v>
                </c:pt>
                <c:pt idx="2773">
                  <c:v>42249</c:v>
                </c:pt>
                <c:pt idx="2774">
                  <c:v>42248</c:v>
                </c:pt>
                <c:pt idx="2775">
                  <c:v>42247</c:v>
                </c:pt>
                <c:pt idx="2776">
                  <c:v>42244</c:v>
                </c:pt>
                <c:pt idx="2777">
                  <c:v>42243</c:v>
                </c:pt>
                <c:pt idx="2778">
                  <c:v>42242</c:v>
                </c:pt>
                <c:pt idx="2779">
                  <c:v>42241</c:v>
                </c:pt>
                <c:pt idx="2780">
                  <c:v>42240</c:v>
                </c:pt>
                <c:pt idx="2781">
                  <c:v>42237</c:v>
                </c:pt>
                <c:pt idx="2782">
                  <c:v>42236</c:v>
                </c:pt>
                <c:pt idx="2783">
                  <c:v>42235</c:v>
                </c:pt>
                <c:pt idx="2784">
                  <c:v>42234</c:v>
                </c:pt>
                <c:pt idx="2785">
                  <c:v>42233</c:v>
                </c:pt>
                <c:pt idx="2786">
                  <c:v>42230</c:v>
                </c:pt>
                <c:pt idx="2787">
                  <c:v>42229</c:v>
                </c:pt>
                <c:pt idx="2788">
                  <c:v>42228</c:v>
                </c:pt>
                <c:pt idx="2789">
                  <c:v>42227</c:v>
                </c:pt>
                <c:pt idx="2790">
                  <c:v>42226</c:v>
                </c:pt>
                <c:pt idx="2791">
                  <c:v>42223</c:v>
                </c:pt>
                <c:pt idx="2792">
                  <c:v>42222</c:v>
                </c:pt>
                <c:pt idx="2793">
                  <c:v>42221</c:v>
                </c:pt>
                <c:pt idx="2794">
                  <c:v>42220</c:v>
                </c:pt>
                <c:pt idx="2795">
                  <c:v>42219</c:v>
                </c:pt>
                <c:pt idx="2796">
                  <c:v>42216</c:v>
                </c:pt>
                <c:pt idx="2797">
                  <c:v>42215</c:v>
                </c:pt>
                <c:pt idx="2798">
                  <c:v>42214</c:v>
                </c:pt>
                <c:pt idx="2799">
                  <c:v>42213</c:v>
                </c:pt>
                <c:pt idx="2800">
                  <c:v>42212</c:v>
                </c:pt>
                <c:pt idx="2801">
                  <c:v>42209</c:v>
                </c:pt>
                <c:pt idx="2802">
                  <c:v>42208</c:v>
                </c:pt>
                <c:pt idx="2803">
                  <c:v>42207</c:v>
                </c:pt>
                <c:pt idx="2804">
                  <c:v>42206</c:v>
                </c:pt>
                <c:pt idx="2805">
                  <c:v>42205</c:v>
                </c:pt>
                <c:pt idx="2806">
                  <c:v>42202</c:v>
                </c:pt>
                <c:pt idx="2807">
                  <c:v>42201</c:v>
                </c:pt>
                <c:pt idx="2808">
                  <c:v>42200</c:v>
                </c:pt>
                <c:pt idx="2809">
                  <c:v>42199</c:v>
                </c:pt>
                <c:pt idx="2810">
                  <c:v>42198</c:v>
                </c:pt>
                <c:pt idx="2811">
                  <c:v>42195</c:v>
                </c:pt>
                <c:pt idx="2812">
                  <c:v>42194</c:v>
                </c:pt>
                <c:pt idx="2813">
                  <c:v>42193</c:v>
                </c:pt>
                <c:pt idx="2814">
                  <c:v>42192</c:v>
                </c:pt>
                <c:pt idx="2815">
                  <c:v>42191</c:v>
                </c:pt>
                <c:pt idx="2816">
                  <c:v>42188</c:v>
                </c:pt>
                <c:pt idx="2817">
                  <c:v>42187</c:v>
                </c:pt>
                <c:pt idx="2818">
                  <c:v>42186</c:v>
                </c:pt>
                <c:pt idx="2819">
                  <c:v>42185</c:v>
                </c:pt>
                <c:pt idx="2820">
                  <c:v>42184</c:v>
                </c:pt>
                <c:pt idx="2821">
                  <c:v>42181</c:v>
                </c:pt>
                <c:pt idx="2822">
                  <c:v>42180</c:v>
                </c:pt>
                <c:pt idx="2823">
                  <c:v>42179</c:v>
                </c:pt>
                <c:pt idx="2824">
                  <c:v>42178</c:v>
                </c:pt>
                <c:pt idx="2825">
                  <c:v>42177</c:v>
                </c:pt>
                <c:pt idx="2826">
                  <c:v>42174</c:v>
                </c:pt>
                <c:pt idx="2827">
                  <c:v>42173</c:v>
                </c:pt>
                <c:pt idx="2828">
                  <c:v>42172</c:v>
                </c:pt>
                <c:pt idx="2829">
                  <c:v>42171</c:v>
                </c:pt>
                <c:pt idx="2830">
                  <c:v>42170</c:v>
                </c:pt>
                <c:pt idx="2831">
                  <c:v>42167</c:v>
                </c:pt>
                <c:pt idx="2832">
                  <c:v>42166</c:v>
                </c:pt>
                <c:pt idx="2833">
                  <c:v>42165</c:v>
                </c:pt>
                <c:pt idx="2834">
                  <c:v>42164</c:v>
                </c:pt>
                <c:pt idx="2835">
                  <c:v>42163</c:v>
                </c:pt>
                <c:pt idx="2836">
                  <c:v>42160</c:v>
                </c:pt>
                <c:pt idx="2837">
                  <c:v>42159</c:v>
                </c:pt>
                <c:pt idx="2838">
                  <c:v>42158</c:v>
                </c:pt>
                <c:pt idx="2839">
                  <c:v>42157</c:v>
                </c:pt>
                <c:pt idx="2840">
                  <c:v>42156</c:v>
                </c:pt>
                <c:pt idx="2841">
                  <c:v>42153</c:v>
                </c:pt>
                <c:pt idx="2842">
                  <c:v>42152</c:v>
                </c:pt>
                <c:pt idx="2843">
                  <c:v>42151</c:v>
                </c:pt>
                <c:pt idx="2844">
                  <c:v>42150</c:v>
                </c:pt>
                <c:pt idx="2845">
                  <c:v>42149</c:v>
                </c:pt>
                <c:pt idx="2846">
                  <c:v>42146</c:v>
                </c:pt>
                <c:pt idx="2847">
                  <c:v>42145</c:v>
                </c:pt>
                <c:pt idx="2848">
                  <c:v>42144</c:v>
                </c:pt>
                <c:pt idx="2849">
                  <c:v>42143</c:v>
                </c:pt>
                <c:pt idx="2850">
                  <c:v>42142</c:v>
                </c:pt>
                <c:pt idx="2851">
                  <c:v>42139</c:v>
                </c:pt>
                <c:pt idx="2852">
                  <c:v>42138</c:v>
                </c:pt>
                <c:pt idx="2853">
                  <c:v>42137</c:v>
                </c:pt>
                <c:pt idx="2854">
                  <c:v>42136</c:v>
                </c:pt>
                <c:pt idx="2855">
                  <c:v>42135</c:v>
                </c:pt>
                <c:pt idx="2856">
                  <c:v>42132</c:v>
                </c:pt>
                <c:pt idx="2857">
                  <c:v>42131</c:v>
                </c:pt>
                <c:pt idx="2858">
                  <c:v>42130</c:v>
                </c:pt>
                <c:pt idx="2859">
                  <c:v>42129</c:v>
                </c:pt>
                <c:pt idx="2860">
                  <c:v>42128</c:v>
                </c:pt>
                <c:pt idx="2861">
                  <c:v>42125</c:v>
                </c:pt>
                <c:pt idx="2862">
                  <c:v>42124</c:v>
                </c:pt>
                <c:pt idx="2863">
                  <c:v>42123</c:v>
                </c:pt>
                <c:pt idx="2864">
                  <c:v>42122</c:v>
                </c:pt>
                <c:pt idx="2865">
                  <c:v>42121</c:v>
                </c:pt>
                <c:pt idx="2866">
                  <c:v>42118</c:v>
                </c:pt>
                <c:pt idx="2867">
                  <c:v>42117</c:v>
                </c:pt>
                <c:pt idx="2868">
                  <c:v>42116</c:v>
                </c:pt>
                <c:pt idx="2869">
                  <c:v>42115</c:v>
                </c:pt>
                <c:pt idx="2870">
                  <c:v>42114</c:v>
                </c:pt>
                <c:pt idx="2871">
                  <c:v>42111</c:v>
                </c:pt>
                <c:pt idx="2872">
                  <c:v>42110</c:v>
                </c:pt>
                <c:pt idx="2873">
                  <c:v>42109</c:v>
                </c:pt>
                <c:pt idx="2874">
                  <c:v>42108</c:v>
                </c:pt>
                <c:pt idx="2875">
                  <c:v>42107</c:v>
                </c:pt>
                <c:pt idx="2876">
                  <c:v>42104</c:v>
                </c:pt>
                <c:pt idx="2877">
                  <c:v>42103</c:v>
                </c:pt>
                <c:pt idx="2878">
                  <c:v>42102</c:v>
                </c:pt>
                <c:pt idx="2879">
                  <c:v>42101</c:v>
                </c:pt>
                <c:pt idx="2880">
                  <c:v>42100</c:v>
                </c:pt>
                <c:pt idx="2881">
                  <c:v>42097</c:v>
                </c:pt>
                <c:pt idx="2882">
                  <c:v>42096</c:v>
                </c:pt>
                <c:pt idx="2883">
                  <c:v>42095</c:v>
                </c:pt>
                <c:pt idx="2884">
                  <c:v>42094</c:v>
                </c:pt>
                <c:pt idx="2885">
                  <c:v>42093</c:v>
                </c:pt>
                <c:pt idx="2886">
                  <c:v>42090</c:v>
                </c:pt>
                <c:pt idx="2887">
                  <c:v>42089</c:v>
                </c:pt>
                <c:pt idx="2888">
                  <c:v>42088</c:v>
                </c:pt>
                <c:pt idx="2889">
                  <c:v>42087</c:v>
                </c:pt>
                <c:pt idx="2890">
                  <c:v>42086</c:v>
                </c:pt>
                <c:pt idx="2891">
                  <c:v>42083</c:v>
                </c:pt>
                <c:pt idx="2892">
                  <c:v>42082</c:v>
                </c:pt>
                <c:pt idx="2893">
                  <c:v>42081</c:v>
                </c:pt>
                <c:pt idx="2894">
                  <c:v>42080</c:v>
                </c:pt>
                <c:pt idx="2895">
                  <c:v>42079</c:v>
                </c:pt>
                <c:pt idx="2896">
                  <c:v>42076</c:v>
                </c:pt>
                <c:pt idx="2897">
                  <c:v>42075</c:v>
                </c:pt>
                <c:pt idx="2898">
                  <c:v>42074</c:v>
                </c:pt>
                <c:pt idx="2899">
                  <c:v>42073</c:v>
                </c:pt>
                <c:pt idx="2900">
                  <c:v>42072</c:v>
                </c:pt>
                <c:pt idx="2901">
                  <c:v>42069</c:v>
                </c:pt>
                <c:pt idx="2902">
                  <c:v>42068</c:v>
                </c:pt>
                <c:pt idx="2903">
                  <c:v>42067</c:v>
                </c:pt>
                <c:pt idx="2904">
                  <c:v>42066</c:v>
                </c:pt>
                <c:pt idx="2905">
                  <c:v>42065</c:v>
                </c:pt>
                <c:pt idx="2906">
                  <c:v>42062</c:v>
                </c:pt>
                <c:pt idx="2907">
                  <c:v>42061</c:v>
                </c:pt>
                <c:pt idx="2908">
                  <c:v>42060</c:v>
                </c:pt>
                <c:pt idx="2909">
                  <c:v>42059</c:v>
                </c:pt>
                <c:pt idx="2910">
                  <c:v>42058</c:v>
                </c:pt>
                <c:pt idx="2911">
                  <c:v>42055</c:v>
                </c:pt>
                <c:pt idx="2912">
                  <c:v>42054</c:v>
                </c:pt>
                <c:pt idx="2913">
                  <c:v>42053</c:v>
                </c:pt>
                <c:pt idx="2914">
                  <c:v>42052</c:v>
                </c:pt>
                <c:pt idx="2915">
                  <c:v>42051</c:v>
                </c:pt>
                <c:pt idx="2916">
                  <c:v>42048</c:v>
                </c:pt>
                <c:pt idx="2917">
                  <c:v>42047</c:v>
                </c:pt>
                <c:pt idx="2918">
                  <c:v>42046</c:v>
                </c:pt>
                <c:pt idx="2919">
                  <c:v>42045</c:v>
                </c:pt>
                <c:pt idx="2920">
                  <c:v>42044</c:v>
                </c:pt>
                <c:pt idx="2921">
                  <c:v>42041</c:v>
                </c:pt>
                <c:pt idx="2922">
                  <c:v>42040</c:v>
                </c:pt>
                <c:pt idx="2923">
                  <c:v>42039</c:v>
                </c:pt>
                <c:pt idx="2924">
                  <c:v>42038</c:v>
                </c:pt>
                <c:pt idx="2925">
                  <c:v>42037</c:v>
                </c:pt>
                <c:pt idx="2926">
                  <c:v>42034</c:v>
                </c:pt>
                <c:pt idx="2927">
                  <c:v>42033</c:v>
                </c:pt>
                <c:pt idx="2928">
                  <c:v>42032</c:v>
                </c:pt>
                <c:pt idx="2929">
                  <c:v>42031</c:v>
                </c:pt>
                <c:pt idx="2930">
                  <c:v>42030</c:v>
                </c:pt>
                <c:pt idx="2931">
                  <c:v>42027</c:v>
                </c:pt>
                <c:pt idx="2932">
                  <c:v>42026</c:v>
                </c:pt>
                <c:pt idx="2933">
                  <c:v>42025</c:v>
                </c:pt>
                <c:pt idx="2934">
                  <c:v>42024</c:v>
                </c:pt>
                <c:pt idx="2935">
                  <c:v>42023</c:v>
                </c:pt>
                <c:pt idx="2936">
                  <c:v>42020</c:v>
                </c:pt>
                <c:pt idx="2937">
                  <c:v>42019</c:v>
                </c:pt>
                <c:pt idx="2938">
                  <c:v>42018</c:v>
                </c:pt>
                <c:pt idx="2939">
                  <c:v>42017</c:v>
                </c:pt>
                <c:pt idx="2940">
                  <c:v>42016</c:v>
                </c:pt>
                <c:pt idx="2941">
                  <c:v>42013</c:v>
                </c:pt>
                <c:pt idx="2942">
                  <c:v>42012</c:v>
                </c:pt>
                <c:pt idx="2943">
                  <c:v>42011</c:v>
                </c:pt>
                <c:pt idx="2944">
                  <c:v>42010</c:v>
                </c:pt>
                <c:pt idx="2945">
                  <c:v>42009</c:v>
                </c:pt>
                <c:pt idx="2946">
                  <c:v>42006</c:v>
                </c:pt>
                <c:pt idx="2947">
                  <c:v>42005</c:v>
                </c:pt>
                <c:pt idx="2948">
                  <c:v>42004</c:v>
                </c:pt>
                <c:pt idx="2949">
                  <c:v>42003</c:v>
                </c:pt>
                <c:pt idx="2950">
                  <c:v>42002</c:v>
                </c:pt>
                <c:pt idx="2951">
                  <c:v>41999</c:v>
                </c:pt>
                <c:pt idx="2952">
                  <c:v>41998</c:v>
                </c:pt>
                <c:pt idx="2953">
                  <c:v>41997</c:v>
                </c:pt>
                <c:pt idx="2954">
                  <c:v>41996</c:v>
                </c:pt>
                <c:pt idx="2955">
                  <c:v>41995</c:v>
                </c:pt>
                <c:pt idx="2956">
                  <c:v>41992</c:v>
                </c:pt>
                <c:pt idx="2957">
                  <c:v>41991</c:v>
                </c:pt>
                <c:pt idx="2958">
                  <c:v>41990</c:v>
                </c:pt>
                <c:pt idx="2959">
                  <c:v>41989</c:v>
                </c:pt>
                <c:pt idx="2960">
                  <c:v>41988</c:v>
                </c:pt>
                <c:pt idx="2961">
                  <c:v>41985</c:v>
                </c:pt>
                <c:pt idx="2962">
                  <c:v>41984</c:v>
                </c:pt>
                <c:pt idx="2963">
                  <c:v>41983</c:v>
                </c:pt>
                <c:pt idx="2964">
                  <c:v>41982</c:v>
                </c:pt>
                <c:pt idx="2965">
                  <c:v>41981</c:v>
                </c:pt>
                <c:pt idx="2966">
                  <c:v>41978</c:v>
                </c:pt>
                <c:pt idx="2967">
                  <c:v>41977</c:v>
                </c:pt>
                <c:pt idx="2968">
                  <c:v>41976</c:v>
                </c:pt>
                <c:pt idx="2969">
                  <c:v>41975</c:v>
                </c:pt>
                <c:pt idx="2970">
                  <c:v>41974</c:v>
                </c:pt>
                <c:pt idx="2971">
                  <c:v>41971</c:v>
                </c:pt>
                <c:pt idx="2972">
                  <c:v>41970</c:v>
                </c:pt>
                <c:pt idx="2973">
                  <c:v>41969</c:v>
                </c:pt>
                <c:pt idx="2974">
                  <c:v>41968</c:v>
                </c:pt>
                <c:pt idx="2975">
                  <c:v>41967</c:v>
                </c:pt>
                <c:pt idx="2976">
                  <c:v>41964</c:v>
                </c:pt>
                <c:pt idx="2977">
                  <c:v>41963</c:v>
                </c:pt>
                <c:pt idx="2978">
                  <c:v>41962</c:v>
                </c:pt>
                <c:pt idx="2979">
                  <c:v>41961</c:v>
                </c:pt>
                <c:pt idx="2980">
                  <c:v>41960</c:v>
                </c:pt>
                <c:pt idx="2981">
                  <c:v>41957</c:v>
                </c:pt>
                <c:pt idx="2982">
                  <c:v>41956</c:v>
                </c:pt>
                <c:pt idx="2983">
                  <c:v>41955</c:v>
                </c:pt>
                <c:pt idx="2984">
                  <c:v>41954</c:v>
                </c:pt>
                <c:pt idx="2985">
                  <c:v>41953</c:v>
                </c:pt>
                <c:pt idx="2986">
                  <c:v>41950</c:v>
                </c:pt>
                <c:pt idx="2987">
                  <c:v>41949</c:v>
                </c:pt>
                <c:pt idx="2988">
                  <c:v>41948</c:v>
                </c:pt>
                <c:pt idx="2989">
                  <c:v>41947</c:v>
                </c:pt>
                <c:pt idx="2990">
                  <c:v>41946</c:v>
                </c:pt>
                <c:pt idx="2991">
                  <c:v>41943</c:v>
                </c:pt>
                <c:pt idx="2992">
                  <c:v>41942</c:v>
                </c:pt>
                <c:pt idx="2993">
                  <c:v>41941</c:v>
                </c:pt>
                <c:pt idx="2994">
                  <c:v>41940</c:v>
                </c:pt>
                <c:pt idx="2995">
                  <c:v>41939</c:v>
                </c:pt>
                <c:pt idx="2996">
                  <c:v>41936</c:v>
                </c:pt>
                <c:pt idx="2997">
                  <c:v>41935</c:v>
                </c:pt>
                <c:pt idx="2998">
                  <c:v>41934</c:v>
                </c:pt>
                <c:pt idx="2999">
                  <c:v>41933</c:v>
                </c:pt>
                <c:pt idx="3000">
                  <c:v>41932</c:v>
                </c:pt>
                <c:pt idx="3001">
                  <c:v>41929</c:v>
                </c:pt>
                <c:pt idx="3002">
                  <c:v>41928</c:v>
                </c:pt>
                <c:pt idx="3003">
                  <c:v>41927</c:v>
                </c:pt>
                <c:pt idx="3004">
                  <c:v>41926</c:v>
                </c:pt>
                <c:pt idx="3005">
                  <c:v>41925</c:v>
                </c:pt>
                <c:pt idx="3006">
                  <c:v>41922</c:v>
                </c:pt>
                <c:pt idx="3007">
                  <c:v>41921</c:v>
                </c:pt>
                <c:pt idx="3008">
                  <c:v>41920</c:v>
                </c:pt>
                <c:pt idx="3009">
                  <c:v>41919</c:v>
                </c:pt>
                <c:pt idx="3010">
                  <c:v>41918</c:v>
                </c:pt>
                <c:pt idx="3011">
                  <c:v>41915</c:v>
                </c:pt>
                <c:pt idx="3012">
                  <c:v>41914</c:v>
                </c:pt>
                <c:pt idx="3013">
                  <c:v>41913</c:v>
                </c:pt>
                <c:pt idx="3014">
                  <c:v>41912</c:v>
                </c:pt>
                <c:pt idx="3015">
                  <c:v>41911</c:v>
                </c:pt>
                <c:pt idx="3016">
                  <c:v>41908</c:v>
                </c:pt>
                <c:pt idx="3017">
                  <c:v>41907</c:v>
                </c:pt>
                <c:pt idx="3018">
                  <c:v>41906</c:v>
                </c:pt>
                <c:pt idx="3019">
                  <c:v>41905</c:v>
                </c:pt>
                <c:pt idx="3020">
                  <c:v>41904</c:v>
                </c:pt>
                <c:pt idx="3021">
                  <c:v>41901</c:v>
                </c:pt>
                <c:pt idx="3022">
                  <c:v>41900</c:v>
                </c:pt>
                <c:pt idx="3023">
                  <c:v>41899</c:v>
                </c:pt>
                <c:pt idx="3024">
                  <c:v>41898</c:v>
                </c:pt>
                <c:pt idx="3025">
                  <c:v>41897</c:v>
                </c:pt>
                <c:pt idx="3026">
                  <c:v>41894</c:v>
                </c:pt>
                <c:pt idx="3027">
                  <c:v>41893</c:v>
                </c:pt>
                <c:pt idx="3028">
                  <c:v>41892</c:v>
                </c:pt>
                <c:pt idx="3029">
                  <c:v>41891</c:v>
                </c:pt>
                <c:pt idx="3030">
                  <c:v>41890</c:v>
                </c:pt>
                <c:pt idx="3031">
                  <c:v>41887</c:v>
                </c:pt>
                <c:pt idx="3032">
                  <c:v>41886</c:v>
                </c:pt>
                <c:pt idx="3033">
                  <c:v>41885</c:v>
                </c:pt>
                <c:pt idx="3034">
                  <c:v>41884</c:v>
                </c:pt>
                <c:pt idx="3035">
                  <c:v>41883</c:v>
                </c:pt>
                <c:pt idx="3036">
                  <c:v>41880</c:v>
                </c:pt>
                <c:pt idx="3037">
                  <c:v>41879</c:v>
                </c:pt>
                <c:pt idx="3038">
                  <c:v>41878</c:v>
                </c:pt>
                <c:pt idx="3039">
                  <c:v>41877</c:v>
                </c:pt>
                <c:pt idx="3040">
                  <c:v>41876</c:v>
                </c:pt>
                <c:pt idx="3041">
                  <c:v>41873</c:v>
                </c:pt>
                <c:pt idx="3042">
                  <c:v>41872</c:v>
                </c:pt>
                <c:pt idx="3043">
                  <c:v>41871</c:v>
                </c:pt>
                <c:pt idx="3044">
                  <c:v>41870</c:v>
                </c:pt>
                <c:pt idx="3045">
                  <c:v>41869</c:v>
                </c:pt>
                <c:pt idx="3046">
                  <c:v>41866</c:v>
                </c:pt>
                <c:pt idx="3047">
                  <c:v>41865</c:v>
                </c:pt>
                <c:pt idx="3048">
                  <c:v>41864</c:v>
                </c:pt>
                <c:pt idx="3049">
                  <c:v>41863</c:v>
                </c:pt>
                <c:pt idx="3050">
                  <c:v>41862</c:v>
                </c:pt>
                <c:pt idx="3051">
                  <c:v>41859</c:v>
                </c:pt>
                <c:pt idx="3052">
                  <c:v>41858</c:v>
                </c:pt>
                <c:pt idx="3053">
                  <c:v>41857</c:v>
                </c:pt>
                <c:pt idx="3054">
                  <c:v>41856</c:v>
                </c:pt>
                <c:pt idx="3055">
                  <c:v>41855</c:v>
                </c:pt>
                <c:pt idx="3056">
                  <c:v>41852</c:v>
                </c:pt>
                <c:pt idx="3057">
                  <c:v>41851</c:v>
                </c:pt>
                <c:pt idx="3058">
                  <c:v>41850</c:v>
                </c:pt>
                <c:pt idx="3059">
                  <c:v>41849</c:v>
                </c:pt>
                <c:pt idx="3060">
                  <c:v>41848</c:v>
                </c:pt>
                <c:pt idx="3061">
                  <c:v>41845</c:v>
                </c:pt>
                <c:pt idx="3062">
                  <c:v>41844</c:v>
                </c:pt>
                <c:pt idx="3063">
                  <c:v>41843</c:v>
                </c:pt>
                <c:pt idx="3064">
                  <c:v>41842</c:v>
                </c:pt>
                <c:pt idx="3065">
                  <c:v>41841</c:v>
                </c:pt>
                <c:pt idx="3066">
                  <c:v>41838</c:v>
                </c:pt>
                <c:pt idx="3067">
                  <c:v>41837</c:v>
                </c:pt>
                <c:pt idx="3068">
                  <c:v>41836</c:v>
                </c:pt>
                <c:pt idx="3069">
                  <c:v>41835</c:v>
                </c:pt>
                <c:pt idx="3070">
                  <c:v>41834</c:v>
                </c:pt>
                <c:pt idx="3071">
                  <c:v>41831</c:v>
                </c:pt>
                <c:pt idx="3072">
                  <c:v>41830</c:v>
                </c:pt>
                <c:pt idx="3073">
                  <c:v>41829</c:v>
                </c:pt>
                <c:pt idx="3074">
                  <c:v>41828</c:v>
                </c:pt>
                <c:pt idx="3075">
                  <c:v>41827</c:v>
                </c:pt>
                <c:pt idx="3076">
                  <c:v>41824</c:v>
                </c:pt>
                <c:pt idx="3077">
                  <c:v>41823</c:v>
                </c:pt>
                <c:pt idx="3078">
                  <c:v>41822</c:v>
                </c:pt>
                <c:pt idx="3079">
                  <c:v>41821</c:v>
                </c:pt>
                <c:pt idx="3080">
                  <c:v>41820</c:v>
                </c:pt>
                <c:pt idx="3081">
                  <c:v>41817</c:v>
                </c:pt>
                <c:pt idx="3082">
                  <c:v>41816</c:v>
                </c:pt>
                <c:pt idx="3083">
                  <c:v>41815</c:v>
                </c:pt>
                <c:pt idx="3084">
                  <c:v>41814</c:v>
                </c:pt>
                <c:pt idx="3085">
                  <c:v>41813</c:v>
                </c:pt>
                <c:pt idx="3086">
                  <c:v>41810</c:v>
                </c:pt>
                <c:pt idx="3087">
                  <c:v>41809</c:v>
                </c:pt>
                <c:pt idx="3088">
                  <c:v>41808</c:v>
                </c:pt>
                <c:pt idx="3089">
                  <c:v>41807</c:v>
                </c:pt>
                <c:pt idx="3090">
                  <c:v>41806</c:v>
                </c:pt>
                <c:pt idx="3091">
                  <c:v>41803</c:v>
                </c:pt>
                <c:pt idx="3092">
                  <c:v>41802</c:v>
                </c:pt>
                <c:pt idx="3093">
                  <c:v>41801</c:v>
                </c:pt>
                <c:pt idx="3094">
                  <c:v>41800</c:v>
                </c:pt>
                <c:pt idx="3095">
                  <c:v>41799</c:v>
                </c:pt>
                <c:pt idx="3096">
                  <c:v>41796</c:v>
                </c:pt>
                <c:pt idx="3097">
                  <c:v>41795</c:v>
                </c:pt>
                <c:pt idx="3098">
                  <c:v>41794</c:v>
                </c:pt>
                <c:pt idx="3099">
                  <c:v>41793</c:v>
                </c:pt>
                <c:pt idx="3100">
                  <c:v>41792</c:v>
                </c:pt>
                <c:pt idx="3101">
                  <c:v>41789</c:v>
                </c:pt>
                <c:pt idx="3102">
                  <c:v>41788</c:v>
                </c:pt>
                <c:pt idx="3103">
                  <c:v>41787</c:v>
                </c:pt>
                <c:pt idx="3104">
                  <c:v>41786</c:v>
                </c:pt>
                <c:pt idx="3105">
                  <c:v>41785</c:v>
                </c:pt>
                <c:pt idx="3106">
                  <c:v>41782</c:v>
                </c:pt>
                <c:pt idx="3107">
                  <c:v>41781</c:v>
                </c:pt>
                <c:pt idx="3108">
                  <c:v>41780</c:v>
                </c:pt>
                <c:pt idx="3109">
                  <c:v>41779</c:v>
                </c:pt>
                <c:pt idx="3110">
                  <c:v>41778</c:v>
                </c:pt>
                <c:pt idx="3111">
                  <c:v>41775</c:v>
                </c:pt>
                <c:pt idx="3112">
                  <c:v>41774</c:v>
                </c:pt>
                <c:pt idx="3113">
                  <c:v>41773</c:v>
                </c:pt>
                <c:pt idx="3114">
                  <c:v>41772</c:v>
                </c:pt>
                <c:pt idx="3115">
                  <c:v>41771</c:v>
                </c:pt>
                <c:pt idx="3116">
                  <c:v>41768</c:v>
                </c:pt>
                <c:pt idx="3117">
                  <c:v>41767</c:v>
                </c:pt>
                <c:pt idx="3118">
                  <c:v>41766</c:v>
                </c:pt>
                <c:pt idx="3119">
                  <c:v>41765</c:v>
                </c:pt>
                <c:pt idx="3120">
                  <c:v>41764</c:v>
                </c:pt>
                <c:pt idx="3121">
                  <c:v>41761</c:v>
                </c:pt>
                <c:pt idx="3122">
                  <c:v>41760</c:v>
                </c:pt>
                <c:pt idx="3123">
                  <c:v>41759</c:v>
                </c:pt>
                <c:pt idx="3124">
                  <c:v>41758</c:v>
                </c:pt>
                <c:pt idx="3125">
                  <c:v>41757</c:v>
                </c:pt>
                <c:pt idx="3126">
                  <c:v>41754</c:v>
                </c:pt>
                <c:pt idx="3127">
                  <c:v>41753</c:v>
                </c:pt>
                <c:pt idx="3128">
                  <c:v>41752</c:v>
                </c:pt>
                <c:pt idx="3129">
                  <c:v>41751</c:v>
                </c:pt>
                <c:pt idx="3130">
                  <c:v>41750</c:v>
                </c:pt>
                <c:pt idx="3131">
                  <c:v>41747</c:v>
                </c:pt>
                <c:pt idx="3132">
                  <c:v>41746</c:v>
                </c:pt>
                <c:pt idx="3133">
                  <c:v>41745</c:v>
                </c:pt>
                <c:pt idx="3134">
                  <c:v>41744</c:v>
                </c:pt>
                <c:pt idx="3135">
                  <c:v>41743</c:v>
                </c:pt>
                <c:pt idx="3136">
                  <c:v>41740</c:v>
                </c:pt>
                <c:pt idx="3137">
                  <c:v>41739</c:v>
                </c:pt>
                <c:pt idx="3138">
                  <c:v>41738</c:v>
                </c:pt>
                <c:pt idx="3139">
                  <c:v>41737</c:v>
                </c:pt>
                <c:pt idx="3140">
                  <c:v>41736</c:v>
                </c:pt>
                <c:pt idx="3141">
                  <c:v>41733</c:v>
                </c:pt>
                <c:pt idx="3142">
                  <c:v>41732</c:v>
                </c:pt>
                <c:pt idx="3143">
                  <c:v>41731</c:v>
                </c:pt>
                <c:pt idx="3144">
                  <c:v>41730</c:v>
                </c:pt>
                <c:pt idx="3145">
                  <c:v>41729</c:v>
                </c:pt>
                <c:pt idx="3146">
                  <c:v>41726</c:v>
                </c:pt>
                <c:pt idx="3147">
                  <c:v>41725</c:v>
                </c:pt>
                <c:pt idx="3148">
                  <c:v>41724</c:v>
                </c:pt>
                <c:pt idx="3149">
                  <c:v>41723</c:v>
                </c:pt>
                <c:pt idx="3150">
                  <c:v>41722</c:v>
                </c:pt>
                <c:pt idx="3151">
                  <c:v>41719</c:v>
                </c:pt>
                <c:pt idx="3152">
                  <c:v>41718</c:v>
                </c:pt>
                <c:pt idx="3153">
                  <c:v>41717</c:v>
                </c:pt>
                <c:pt idx="3154">
                  <c:v>41716</c:v>
                </c:pt>
                <c:pt idx="3155">
                  <c:v>41715</c:v>
                </c:pt>
                <c:pt idx="3156">
                  <c:v>41712</c:v>
                </c:pt>
                <c:pt idx="3157">
                  <c:v>41711</c:v>
                </c:pt>
                <c:pt idx="3158">
                  <c:v>41710</c:v>
                </c:pt>
                <c:pt idx="3159">
                  <c:v>41709</c:v>
                </c:pt>
                <c:pt idx="3160">
                  <c:v>41708</c:v>
                </c:pt>
                <c:pt idx="3161">
                  <c:v>41705</c:v>
                </c:pt>
                <c:pt idx="3162">
                  <c:v>41704</c:v>
                </c:pt>
                <c:pt idx="3163">
                  <c:v>41703</c:v>
                </c:pt>
                <c:pt idx="3164">
                  <c:v>41702</c:v>
                </c:pt>
                <c:pt idx="3165">
                  <c:v>41701</c:v>
                </c:pt>
                <c:pt idx="3166">
                  <c:v>41698</c:v>
                </c:pt>
                <c:pt idx="3167">
                  <c:v>41697</c:v>
                </c:pt>
                <c:pt idx="3168">
                  <c:v>41696</c:v>
                </c:pt>
                <c:pt idx="3169">
                  <c:v>41695</c:v>
                </c:pt>
                <c:pt idx="3170">
                  <c:v>41694</c:v>
                </c:pt>
                <c:pt idx="3171">
                  <c:v>41691</c:v>
                </c:pt>
                <c:pt idx="3172">
                  <c:v>41690</c:v>
                </c:pt>
                <c:pt idx="3173">
                  <c:v>41689</c:v>
                </c:pt>
                <c:pt idx="3174">
                  <c:v>41688</c:v>
                </c:pt>
                <c:pt idx="3175">
                  <c:v>41687</c:v>
                </c:pt>
                <c:pt idx="3176">
                  <c:v>41684</c:v>
                </c:pt>
                <c:pt idx="3177">
                  <c:v>41683</c:v>
                </c:pt>
                <c:pt idx="3178">
                  <c:v>41682</c:v>
                </c:pt>
                <c:pt idx="3179">
                  <c:v>41681</c:v>
                </c:pt>
                <c:pt idx="3180">
                  <c:v>41680</c:v>
                </c:pt>
                <c:pt idx="3181">
                  <c:v>41677</c:v>
                </c:pt>
                <c:pt idx="3182">
                  <c:v>41676</c:v>
                </c:pt>
                <c:pt idx="3183">
                  <c:v>41675</c:v>
                </c:pt>
                <c:pt idx="3184">
                  <c:v>41674</c:v>
                </c:pt>
                <c:pt idx="3185">
                  <c:v>41673</c:v>
                </c:pt>
                <c:pt idx="3186">
                  <c:v>41670</c:v>
                </c:pt>
                <c:pt idx="3187">
                  <c:v>41669</c:v>
                </c:pt>
                <c:pt idx="3188">
                  <c:v>41668</c:v>
                </c:pt>
                <c:pt idx="3189">
                  <c:v>41667</c:v>
                </c:pt>
                <c:pt idx="3190">
                  <c:v>41666</c:v>
                </c:pt>
                <c:pt idx="3191">
                  <c:v>41663</c:v>
                </c:pt>
                <c:pt idx="3192">
                  <c:v>41662</c:v>
                </c:pt>
                <c:pt idx="3193">
                  <c:v>41661</c:v>
                </c:pt>
                <c:pt idx="3194">
                  <c:v>41660</c:v>
                </c:pt>
                <c:pt idx="3195">
                  <c:v>41659</c:v>
                </c:pt>
                <c:pt idx="3196">
                  <c:v>41656</c:v>
                </c:pt>
                <c:pt idx="3197">
                  <c:v>41655</c:v>
                </c:pt>
                <c:pt idx="3198">
                  <c:v>41654</c:v>
                </c:pt>
                <c:pt idx="3199">
                  <c:v>41653</c:v>
                </c:pt>
                <c:pt idx="3200">
                  <c:v>41652</c:v>
                </c:pt>
                <c:pt idx="3201">
                  <c:v>41649</c:v>
                </c:pt>
                <c:pt idx="3202">
                  <c:v>41648</c:v>
                </c:pt>
                <c:pt idx="3203">
                  <c:v>41647</c:v>
                </c:pt>
                <c:pt idx="3204">
                  <c:v>41646</c:v>
                </c:pt>
                <c:pt idx="3205">
                  <c:v>41645</c:v>
                </c:pt>
                <c:pt idx="3206">
                  <c:v>41642</c:v>
                </c:pt>
                <c:pt idx="3207">
                  <c:v>41641</c:v>
                </c:pt>
                <c:pt idx="3208">
                  <c:v>41640</c:v>
                </c:pt>
                <c:pt idx="3209">
                  <c:v>41639</c:v>
                </c:pt>
                <c:pt idx="3210">
                  <c:v>41638</c:v>
                </c:pt>
                <c:pt idx="3211">
                  <c:v>41635</c:v>
                </c:pt>
                <c:pt idx="3212">
                  <c:v>41634</c:v>
                </c:pt>
                <c:pt idx="3213">
                  <c:v>41633</c:v>
                </c:pt>
                <c:pt idx="3214">
                  <c:v>41632</c:v>
                </c:pt>
                <c:pt idx="3215">
                  <c:v>41631</c:v>
                </c:pt>
                <c:pt idx="3216">
                  <c:v>41628</c:v>
                </c:pt>
                <c:pt idx="3217">
                  <c:v>41627</c:v>
                </c:pt>
                <c:pt idx="3218">
                  <c:v>41626</c:v>
                </c:pt>
                <c:pt idx="3219">
                  <c:v>41625</c:v>
                </c:pt>
                <c:pt idx="3220">
                  <c:v>41624</c:v>
                </c:pt>
                <c:pt idx="3221">
                  <c:v>41621</c:v>
                </c:pt>
                <c:pt idx="3222">
                  <c:v>41620</c:v>
                </c:pt>
                <c:pt idx="3223">
                  <c:v>41619</c:v>
                </c:pt>
                <c:pt idx="3224">
                  <c:v>41618</c:v>
                </c:pt>
                <c:pt idx="3225">
                  <c:v>41617</c:v>
                </c:pt>
                <c:pt idx="3226">
                  <c:v>41614</c:v>
                </c:pt>
                <c:pt idx="3227">
                  <c:v>41613</c:v>
                </c:pt>
                <c:pt idx="3228">
                  <c:v>41612</c:v>
                </c:pt>
                <c:pt idx="3229">
                  <c:v>41611</c:v>
                </c:pt>
                <c:pt idx="3230">
                  <c:v>41610</c:v>
                </c:pt>
                <c:pt idx="3231">
                  <c:v>41607</c:v>
                </c:pt>
                <c:pt idx="3232">
                  <c:v>41606</c:v>
                </c:pt>
                <c:pt idx="3233">
                  <c:v>41605</c:v>
                </c:pt>
                <c:pt idx="3234">
                  <c:v>41604</c:v>
                </c:pt>
                <c:pt idx="3235">
                  <c:v>41603</c:v>
                </c:pt>
                <c:pt idx="3236">
                  <c:v>41600</c:v>
                </c:pt>
                <c:pt idx="3237">
                  <c:v>41599</c:v>
                </c:pt>
                <c:pt idx="3238">
                  <c:v>41598</c:v>
                </c:pt>
                <c:pt idx="3239">
                  <c:v>41597</c:v>
                </c:pt>
                <c:pt idx="3240">
                  <c:v>41596</c:v>
                </c:pt>
                <c:pt idx="3241">
                  <c:v>41593</c:v>
                </c:pt>
                <c:pt idx="3242">
                  <c:v>41592</c:v>
                </c:pt>
                <c:pt idx="3243">
                  <c:v>41591</c:v>
                </c:pt>
                <c:pt idx="3244">
                  <c:v>41590</c:v>
                </c:pt>
                <c:pt idx="3245">
                  <c:v>41589</c:v>
                </c:pt>
                <c:pt idx="3246">
                  <c:v>41586</c:v>
                </c:pt>
                <c:pt idx="3247">
                  <c:v>41585</c:v>
                </c:pt>
                <c:pt idx="3248">
                  <c:v>41584</c:v>
                </c:pt>
                <c:pt idx="3249">
                  <c:v>41583</c:v>
                </c:pt>
                <c:pt idx="3250">
                  <c:v>41582</c:v>
                </c:pt>
                <c:pt idx="3251">
                  <c:v>41579</c:v>
                </c:pt>
                <c:pt idx="3252">
                  <c:v>41578</c:v>
                </c:pt>
                <c:pt idx="3253">
                  <c:v>41577</c:v>
                </c:pt>
                <c:pt idx="3254">
                  <c:v>41576</c:v>
                </c:pt>
                <c:pt idx="3255">
                  <c:v>41575</c:v>
                </c:pt>
                <c:pt idx="3256">
                  <c:v>41572</c:v>
                </c:pt>
                <c:pt idx="3257">
                  <c:v>41571</c:v>
                </c:pt>
                <c:pt idx="3258">
                  <c:v>41570</c:v>
                </c:pt>
                <c:pt idx="3259">
                  <c:v>41569</c:v>
                </c:pt>
                <c:pt idx="3260">
                  <c:v>41568</c:v>
                </c:pt>
                <c:pt idx="3261">
                  <c:v>41565</c:v>
                </c:pt>
                <c:pt idx="3262">
                  <c:v>41564</c:v>
                </c:pt>
                <c:pt idx="3263">
                  <c:v>41563</c:v>
                </c:pt>
                <c:pt idx="3264">
                  <c:v>41562</c:v>
                </c:pt>
                <c:pt idx="3265">
                  <c:v>41561</c:v>
                </c:pt>
                <c:pt idx="3266">
                  <c:v>41558</c:v>
                </c:pt>
                <c:pt idx="3267">
                  <c:v>41557</c:v>
                </c:pt>
                <c:pt idx="3268">
                  <c:v>41556</c:v>
                </c:pt>
                <c:pt idx="3269">
                  <c:v>41555</c:v>
                </c:pt>
                <c:pt idx="3270">
                  <c:v>41554</c:v>
                </c:pt>
                <c:pt idx="3271">
                  <c:v>41551</c:v>
                </c:pt>
                <c:pt idx="3272">
                  <c:v>41550</c:v>
                </c:pt>
                <c:pt idx="3273">
                  <c:v>41549</c:v>
                </c:pt>
                <c:pt idx="3274">
                  <c:v>41548</c:v>
                </c:pt>
                <c:pt idx="3275">
                  <c:v>41547</c:v>
                </c:pt>
                <c:pt idx="3276">
                  <c:v>41544</c:v>
                </c:pt>
                <c:pt idx="3277">
                  <c:v>41543</c:v>
                </c:pt>
                <c:pt idx="3278">
                  <c:v>41542</c:v>
                </c:pt>
                <c:pt idx="3279">
                  <c:v>41541</c:v>
                </c:pt>
                <c:pt idx="3280">
                  <c:v>41540</c:v>
                </c:pt>
                <c:pt idx="3281">
                  <c:v>41537</c:v>
                </c:pt>
                <c:pt idx="3282">
                  <c:v>41536</c:v>
                </c:pt>
                <c:pt idx="3283">
                  <c:v>41535</c:v>
                </c:pt>
                <c:pt idx="3284">
                  <c:v>41534</c:v>
                </c:pt>
                <c:pt idx="3285">
                  <c:v>41533</c:v>
                </c:pt>
                <c:pt idx="3286">
                  <c:v>41530</c:v>
                </c:pt>
                <c:pt idx="3287">
                  <c:v>41529</c:v>
                </c:pt>
                <c:pt idx="3288">
                  <c:v>41528</c:v>
                </c:pt>
                <c:pt idx="3289">
                  <c:v>41527</c:v>
                </c:pt>
                <c:pt idx="3290">
                  <c:v>41526</c:v>
                </c:pt>
                <c:pt idx="3291">
                  <c:v>41523</c:v>
                </c:pt>
                <c:pt idx="3292">
                  <c:v>41522</c:v>
                </c:pt>
                <c:pt idx="3293">
                  <c:v>41521</c:v>
                </c:pt>
                <c:pt idx="3294">
                  <c:v>41520</c:v>
                </c:pt>
                <c:pt idx="3295">
                  <c:v>41519</c:v>
                </c:pt>
                <c:pt idx="3296">
                  <c:v>41516</c:v>
                </c:pt>
                <c:pt idx="3297">
                  <c:v>41515</c:v>
                </c:pt>
                <c:pt idx="3298">
                  <c:v>41514</c:v>
                </c:pt>
                <c:pt idx="3299">
                  <c:v>41513</c:v>
                </c:pt>
                <c:pt idx="3300">
                  <c:v>41512</c:v>
                </c:pt>
                <c:pt idx="3301">
                  <c:v>41509</c:v>
                </c:pt>
                <c:pt idx="3302">
                  <c:v>41508</c:v>
                </c:pt>
                <c:pt idx="3303">
                  <c:v>41507</c:v>
                </c:pt>
                <c:pt idx="3304">
                  <c:v>41506</c:v>
                </c:pt>
                <c:pt idx="3305">
                  <c:v>41505</c:v>
                </c:pt>
                <c:pt idx="3306">
                  <c:v>41502</c:v>
                </c:pt>
                <c:pt idx="3307">
                  <c:v>41501</c:v>
                </c:pt>
                <c:pt idx="3308">
                  <c:v>41500</c:v>
                </c:pt>
                <c:pt idx="3309">
                  <c:v>41499</c:v>
                </c:pt>
                <c:pt idx="3310">
                  <c:v>41498</c:v>
                </c:pt>
                <c:pt idx="3311">
                  <c:v>41495</c:v>
                </c:pt>
                <c:pt idx="3312">
                  <c:v>41494</c:v>
                </c:pt>
                <c:pt idx="3313">
                  <c:v>41493</c:v>
                </c:pt>
                <c:pt idx="3314">
                  <c:v>41492</c:v>
                </c:pt>
                <c:pt idx="3315">
                  <c:v>41491</c:v>
                </c:pt>
                <c:pt idx="3316">
                  <c:v>41488</c:v>
                </c:pt>
                <c:pt idx="3317">
                  <c:v>41487</c:v>
                </c:pt>
                <c:pt idx="3318">
                  <c:v>41486</c:v>
                </c:pt>
                <c:pt idx="3319">
                  <c:v>41485</c:v>
                </c:pt>
                <c:pt idx="3320">
                  <c:v>41484</c:v>
                </c:pt>
                <c:pt idx="3321">
                  <c:v>41481</c:v>
                </c:pt>
                <c:pt idx="3322">
                  <c:v>41480</c:v>
                </c:pt>
                <c:pt idx="3323">
                  <c:v>41479</c:v>
                </c:pt>
                <c:pt idx="3324">
                  <c:v>41478</c:v>
                </c:pt>
                <c:pt idx="3325">
                  <c:v>41477</c:v>
                </c:pt>
                <c:pt idx="3326">
                  <c:v>41474</c:v>
                </c:pt>
                <c:pt idx="3327">
                  <c:v>41473</c:v>
                </c:pt>
                <c:pt idx="3328">
                  <c:v>41472</c:v>
                </c:pt>
                <c:pt idx="3329">
                  <c:v>41471</c:v>
                </c:pt>
                <c:pt idx="3330">
                  <c:v>41470</c:v>
                </c:pt>
                <c:pt idx="3331">
                  <c:v>41467</c:v>
                </c:pt>
                <c:pt idx="3332">
                  <c:v>41466</c:v>
                </c:pt>
                <c:pt idx="3333">
                  <c:v>41465</c:v>
                </c:pt>
                <c:pt idx="3334">
                  <c:v>41464</c:v>
                </c:pt>
                <c:pt idx="3335">
                  <c:v>41463</c:v>
                </c:pt>
                <c:pt idx="3336">
                  <c:v>41460</c:v>
                </c:pt>
                <c:pt idx="3337">
                  <c:v>41459</c:v>
                </c:pt>
                <c:pt idx="3338">
                  <c:v>41458</c:v>
                </c:pt>
                <c:pt idx="3339">
                  <c:v>41457</c:v>
                </c:pt>
                <c:pt idx="3340">
                  <c:v>41456</c:v>
                </c:pt>
                <c:pt idx="3341">
                  <c:v>41453</c:v>
                </c:pt>
                <c:pt idx="3342">
                  <c:v>41452</c:v>
                </c:pt>
                <c:pt idx="3343">
                  <c:v>41451</c:v>
                </c:pt>
                <c:pt idx="3344">
                  <c:v>41450</c:v>
                </c:pt>
                <c:pt idx="3345">
                  <c:v>41449</c:v>
                </c:pt>
                <c:pt idx="3346">
                  <c:v>41446</c:v>
                </c:pt>
                <c:pt idx="3347">
                  <c:v>41445</c:v>
                </c:pt>
                <c:pt idx="3348">
                  <c:v>41444</c:v>
                </c:pt>
                <c:pt idx="3349">
                  <c:v>41443</c:v>
                </c:pt>
                <c:pt idx="3350">
                  <c:v>41442</c:v>
                </c:pt>
                <c:pt idx="3351">
                  <c:v>41439</c:v>
                </c:pt>
                <c:pt idx="3352">
                  <c:v>41438</c:v>
                </c:pt>
                <c:pt idx="3353">
                  <c:v>41437</c:v>
                </c:pt>
                <c:pt idx="3354">
                  <c:v>41436</c:v>
                </c:pt>
                <c:pt idx="3355">
                  <c:v>41435</c:v>
                </c:pt>
                <c:pt idx="3356">
                  <c:v>41432</c:v>
                </c:pt>
                <c:pt idx="3357">
                  <c:v>41431</c:v>
                </c:pt>
                <c:pt idx="3358">
                  <c:v>41430</c:v>
                </c:pt>
                <c:pt idx="3359">
                  <c:v>41429</c:v>
                </c:pt>
                <c:pt idx="3360">
                  <c:v>41428</c:v>
                </c:pt>
                <c:pt idx="3361">
                  <c:v>41425</c:v>
                </c:pt>
                <c:pt idx="3362">
                  <c:v>41424</c:v>
                </c:pt>
                <c:pt idx="3363">
                  <c:v>41423</c:v>
                </c:pt>
                <c:pt idx="3364">
                  <c:v>41422</c:v>
                </c:pt>
                <c:pt idx="3365">
                  <c:v>41421</c:v>
                </c:pt>
                <c:pt idx="3366">
                  <c:v>41418</c:v>
                </c:pt>
                <c:pt idx="3367">
                  <c:v>41417</c:v>
                </c:pt>
                <c:pt idx="3368">
                  <c:v>41416</c:v>
                </c:pt>
                <c:pt idx="3369">
                  <c:v>41415</c:v>
                </c:pt>
                <c:pt idx="3370">
                  <c:v>41414</c:v>
                </c:pt>
                <c:pt idx="3371">
                  <c:v>41411</c:v>
                </c:pt>
                <c:pt idx="3372">
                  <c:v>41410</c:v>
                </c:pt>
                <c:pt idx="3373">
                  <c:v>41409</c:v>
                </c:pt>
                <c:pt idx="3374">
                  <c:v>41408</c:v>
                </c:pt>
                <c:pt idx="3375">
                  <c:v>41407</c:v>
                </c:pt>
                <c:pt idx="3376">
                  <c:v>41404</c:v>
                </c:pt>
                <c:pt idx="3377">
                  <c:v>41403</c:v>
                </c:pt>
                <c:pt idx="3378">
                  <c:v>41402</c:v>
                </c:pt>
                <c:pt idx="3379">
                  <c:v>41401</c:v>
                </c:pt>
                <c:pt idx="3380">
                  <c:v>41400</c:v>
                </c:pt>
                <c:pt idx="3381">
                  <c:v>41397</c:v>
                </c:pt>
                <c:pt idx="3382">
                  <c:v>41396</c:v>
                </c:pt>
                <c:pt idx="3383">
                  <c:v>41395</c:v>
                </c:pt>
                <c:pt idx="3384">
                  <c:v>41394</c:v>
                </c:pt>
                <c:pt idx="3385">
                  <c:v>41393</c:v>
                </c:pt>
                <c:pt idx="3386">
                  <c:v>41390</c:v>
                </c:pt>
                <c:pt idx="3387">
                  <c:v>41389</c:v>
                </c:pt>
                <c:pt idx="3388">
                  <c:v>41388</c:v>
                </c:pt>
                <c:pt idx="3389">
                  <c:v>41387</c:v>
                </c:pt>
                <c:pt idx="3390">
                  <c:v>41386</c:v>
                </c:pt>
                <c:pt idx="3391">
                  <c:v>41383</c:v>
                </c:pt>
                <c:pt idx="3392">
                  <c:v>41382</c:v>
                </c:pt>
                <c:pt idx="3393">
                  <c:v>41381</c:v>
                </c:pt>
                <c:pt idx="3394">
                  <c:v>41380</c:v>
                </c:pt>
                <c:pt idx="3395">
                  <c:v>41379</c:v>
                </c:pt>
                <c:pt idx="3396">
                  <c:v>41376</c:v>
                </c:pt>
                <c:pt idx="3397">
                  <c:v>41375</c:v>
                </c:pt>
                <c:pt idx="3398">
                  <c:v>41374</c:v>
                </c:pt>
                <c:pt idx="3399">
                  <c:v>41373</c:v>
                </c:pt>
                <c:pt idx="3400">
                  <c:v>41372</c:v>
                </c:pt>
                <c:pt idx="3401">
                  <c:v>41369</c:v>
                </c:pt>
                <c:pt idx="3402">
                  <c:v>41368</c:v>
                </c:pt>
                <c:pt idx="3403">
                  <c:v>41367</c:v>
                </c:pt>
                <c:pt idx="3404">
                  <c:v>41366</c:v>
                </c:pt>
                <c:pt idx="3405">
                  <c:v>41365</c:v>
                </c:pt>
                <c:pt idx="3406">
                  <c:v>41362</c:v>
                </c:pt>
                <c:pt idx="3407">
                  <c:v>41361</c:v>
                </c:pt>
                <c:pt idx="3408">
                  <c:v>41360</c:v>
                </c:pt>
                <c:pt idx="3409">
                  <c:v>41359</c:v>
                </c:pt>
                <c:pt idx="3410">
                  <c:v>41358</c:v>
                </c:pt>
                <c:pt idx="3411">
                  <c:v>41355</c:v>
                </c:pt>
                <c:pt idx="3412">
                  <c:v>41354</c:v>
                </c:pt>
                <c:pt idx="3413">
                  <c:v>41353</c:v>
                </c:pt>
                <c:pt idx="3414">
                  <c:v>41352</c:v>
                </c:pt>
                <c:pt idx="3415">
                  <c:v>41351</c:v>
                </c:pt>
                <c:pt idx="3416">
                  <c:v>41348</c:v>
                </c:pt>
                <c:pt idx="3417">
                  <c:v>41347</c:v>
                </c:pt>
                <c:pt idx="3418">
                  <c:v>41346</c:v>
                </c:pt>
                <c:pt idx="3419">
                  <c:v>41345</c:v>
                </c:pt>
                <c:pt idx="3420">
                  <c:v>41344</c:v>
                </c:pt>
                <c:pt idx="3421">
                  <c:v>41341</c:v>
                </c:pt>
                <c:pt idx="3422">
                  <c:v>41340</c:v>
                </c:pt>
                <c:pt idx="3423">
                  <c:v>41339</c:v>
                </c:pt>
                <c:pt idx="3424">
                  <c:v>41338</c:v>
                </c:pt>
                <c:pt idx="3425">
                  <c:v>41337</c:v>
                </c:pt>
                <c:pt idx="3426">
                  <c:v>41334</c:v>
                </c:pt>
                <c:pt idx="3427">
                  <c:v>41333</c:v>
                </c:pt>
                <c:pt idx="3428">
                  <c:v>41332</c:v>
                </c:pt>
                <c:pt idx="3429">
                  <c:v>41331</c:v>
                </c:pt>
                <c:pt idx="3430">
                  <c:v>41330</c:v>
                </c:pt>
                <c:pt idx="3431">
                  <c:v>41327</c:v>
                </c:pt>
                <c:pt idx="3432">
                  <c:v>41326</c:v>
                </c:pt>
                <c:pt idx="3433">
                  <c:v>41325</c:v>
                </c:pt>
                <c:pt idx="3434">
                  <c:v>41324</c:v>
                </c:pt>
                <c:pt idx="3435">
                  <c:v>41323</c:v>
                </c:pt>
                <c:pt idx="3436">
                  <c:v>41320</c:v>
                </c:pt>
                <c:pt idx="3437">
                  <c:v>41319</c:v>
                </c:pt>
                <c:pt idx="3438">
                  <c:v>41318</c:v>
                </c:pt>
                <c:pt idx="3439">
                  <c:v>41317</c:v>
                </c:pt>
                <c:pt idx="3440">
                  <c:v>41316</c:v>
                </c:pt>
                <c:pt idx="3441">
                  <c:v>41313</c:v>
                </c:pt>
                <c:pt idx="3442">
                  <c:v>41312</c:v>
                </c:pt>
                <c:pt idx="3443">
                  <c:v>41311</c:v>
                </c:pt>
                <c:pt idx="3444">
                  <c:v>41310</c:v>
                </c:pt>
                <c:pt idx="3445">
                  <c:v>41309</c:v>
                </c:pt>
                <c:pt idx="3446">
                  <c:v>41306</c:v>
                </c:pt>
                <c:pt idx="3447">
                  <c:v>41305</c:v>
                </c:pt>
                <c:pt idx="3448">
                  <c:v>41304</c:v>
                </c:pt>
                <c:pt idx="3449">
                  <c:v>41303</c:v>
                </c:pt>
                <c:pt idx="3450">
                  <c:v>41302</c:v>
                </c:pt>
                <c:pt idx="3451">
                  <c:v>41299</c:v>
                </c:pt>
                <c:pt idx="3452">
                  <c:v>41298</c:v>
                </c:pt>
                <c:pt idx="3453">
                  <c:v>41297</c:v>
                </c:pt>
                <c:pt idx="3454">
                  <c:v>41296</c:v>
                </c:pt>
                <c:pt idx="3455">
                  <c:v>41295</c:v>
                </c:pt>
                <c:pt idx="3456">
                  <c:v>41292</c:v>
                </c:pt>
                <c:pt idx="3457">
                  <c:v>41291</c:v>
                </c:pt>
                <c:pt idx="3458">
                  <c:v>41290</c:v>
                </c:pt>
                <c:pt idx="3459">
                  <c:v>41289</c:v>
                </c:pt>
                <c:pt idx="3460">
                  <c:v>41288</c:v>
                </c:pt>
                <c:pt idx="3461">
                  <c:v>41285</c:v>
                </c:pt>
                <c:pt idx="3462">
                  <c:v>41284</c:v>
                </c:pt>
                <c:pt idx="3463">
                  <c:v>41283</c:v>
                </c:pt>
                <c:pt idx="3464">
                  <c:v>41282</c:v>
                </c:pt>
                <c:pt idx="3465">
                  <c:v>41281</c:v>
                </c:pt>
                <c:pt idx="3466">
                  <c:v>41278</c:v>
                </c:pt>
                <c:pt idx="3467">
                  <c:v>41277</c:v>
                </c:pt>
                <c:pt idx="3468">
                  <c:v>41276</c:v>
                </c:pt>
                <c:pt idx="3469">
                  <c:v>41275</c:v>
                </c:pt>
                <c:pt idx="3470">
                  <c:v>41274</c:v>
                </c:pt>
                <c:pt idx="3471">
                  <c:v>41271</c:v>
                </c:pt>
                <c:pt idx="3472">
                  <c:v>41270</c:v>
                </c:pt>
                <c:pt idx="3473">
                  <c:v>41269</c:v>
                </c:pt>
                <c:pt idx="3474">
                  <c:v>41268</c:v>
                </c:pt>
                <c:pt idx="3475">
                  <c:v>41267</c:v>
                </c:pt>
                <c:pt idx="3476">
                  <c:v>41264</c:v>
                </c:pt>
                <c:pt idx="3477">
                  <c:v>41263</c:v>
                </c:pt>
                <c:pt idx="3478">
                  <c:v>41262</c:v>
                </c:pt>
                <c:pt idx="3479">
                  <c:v>41261</c:v>
                </c:pt>
                <c:pt idx="3480">
                  <c:v>41260</c:v>
                </c:pt>
                <c:pt idx="3481">
                  <c:v>41257</c:v>
                </c:pt>
                <c:pt idx="3482">
                  <c:v>41256</c:v>
                </c:pt>
                <c:pt idx="3483">
                  <c:v>41255</c:v>
                </c:pt>
                <c:pt idx="3484">
                  <c:v>41254</c:v>
                </c:pt>
                <c:pt idx="3485">
                  <c:v>41253</c:v>
                </c:pt>
                <c:pt idx="3486">
                  <c:v>41250</c:v>
                </c:pt>
                <c:pt idx="3487">
                  <c:v>41249</c:v>
                </c:pt>
                <c:pt idx="3488">
                  <c:v>41248</c:v>
                </c:pt>
                <c:pt idx="3489">
                  <c:v>41247</c:v>
                </c:pt>
                <c:pt idx="3490">
                  <c:v>41246</c:v>
                </c:pt>
                <c:pt idx="3491">
                  <c:v>41243</c:v>
                </c:pt>
                <c:pt idx="3492">
                  <c:v>41242</c:v>
                </c:pt>
                <c:pt idx="3493">
                  <c:v>41241</c:v>
                </c:pt>
                <c:pt idx="3494">
                  <c:v>41240</c:v>
                </c:pt>
                <c:pt idx="3495">
                  <c:v>41239</c:v>
                </c:pt>
                <c:pt idx="3496">
                  <c:v>41236</c:v>
                </c:pt>
                <c:pt idx="3497">
                  <c:v>41235</c:v>
                </c:pt>
                <c:pt idx="3498">
                  <c:v>41234</c:v>
                </c:pt>
                <c:pt idx="3499">
                  <c:v>41233</c:v>
                </c:pt>
                <c:pt idx="3500">
                  <c:v>41232</c:v>
                </c:pt>
                <c:pt idx="3501">
                  <c:v>41229</c:v>
                </c:pt>
                <c:pt idx="3502">
                  <c:v>41228</c:v>
                </c:pt>
                <c:pt idx="3503">
                  <c:v>41227</c:v>
                </c:pt>
                <c:pt idx="3504">
                  <c:v>41226</c:v>
                </c:pt>
                <c:pt idx="3505">
                  <c:v>41225</c:v>
                </c:pt>
                <c:pt idx="3506">
                  <c:v>41222</c:v>
                </c:pt>
                <c:pt idx="3507">
                  <c:v>41221</c:v>
                </c:pt>
                <c:pt idx="3508">
                  <c:v>41220</c:v>
                </c:pt>
                <c:pt idx="3509">
                  <c:v>41219</c:v>
                </c:pt>
                <c:pt idx="3510">
                  <c:v>41218</c:v>
                </c:pt>
                <c:pt idx="3511">
                  <c:v>41215</c:v>
                </c:pt>
                <c:pt idx="3512">
                  <c:v>41214</c:v>
                </c:pt>
                <c:pt idx="3513">
                  <c:v>41213</c:v>
                </c:pt>
                <c:pt idx="3514">
                  <c:v>41212</c:v>
                </c:pt>
                <c:pt idx="3515">
                  <c:v>41211</c:v>
                </c:pt>
                <c:pt idx="3516">
                  <c:v>41208</c:v>
                </c:pt>
                <c:pt idx="3517">
                  <c:v>41207</c:v>
                </c:pt>
                <c:pt idx="3518">
                  <c:v>41206</c:v>
                </c:pt>
                <c:pt idx="3519">
                  <c:v>41205</c:v>
                </c:pt>
                <c:pt idx="3520">
                  <c:v>41204</c:v>
                </c:pt>
                <c:pt idx="3521">
                  <c:v>41201</c:v>
                </c:pt>
                <c:pt idx="3522">
                  <c:v>41200</c:v>
                </c:pt>
                <c:pt idx="3523">
                  <c:v>41199</c:v>
                </c:pt>
                <c:pt idx="3524">
                  <c:v>41198</c:v>
                </c:pt>
                <c:pt idx="3525">
                  <c:v>41197</c:v>
                </c:pt>
                <c:pt idx="3526">
                  <c:v>41194</c:v>
                </c:pt>
                <c:pt idx="3527">
                  <c:v>41193</c:v>
                </c:pt>
                <c:pt idx="3528">
                  <c:v>41192</c:v>
                </c:pt>
                <c:pt idx="3529">
                  <c:v>41191</c:v>
                </c:pt>
                <c:pt idx="3530">
                  <c:v>41190</c:v>
                </c:pt>
                <c:pt idx="3531">
                  <c:v>41187</c:v>
                </c:pt>
                <c:pt idx="3532">
                  <c:v>41186</c:v>
                </c:pt>
                <c:pt idx="3533">
                  <c:v>41185</c:v>
                </c:pt>
                <c:pt idx="3534">
                  <c:v>41184</c:v>
                </c:pt>
                <c:pt idx="3535">
                  <c:v>41183</c:v>
                </c:pt>
                <c:pt idx="3536">
                  <c:v>41180</c:v>
                </c:pt>
                <c:pt idx="3537">
                  <c:v>41179</c:v>
                </c:pt>
                <c:pt idx="3538">
                  <c:v>41178</c:v>
                </c:pt>
                <c:pt idx="3539">
                  <c:v>41177</c:v>
                </c:pt>
                <c:pt idx="3540">
                  <c:v>41176</c:v>
                </c:pt>
                <c:pt idx="3541">
                  <c:v>41173</c:v>
                </c:pt>
                <c:pt idx="3542">
                  <c:v>41172</c:v>
                </c:pt>
                <c:pt idx="3543">
                  <c:v>41171</c:v>
                </c:pt>
                <c:pt idx="3544">
                  <c:v>41170</c:v>
                </c:pt>
                <c:pt idx="3545">
                  <c:v>41169</c:v>
                </c:pt>
                <c:pt idx="3546">
                  <c:v>41166</c:v>
                </c:pt>
                <c:pt idx="3547">
                  <c:v>41165</c:v>
                </c:pt>
                <c:pt idx="3548">
                  <c:v>41164</c:v>
                </c:pt>
                <c:pt idx="3549">
                  <c:v>41163</c:v>
                </c:pt>
                <c:pt idx="3550">
                  <c:v>41162</c:v>
                </c:pt>
                <c:pt idx="3551">
                  <c:v>41159</c:v>
                </c:pt>
                <c:pt idx="3552">
                  <c:v>41158</c:v>
                </c:pt>
                <c:pt idx="3553">
                  <c:v>41157</c:v>
                </c:pt>
                <c:pt idx="3554">
                  <c:v>41156</c:v>
                </c:pt>
                <c:pt idx="3555">
                  <c:v>41155</c:v>
                </c:pt>
                <c:pt idx="3556">
                  <c:v>41152</c:v>
                </c:pt>
                <c:pt idx="3557">
                  <c:v>41151</c:v>
                </c:pt>
                <c:pt idx="3558">
                  <c:v>41150</c:v>
                </c:pt>
                <c:pt idx="3559">
                  <c:v>41149</c:v>
                </c:pt>
                <c:pt idx="3560">
                  <c:v>41148</c:v>
                </c:pt>
                <c:pt idx="3561">
                  <c:v>41145</c:v>
                </c:pt>
                <c:pt idx="3562">
                  <c:v>41144</c:v>
                </c:pt>
                <c:pt idx="3563">
                  <c:v>41143</c:v>
                </c:pt>
                <c:pt idx="3564">
                  <c:v>41142</c:v>
                </c:pt>
                <c:pt idx="3565">
                  <c:v>41141</c:v>
                </c:pt>
                <c:pt idx="3566">
                  <c:v>41138</c:v>
                </c:pt>
                <c:pt idx="3567">
                  <c:v>41137</c:v>
                </c:pt>
                <c:pt idx="3568">
                  <c:v>41136</c:v>
                </c:pt>
                <c:pt idx="3569">
                  <c:v>41135</c:v>
                </c:pt>
                <c:pt idx="3570">
                  <c:v>41134</c:v>
                </c:pt>
                <c:pt idx="3571">
                  <c:v>41131</c:v>
                </c:pt>
                <c:pt idx="3572">
                  <c:v>41130</c:v>
                </c:pt>
                <c:pt idx="3573">
                  <c:v>41129</c:v>
                </c:pt>
                <c:pt idx="3574">
                  <c:v>41128</c:v>
                </c:pt>
                <c:pt idx="3575">
                  <c:v>41127</c:v>
                </c:pt>
                <c:pt idx="3576">
                  <c:v>41124</c:v>
                </c:pt>
                <c:pt idx="3577">
                  <c:v>41123</c:v>
                </c:pt>
                <c:pt idx="3578">
                  <c:v>41122</c:v>
                </c:pt>
                <c:pt idx="3579">
                  <c:v>41121</c:v>
                </c:pt>
                <c:pt idx="3580">
                  <c:v>41120</c:v>
                </c:pt>
                <c:pt idx="3581">
                  <c:v>41117</c:v>
                </c:pt>
                <c:pt idx="3582">
                  <c:v>41116</c:v>
                </c:pt>
                <c:pt idx="3583">
                  <c:v>41115</c:v>
                </c:pt>
                <c:pt idx="3584">
                  <c:v>41114</c:v>
                </c:pt>
                <c:pt idx="3585">
                  <c:v>41113</c:v>
                </c:pt>
                <c:pt idx="3586">
                  <c:v>41110</c:v>
                </c:pt>
                <c:pt idx="3587">
                  <c:v>41109</c:v>
                </c:pt>
                <c:pt idx="3588">
                  <c:v>41108</c:v>
                </c:pt>
                <c:pt idx="3589">
                  <c:v>41107</c:v>
                </c:pt>
                <c:pt idx="3590">
                  <c:v>41106</c:v>
                </c:pt>
                <c:pt idx="3591">
                  <c:v>41103</c:v>
                </c:pt>
                <c:pt idx="3592">
                  <c:v>41102</c:v>
                </c:pt>
                <c:pt idx="3593">
                  <c:v>41101</c:v>
                </c:pt>
                <c:pt idx="3594">
                  <c:v>41100</c:v>
                </c:pt>
                <c:pt idx="3595">
                  <c:v>41099</c:v>
                </c:pt>
                <c:pt idx="3596">
                  <c:v>41096</c:v>
                </c:pt>
                <c:pt idx="3597">
                  <c:v>41095</c:v>
                </c:pt>
                <c:pt idx="3598">
                  <c:v>41094</c:v>
                </c:pt>
                <c:pt idx="3599">
                  <c:v>41093</c:v>
                </c:pt>
                <c:pt idx="3600">
                  <c:v>41092</c:v>
                </c:pt>
                <c:pt idx="3601">
                  <c:v>41089</c:v>
                </c:pt>
                <c:pt idx="3602">
                  <c:v>41088</c:v>
                </c:pt>
                <c:pt idx="3603">
                  <c:v>41087</c:v>
                </c:pt>
                <c:pt idx="3604">
                  <c:v>41086</c:v>
                </c:pt>
                <c:pt idx="3605">
                  <c:v>41085</c:v>
                </c:pt>
                <c:pt idx="3606">
                  <c:v>41082</c:v>
                </c:pt>
                <c:pt idx="3607">
                  <c:v>41081</c:v>
                </c:pt>
                <c:pt idx="3608">
                  <c:v>41080</c:v>
                </c:pt>
                <c:pt idx="3609">
                  <c:v>41079</c:v>
                </c:pt>
                <c:pt idx="3610">
                  <c:v>41078</c:v>
                </c:pt>
                <c:pt idx="3611">
                  <c:v>41075</c:v>
                </c:pt>
                <c:pt idx="3612">
                  <c:v>41074</c:v>
                </c:pt>
                <c:pt idx="3613">
                  <c:v>41073</c:v>
                </c:pt>
                <c:pt idx="3614">
                  <c:v>41072</c:v>
                </c:pt>
                <c:pt idx="3615">
                  <c:v>41071</c:v>
                </c:pt>
                <c:pt idx="3616">
                  <c:v>41068</c:v>
                </c:pt>
                <c:pt idx="3617">
                  <c:v>41067</c:v>
                </c:pt>
                <c:pt idx="3618">
                  <c:v>41066</c:v>
                </c:pt>
                <c:pt idx="3619">
                  <c:v>41065</c:v>
                </c:pt>
                <c:pt idx="3620">
                  <c:v>41064</c:v>
                </c:pt>
                <c:pt idx="3621">
                  <c:v>41061</c:v>
                </c:pt>
                <c:pt idx="3622">
                  <c:v>41060</c:v>
                </c:pt>
                <c:pt idx="3623">
                  <c:v>41059</c:v>
                </c:pt>
                <c:pt idx="3624">
                  <c:v>41058</c:v>
                </c:pt>
                <c:pt idx="3625">
                  <c:v>41057</c:v>
                </c:pt>
                <c:pt idx="3626">
                  <c:v>41054</c:v>
                </c:pt>
                <c:pt idx="3627">
                  <c:v>41053</c:v>
                </c:pt>
                <c:pt idx="3628">
                  <c:v>41052</c:v>
                </c:pt>
                <c:pt idx="3629">
                  <c:v>41051</c:v>
                </c:pt>
                <c:pt idx="3630">
                  <c:v>41050</c:v>
                </c:pt>
                <c:pt idx="3631">
                  <c:v>41047</c:v>
                </c:pt>
                <c:pt idx="3632">
                  <c:v>41046</c:v>
                </c:pt>
                <c:pt idx="3633">
                  <c:v>41045</c:v>
                </c:pt>
                <c:pt idx="3634">
                  <c:v>41044</c:v>
                </c:pt>
                <c:pt idx="3635">
                  <c:v>41043</c:v>
                </c:pt>
                <c:pt idx="3636">
                  <c:v>41040</c:v>
                </c:pt>
                <c:pt idx="3637">
                  <c:v>41039</c:v>
                </c:pt>
                <c:pt idx="3638">
                  <c:v>41038</c:v>
                </c:pt>
                <c:pt idx="3639">
                  <c:v>41037</c:v>
                </c:pt>
                <c:pt idx="3640">
                  <c:v>41036</c:v>
                </c:pt>
                <c:pt idx="3641">
                  <c:v>41033</c:v>
                </c:pt>
                <c:pt idx="3642">
                  <c:v>41032</c:v>
                </c:pt>
                <c:pt idx="3643">
                  <c:v>41031</c:v>
                </c:pt>
                <c:pt idx="3644">
                  <c:v>41030</c:v>
                </c:pt>
                <c:pt idx="3645">
                  <c:v>41029</c:v>
                </c:pt>
                <c:pt idx="3646">
                  <c:v>41026</c:v>
                </c:pt>
                <c:pt idx="3647">
                  <c:v>41025</c:v>
                </c:pt>
                <c:pt idx="3648">
                  <c:v>41024</c:v>
                </c:pt>
                <c:pt idx="3649">
                  <c:v>41023</c:v>
                </c:pt>
                <c:pt idx="3650">
                  <c:v>41022</c:v>
                </c:pt>
                <c:pt idx="3651">
                  <c:v>41019</c:v>
                </c:pt>
                <c:pt idx="3652">
                  <c:v>41018</c:v>
                </c:pt>
                <c:pt idx="3653">
                  <c:v>41017</c:v>
                </c:pt>
                <c:pt idx="3654">
                  <c:v>41016</c:v>
                </c:pt>
                <c:pt idx="3655">
                  <c:v>41015</c:v>
                </c:pt>
                <c:pt idx="3656">
                  <c:v>41012</c:v>
                </c:pt>
                <c:pt idx="3657">
                  <c:v>41011</c:v>
                </c:pt>
                <c:pt idx="3658">
                  <c:v>41010</c:v>
                </c:pt>
                <c:pt idx="3659">
                  <c:v>41009</c:v>
                </c:pt>
                <c:pt idx="3660">
                  <c:v>41008</c:v>
                </c:pt>
                <c:pt idx="3661">
                  <c:v>41005</c:v>
                </c:pt>
                <c:pt idx="3662">
                  <c:v>41004</c:v>
                </c:pt>
                <c:pt idx="3663">
                  <c:v>41003</c:v>
                </c:pt>
                <c:pt idx="3664">
                  <c:v>41002</c:v>
                </c:pt>
                <c:pt idx="3665">
                  <c:v>41001</c:v>
                </c:pt>
                <c:pt idx="3666">
                  <c:v>40998</c:v>
                </c:pt>
                <c:pt idx="3667">
                  <c:v>40997</c:v>
                </c:pt>
                <c:pt idx="3668">
                  <c:v>40996</c:v>
                </c:pt>
                <c:pt idx="3669">
                  <c:v>40995</c:v>
                </c:pt>
                <c:pt idx="3670">
                  <c:v>40994</c:v>
                </c:pt>
                <c:pt idx="3671">
                  <c:v>40991</c:v>
                </c:pt>
                <c:pt idx="3672">
                  <c:v>40990</c:v>
                </c:pt>
                <c:pt idx="3673">
                  <c:v>40989</c:v>
                </c:pt>
                <c:pt idx="3674">
                  <c:v>40988</c:v>
                </c:pt>
                <c:pt idx="3675">
                  <c:v>40987</c:v>
                </c:pt>
                <c:pt idx="3676">
                  <c:v>40984</c:v>
                </c:pt>
                <c:pt idx="3677">
                  <c:v>40983</c:v>
                </c:pt>
                <c:pt idx="3678">
                  <c:v>40982</c:v>
                </c:pt>
                <c:pt idx="3679">
                  <c:v>40981</c:v>
                </c:pt>
                <c:pt idx="3680">
                  <c:v>40980</c:v>
                </c:pt>
                <c:pt idx="3681">
                  <c:v>40977</c:v>
                </c:pt>
                <c:pt idx="3682">
                  <c:v>40976</c:v>
                </c:pt>
                <c:pt idx="3683">
                  <c:v>40975</c:v>
                </c:pt>
                <c:pt idx="3684">
                  <c:v>40974</c:v>
                </c:pt>
                <c:pt idx="3685">
                  <c:v>40973</c:v>
                </c:pt>
                <c:pt idx="3686">
                  <c:v>40970</c:v>
                </c:pt>
                <c:pt idx="3687">
                  <c:v>40969</c:v>
                </c:pt>
                <c:pt idx="3688">
                  <c:v>40968</c:v>
                </c:pt>
                <c:pt idx="3689">
                  <c:v>40967</c:v>
                </c:pt>
                <c:pt idx="3690">
                  <c:v>40966</c:v>
                </c:pt>
                <c:pt idx="3691">
                  <c:v>40963</c:v>
                </c:pt>
                <c:pt idx="3692">
                  <c:v>40962</c:v>
                </c:pt>
                <c:pt idx="3693">
                  <c:v>40961</c:v>
                </c:pt>
                <c:pt idx="3694">
                  <c:v>40960</c:v>
                </c:pt>
                <c:pt idx="3695">
                  <c:v>40959</c:v>
                </c:pt>
                <c:pt idx="3696">
                  <c:v>40956</c:v>
                </c:pt>
                <c:pt idx="3697">
                  <c:v>40955</c:v>
                </c:pt>
                <c:pt idx="3698">
                  <c:v>40954</c:v>
                </c:pt>
                <c:pt idx="3699">
                  <c:v>40953</c:v>
                </c:pt>
                <c:pt idx="3700">
                  <c:v>40952</c:v>
                </c:pt>
                <c:pt idx="3701">
                  <c:v>40949</c:v>
                </c:pt>
                <c:pt idx="3702">
                  <c:v>40948</c:v>
                </c:pt>
                <c:pt idx="3703">
                  <c:v>40947</c:v>
                </c:pt>
                <c:pt idx="3704">
                  <c:v>40946</c:v>
                </c:pt>
                <c:pt idx="3705">
                  <c:v>40945</c:v>
                </c:pt>
                <c:pt idx="3706">
                  <c:v>40942</c:v>
                </c:pt>
                <c:pt idx="3707">
                  <c:v>40941</c:v>
                </c:pt>
                <c:pt idx="3708">
                  <c:v>40940</c:v>
                </c:pt>
                <c:pt idx="3709">
                  <c:v>40939</c:v>
                </c:pt>
                <c:pt idx="3710">
                  <c:v>40938</c:v>
                </c:pt>
                <c:pt idx="3711">
                  <c:v>40935</c:v>
                </c:pt>
                <c:pt idx="3712">
                  <c:v>40934</c:v>
                </c:pt>
                <c:pt idx="3713">
                  <c:v>40933</c:v>
                </c:pt>
                <c:pt idx="3714">
                  <c:v>40932</c:v>
                </c:pt>
                <c:pt idx="3715">
                  <c:v>40931</c:v>
                </c:pt>
                <c:pt idx="3716">
                  <c:v>40928</c:v>
                </c:pt>
                <c:pt idx="3717">
                  <c:v>40927</c:v>
                </c:pt>
                <c:pt idx="3718">
                  <c:v>40926</c:v>
                </c:pt>
                <c:pt idx="3719">
                  <c:v>40925</c:v>
                </c:pt>
                <c:pt idx="3720">
                  <c:v>40924</c:v>
                </c:pt>
                <c:pt idx="3721">
                  <c:v>40921</c:v>
                </c:pt>
                <c:pt idx="3722">
                  <c:v>40920</c:v>
                </c:pt>
                <c:pt idx="3723">
                  <c:v>40919</c:v>
                </c:pt>
                <c:pt idx="3724">
                  <c:v>40918</c:v>
                </c:pt>
                <c:pt idx="3725">
                  <c:v>40917</c:v>
                </c:pt>
                <c:pt idx="3726">
                  <c:v>40914</c:v>
                </c:pt>
                <c:pt idx="3727">
                  <c:v>40913</c:v>
                </c:pt>
                <c:pt idx="3728">
                  <c:v>40912</c:v>
                </c:pt>
                <c:pt idx="3729">
                  <c:v>40911</c:v>
                </c:pt>
                <c:pt idx="3730">
                  <c:v>40910</c:v>
                </c:pt>
                <c:pt idx="3731">
                  <c:v>40907</c:v>
                </c:pt>
                <c:pt idx="3732">
                  <c:v>40906</c:v>
                </c:pt>
                <c:pt idx="3733">
                  <c:v>40905</c:v>
                </c:pt>
                <c:pt idx="3734">
                  <c:v>40904</c:v>
                </c:pt>
                <c:pt idx="3735">
                  <c:v>40903</c:v>
                </c:pt>
                <c:pt idx="3736">
                  <c:v>40900</c:v>
                </c:pt>
                <c:pt idx="3737">
                  <c:v>40899</c:v>
                </c:pt>
                <c:pt idx="3738">
                  <c:v>40898</c:v>
                </c:pt>
                <c:pt idx="3739">
                  <c:v>40897</c:v>
                </c:pt>
                <c:pt idx="3740">
                  <c:v>40896</c:v>
                </c:pt>
                <c:pt idx="3741">
                  <c:v>40893</c:v>
                </c:pt>
                <c:pt idx="3742">
                  <c:v>40892</c:v>
                </c:pt>
                <c:pt idx="3743">
                  <c:v>40891</c:v>
                </c:pt>
                <c:pt idx="3744">
                  <c:v>40890</c:v>
                </c:pt>
                <c:pt idx="3745">
                  <c:v>40889</c:v>
                </c:pt>
                <c:pt idx="3746">
                  <c:v>40886</c:v>
                </c:pt>
                <c:pt idx="3747">
                  <c:v>40885</c:v>
                </c:pt>
                <c:pt idx="3748">
                  <c:v>40884</c:v>
                </c:pt>
                <c:pt idx="3749">
                  <c:v>40883</c:v>
                </c:pt>
                <c:pt idx="3750">
                  <c:v>40882</c:v>
                </c:pt>
                <c:pt idx="3751">
                  <c:v>40879</c:v>
                </c:pt>
                <c:pt idx="3752">
                  <c:v>40878</c:v>
                </c:pt>
                <c:pt idx="3753">
                  <c:v>40877</c:v>
                </c:pt>
                <c:pt idx="3754">
                  <c:v>40876</c:v>
                </c:pt>
                <c:pt idx="3755">
                  <c:v>40875</c:v>
                </c:pt>
                <c:pt idx="3756">
                  <c:v>40872</c:v>
                </c:pt>
                <c:pt idx="3757">
                  <c:v>40871</c:v>
                </c:pt>
                <c:pt idx="3758">
                  <c:v>40870</c:v>
                </c:pt>
                <c:pt idx="3759">
                  <c:v>40869</c:v>
                </c:pt>
                <c:pt idx="3760">
                  <c:v>40868</c:v>
                </c:pt>
                <c:pt idx="3761">
                  <c:v>40865</c:v>
                </c:pt>
                <c:pt idx="3762">
                  <c:v>40864</c:v>
                </c:pt>
                <c:pt idx="3763">
                  <c:v>40863</c:v>
                </c:pt>
                <c:pt idx="3764">
                  <c:v>40862</c:v>
                </c:pt>
                <c:pt idx="3765">
                  <c:v>40861</c:v>
                </c:pt>
                <c:pt idx="3766">
                  <c:v>40858</c:v>
                </c:pt>
                <c:pt idx="3767">
                  <c:v>40857</c:v>
                </c:pt>
                <c:pt idx="3768">
                  <c:v>40856</c:v>
                </c:pt>
                <c:pt idx="3769">
                  <c:v>40855</c:v>
                </c:pt>
                <c:pt idx="3770">
                  <c:v>40854</c:v>
                </c:pt>
                <c:pt idx="3771">
                  <c:v>40851</c:v>
                </c:pt>
                <c:pt idx="3772">
                  <c:v>40850</c:v>
                </c:pt>
                <c:pt idx="3773">
                  <c:v>40849</c:v>
                </c:pt>
                <c:pt idx="3774">
                  <c:v>40848</c:v>
                </c:pt>
                <c:pt idx="3775">
                  <c:v>40847</c:v>
                </c:pt>
                <c:pt idx="3776">
                  <c:v>40844</c:v>
                </c:pt>
                <c:pt idx="3777">
                  <c:v>40843</c:v>
                </c:pt>
                <c:pt idx="3778">
                  <c:v>40842</c:v>
                </c:pt>
                <c:pt idx="3779">
                  <c:v>40841</c:v>
                </c:pt>
                <c:pt idx="3780">
                  <c:v>40840</c:v>
                </c:pt>
                <c:pt idx="3781">
                  <c:v>40837</c:v>
                </c:pt>
                <c:pt idx="3782">
                  <c:v>40836</c:v>
                </c:pt>
                <c:pt idx="3783">
                  <c:v>40835</c:v>
                </c:pt>
                <c:pt idx="3784">
                  <c:v>40834</c:v>
                </c:pt>
                <c:pt idx="3785">
                  <c:v>40833</c:v>
                </c:pt>
                <c:pt idx="3786">
                  <c:v>40830</c:v>
                </c:pt>
                <c:pt idx="3787">
                  <c:v>40829</c:v>
                </c:pt>
                <c:pt idx="3788">
                  <c:v>40828</c:v>
                </c:pt>
                <c:pt idx="3789">
                  <c:v>40827</c:v>
                </c:pt>
                <c:pt idx="3790">
                  <c:v>40826</c:v>
                </c:pt>
                <c:pt idx="3791">
                  <c:v>40823</c:v>
                </c:pt>
                <c:pt idx="3792">
                  <c:v>40822</c:v>
                </c:pt>
                <c:pt idx="3793">
                  <c:v>40821</c:v>
                </c:pt>
                <c:pt idx="3794">
                  <c:v>40820</c:v>
                </c:pt>
                <c:pt idx="3795">
                  <c:v>40819</c:v>
                </c:pt>
                <c:pt idx="3796">
                  <c:v>40816</c:v>
                </c:pt>
                <c:pt idx="3797">
                  <c:v>40815</c:v>
                </c:pt>
                <c:pt idx="3798">
                  <c:v>40814</c:v>
                </c:pt>
                <c:pt idx="3799">
                  <c:v>40813</c:v>
                </c:pt>
                <c:pt idx="3800">
                  <c:v>40812</c:v>
                </c:pt>
                <c:pt idx="3801">
                  <c:v>40809</c:v>
                </c:pt>
                <c:pt idx="3802">
                  <c:v>40808</c:v>
                </c:pt>
                <c:pt idx="3803">
                  <c:v>40807</c:v>
                </c:pt>
                <c:pt idx="3804">
                  <c:v>40806</c:v>
                </c:pt>
                <c:pt idx="3805">
                  <c:v>40805</c:v>
                </c:pt>
                <c:pt idx="3806">
                  <c:v>40802</c:v>
                </c:pt>
                <c:pt idx="3807">
                  <c:v>40801</c:v>
                </c:pt>
                <c:pt idx="3808">
                  <c:v>40800</c:v>
                </c:pt>
                <c:pt idx="3809">
                  <c:v>40799</c:v>
                </c:pt>
                <c:pt idx="3810">
                  <c:v>40798</c:v>
                </c:pt>
                <c:pt idx="3811">
                  <c:v>40795</c:v>
                </c:pt>
                <c:pt idx="3812">
                  <c:v>40794</c:v>
                </c:pt>
                <c:pt idx="3813">
                  <c:v>40793</c:v>
                </c:pt>
                <c:pt idx="3814">
                  <c:v>40792</c:v>
                </c:pt>
                <c:pt idx="3815">
                  <c:v>40791</c:v>
                </c:pt>
                <c:pt idx="3816">
                  <c:v>40788</c:v>
                </c:pt>
                <c:pt idx="3817">
                  <c:v>40787</c:v>
                </c:pt>
                <c:pt idx="3818">
                  <c:v>40786</c:v>
                </c:pt>
                <c:pt idx="3819">
                  <c:v>40785</c:v>
                </c:pt>
                <c:pt idx="3820">
                  <c:v>40784</c:v>
                </c:pt>
                <c:pt idx="3821">
                  <c:v>40781</c:v>
                </c:pt>
                <c:pt idx="3822">
                  <c:v>40780</c:v>
                </c:pt>
                <c:pt idx="3823">
                  <c:v>40779</c:v>
                </c:pt>
                <c:pt idx="3824">
                  <c:v>40778</c:v>
                </c:pt>
                <c:pt idx="3825">
                  <c:v>40777</c:v>
                </c:pt>
                <c:pt idx="3826">
                  <c:v>40774</c:v>
                </c:pt>
                <c:pt idx="3827">
                  <c:v>40773</c:v>
                </c:pt>
                <c:pt idx="3828">
                  <c:v>40772</c:v>
                </c:pt>
                <c:pt idx="3829">
                  <c:v>40771</c:v>
                </c:pt>
                <c:pt idx="3830">
                  <c:v>40770</c:v>
                </c:pt>
                <c:pt idx="3831">
                  <c:v>40767</c:v>
                </c:pt>
                <c:pt idx="3832">
                  <c:v>40766</c:v>
                </c:pt>
                <c:pt idx="3833">
                  <c:v>40765</c:v>
                </c:pt>
                <c:pt idx="3834">
                  <c:v>40764</c:v>
                </c:pt>
                <c:pt idx="3835">
                  <c:v>40763</c:v>
                </c:pt>
                <c:pt idx="3836">
                  <c:v>40760</c:v>
                </c:pt>
                <c:pt idx="3837">
                  <c:v>40759</c:v>
                </c:pt>
                <c:pt idx="3838">
                  <c:v>40758</c:v>
                </c:pt>
                <c:pt idx="3839">
                  <c:v>40757</c:v>
                </c:pt>
                <c:pt idx="3840">
                  <c:v>40756</c:v>
                </c:pt>
                <c:pt idx="3841">
                  <c:v>40753</c:v>
                </c:pt>
                <c:pt idx="3842">
                  <c:v>40752</c:v>
                </c:pt>
                <c:pt idx="3843">
                  <c:v>40751</c:v>
                </c:pt>
                <c:pt idx="3844">
                  <c:v>40750</c:v>
                </c:pt>
                <c:pt idx="3845">
                  <c:v>40749</c:v>
                </c:pt>
                <c:pt idx="3846">
                  <c:v>40746</c:v>
                </c:pt>
                <c:pt idx="3847">
                  <c:v>40745</c:v>
                </c:pt>
                <c:pt idx="3848">
                  <c:v>40744</c:v>
                </c:pt>
                <c:pt idx="3849">
                  <c:v>40743</c:v>
                </c:pt>
                <c:pt idx="3850">
                  <c:v>40742</c:v>
                </c:pt>
                <c:pt idx="3851">
                  <c:v>40739</c:v>
                </c:pt>
                <c:pt idx="3852">
                  <c:v>40738</c:v>
                </c:pt>
                <c:pt idx="3853">
                  <c:v>40737</c:v>
                </c:pt>
                <c:pt idx="3854">
                  <c:v>40736</c:v>
                </c:pt>
                <c:pt idx="3855">
                  <c:v>40735</c:v>
                </c:pt>
                <c:pt idx="3856">
                  <c:v>40732</c:v>
                </c:pt>
                <c:pt idx="3857">
                  <c:v>40731</c:v>
                </c:pt>
                <c:pt idx="3858">
                  <c:v>40730</c:v>
                </c:pt>
                <c:pt idx="3859">
                  <c:v>40729</c:v>
                </c:pt>
                <c:pt idx="3860">
                  <c:v>40728</c:v>
                </c:pt>
                <c:pt idx="3861">
                  <c:v>40725</c:v>
                </c:pt>
                <c:pt idx="3862">
                  <c:v>40724</c:v>
                </c:pt>
                <c:pt idx="3863">
                  <c:v>40723</c:v>
                </c:pt>
                <c:pt idx="3864">
                  <c:v>40722</c:v>
                </c:pt>
                <c:pt idx="3865">
                  <c:v>40721</c:v>
                </c:pt>
                <c:pt idx="3866">
                  <c:v>40718</c:v>
                </c:pt>
                <c:pt idx="3867">
                  <c:v>40717</c:v>
                </c:pt>
                <c:pt idx="3868">
                  <c:v>40716</c:v>
                </c:pt>
                <c:pt idx="3869">
                  <c:v>40715</c:v>
                </c:pt>
                <c:pt idx="3870">
                  <c:v>40714</c:v>
                </c:pt>
                <c:pt idx="3871">
                  <c:v>40711</c:v>
                </c:pt>
                <c:pt idx="3872">
                  <c:v>40710</c:v>
                </c:pt>
                <c:pt idx="3873">
                  <c:v>40709</c:v>
                </c:pt>
                <c:pt idx="3874">
                  <c:v>40708</c:v>
                </c:pt>
                <c:pt idx="3875">
                  <c:v>40707</c:v>
                </c:pt>
                <c:pt idx="3876">
                  <c:v>40704</c:v>
                </c:pt>
                <c:pt idx="3877">
                  <c:v>40703</c:v>
                </c:pt>
                <c:pt idx="3878">
                  <c:v>40702</c:v>
                </c:pt>
                <c:pt idx="3879">
                  <c:v>40701</c:v>
                </c:pt>
                <c:pt idx="3880">
                  <c:v>40700</c:v>
                </c:pt>
                <c:pt idx="3881">
                  <c:v>40697</c:v>
                </c:pt>
                <c:pt idx="3882">
                  <c:v>40696</c:v>
                </c:pt>
                <c:pt idx="3883">
                  <c:v>40695</c:v>
                </c:pt>
                <c:pt idx="3884">
                  <c:v>40694</c:v>
                </c:pt>
                <c:pt idx="3885">
                  <c:v>40693</c:v>
                </c:pt>
                <c:pt idx="3886">
                  <c:v>40690</c:v>
                </c:pt>
                <c:pt idx="3887">
                  <c:v>40689</c:v>
                </c:pt>
                <c:pt idx="3888">
                  <c:v>40688</c:v>
                </c:pt>
                <c:pt idx="3889">
                  <c:v>40687</c:v>
                </c:pt>
                <c:pt idx="3890">
                  <c:v>40686</c:v>
                </c:pt>
                <c:pt idx="3891">
                  <c:v>40683</c:v>
                </c:pt>
                <c:pt idx="3892">
                  <c:v>40682</c:v>
                </c:pt>
                <c:pt idx="3893">
                  <c:v>40681</c:v>
                </c:pt>
                <c:pt idx="3894">
                  <c:v>40680</c:v>
                </c:pt>
                <c:pt idx="3895">
                  <c:v>40679</c:v>
                </c:pt>
                <c:pt idx="3896">
                  <c:v>40676</c:v>
                </c:pt>
                <c:pt idx="3897">
                  <c:v>40675</c:v>
                </c:pt>
                <c:pt idx="3898">
                  <c:v>40674</c:v>
                </c:pt>
                <c:pt idx="3899">
                  <c:v>40673</c:v>
                </c:pt>
                <c:pt idx="3900">
                  <c:v>40672</c:v>
                </c:pt>
                <c:pt idx="3901">
                  <c:v>40669</c:v>
                </c:pt>
                <c:pt idx="3902">
                  <c:v>40668</c:v>
                </c:pt>
                <c:pt idx="3903">
                  <c:v>40667</c:v>
                </c:pt>
                <c:pt idx="3904">
                  <c:v>40666</c:v>
                </c:pt>
                <c:pt idx="3905">
                  <c:v>40665</c:v>
                </c:pt>
                <c:pt idx="3906">
                  <c:v>40662</c:v>
                </c:pt>
                <c:pt idx="3907">
                  <c:v>40661</c:v>
                </c:pt>
                <c:pt idx="3908">
                  <c:v>40660</c:v>
                </c:pt>
                <c:pt idx="3909">
                  <c:v>40659</c:v>
                </c:pt>
                <c:pt idx="3910">
                  <c:v>40658</c:v>
                </c:pt>
                <c:pt idx="3911">
                  <c:v>40655</c:v>
                </c:pt>
                <c:pt idx="3912">
                  <c:v>40654</c:v>
                </c:pt>
                <c:pt idx="3913">
                  <c:v>40653</c:v>
                </c:pt>
                <c:pt idx="3914">
                  <c:v>40652</c:v>
                </c:pt>
                <c:pt idx="3915">
                  <c:v>40651</c:v>
                </c:pt>
                <c:pt idx="3916">
                  <c:v>40648</c:v>
                </c:pt>
                <c:pt idx="3917">
                  <c:v>40647</c:v>
                </c:pt>
                <c:pt idx="3918">
                  <c:v>40646</c:v>
                </c:pt>
                <c:pt idx="3919">
                  <c:v>40645</c:v>
                </c:pt>
                <c:pt idx="3920">
                  <c:v>40644</c:v>
                </c:pt>
                <c:pt idx="3921">
                  <c:v>40641</c:v>
                </c:pt>
                <c:pt idx="3922">
                  <c:v>40640</c:v>
                </c:pt>
                <c:pt idx="3923">
                  <c:v>40639</c:v>
                </c:pt>
                <c:pt idx="3924">
                  <c:v>40638</c:v>
                </c:pt>
                <c:pt idx="3925">
                  <c:v>40637</c:v>
                </c:pt>
                <c:pt idx="3926">
                  <c:v>40634</c:v>
                </c:pt>
                <c:pt idx="3927">
                  <c:v>40633</c:v>
                </c:pt>
                <c:pt idx="3928">
                  <c:v>40632</c:v>
                </c:pt>
                <c:pt idx="3929">
                  <c:v>40631</c:v>
                </c:pt>
                <c:pt idx="3930">
                  <c:v>40630</c:v>
                </c:pt>
                <c:pt idx="3931">
                  <c:v>40627</c:v>
                </c:pt>
                <c:pt idx="3932">
                  <c:v>40626</c:v>
                </c:pt>
                <c:pt idx="3933">
                  <c:v>40625</c:v>
                </c:pt>
                <c:pt idx="3934">
                  <c:v>40624</c:v>
                </c:pt>
                <c:pt idx="3935">
                  <c:v>40623</c:v>
                </c:pt>
                <c:pt idx="3936">
                  <c:v>40620</c:v>
                </c:pt>
                <c:pt idx="3937">
                  <c:v>40619</c:v>
                </c:pt>
                <c:pt idx="3938">
                  <c:v>40618</c:v>
                </c:pt>
                <c:pt idx="3939">
                  <c:v>40617</c:v>
                </c:pt>
                <c:pt idx="3940">
                  <c:v>40616</c:v>
                </c:pt>
                <c:pt idx="3941">
                  <c:v>40613</c:v>
                </c:pt>
                <c:pt idx="3942">
                  <c:v>40612</c:v>
                </c:pt>
                <c:pt idx="3943">
                  <c:v>40611</c:v>
                </c:pt>
                <c:pt idx="3944">
                  <c:v>40610</c:v>
                </c:pt>
                <c:pt idx="3945">
                  <c:v>40609</c:v>
                </c:pt>
                <c:pt idx="3946">
                  <c:v>40606</c:v>
                </c:pt>
                <c:pt idx="3947">
                  <c:v>40605</c:v>
                </c:pt>
                <c:pt idx="3948">
                  <c:v>40604</c:v>
                </c:pt>
                <c:pt idx="3949">
                  <c:v>40603</c:v>
                </c:pt>
                <c:pt idx="3950">
                  <c:v>40602</c:v>
                </c:pt>
                <c:pt idx="3951">
                  <c:v>40599</c:v>
                </c:pt>
                <c:pt idx="3952">
                  <c:v>40598</c:v>
                </c:pt>
                <c:pt idx="3953">
                  <c:v>40597</c:v>
                </c:pt>
                <c:pt idx="3954">
                  <c:v>40596</c:v>
                </c:pt>
                <c:pt idx="3955">
                  <c:v>40595</c:v>
                </c:pt>
                <c:pt idx="3956">
                  <c:v>40592</c:v>
                </c:pt>
                <c:pt idx="3957">
                  <c:v>40591</c:v>
                </c:pt>
                <c:pt idx="3958">
                  <c:v>40590</c:v>
                </c:pt>
                <c:pt idx="3959">
                  <c:v>40589</c:v>
                </c:pt>
                <c:pt idx="3960">
                  <c:v>40588</c:v>
                </c:pt>
                <c:pt idx="3961">
                  <c:v>40585</c:v>
                </c:pt>
                <c:pt idx="3962">
                  <c:v>40584</c:v>
                </c:pt>
                <c:pt idx="3963">
                  <c:v>40583</c:v>
                </c:pt>
                <c:pt idx="3964">
                  <c:v>40582</c:v>
                </c:pt>
                <c:pt idx="3965">
                  <c:v>40581</c:v>
                </c:pt>
                <c:pt idx="3966">
                  <c:v>40578</c:v>
                </c:pt>
                <c:pt idx="3967">
                  <c:v>40577</c:v>
                </c:pt>
                <c:pt idx="3968">
                  <c:v>40576</c:v>
                </c:pt>
                <c:pt idx="3969">
                  <c:v>40575</c:v>
                </c:pt>
                <c:pt idx="3970">
                  <c:v>40574</c:v>
                </c:pt>
                <c:pt idx="3971">
                  <c:v>40571</c:v>
                </c:pt>
                <c:pt idx="3972">
                  <c:v>40570</c:v>
                </c:pt>
                <c:pt idx="3973">
                  <c:v>40569</c:v>
                </c:pt>
                <c:pt idx="3974">
                  <c:v>40568</c:v>
                </c:pt>
                <c:pt idx="3975">
                  <c:v>40567</c:v>
                </c:pt>
                <c:pt idx="3976">
                  <c:v>40564</c:v>
                </c:pt>
                <c:pt idx="3977">
                  <c:v>40563</c:v>
                </c:pt>
                <c:pt idx="3978">
                  <c:v>40562</c:v>
                </c:pt>
                <c:pt idx="3979">
                  <c:v>40561</c:v>
                </c:pt>
                <c:pt idx="3980">
                  <c:v>40560</c:v>
                </c:pt>
                <c:pt idx="3981">
                  <c:v>40557</c:v>
                </c:pt>
                <c:pt idx="3982">
                  <c:v>40556</c:v>
                </c:pt>
                <c:pt idx="3983">
                  <c:v>40555</c:v>
                </c:pt>
                <c:pt idx="3984">
                  <c:v>40554</c:v>
                </c:pt>
                <c:pt idx="3985">
                  <c:v>40553</c:v>
                </c:pt>
                <c:pt idx="3986">
                  <c:v>40550</c:v>
                </c:pt>
                <c:pt idx="3987">
                  <c:v>40549</c:v>
                </c:pt>
                <c:pt idx="3988">
                  <c:v>40548</c:v>
                </c:pt>
                <c:pt idx="3989">
                  <c:v>40547</c:v>
                </c:pt>
                <c:pt idx="3990">
                  <c:v>40546</c:v>
                </c:pt>
                <c:pt idx="3991">
                  <c:v>40543</c:v>
                </c:pt>
                <c:pt idx="3992">
                  <c:v>40542</c:v>
                </c:pt>
                <c:pt idx="3993">
                  <c:v>40541</c:v>
                </c:pt>
                <c:pt idx="3994">
                  <c:v>40540</c:v>
                </c:pt>
                <c:pt idx="3995">
                  <c:v>40539</c:v>
                </c:pt>
                <c:pt idx="3996">
                  <c:v>40536</c:v>
                </c:pt>
                <c:pt idx="3997">
                  <c:v>40535</c:v>
                </c:pt>
                <c:pt idx="3998">
                  <c:v>40534</c:v>
                </c:pt>
                <c:pt idx="3999">
                  <c:v>40533</c:v>
                </c:pt>
                <c:pt idx="4000">
                  <c:v>40532</c:v>
                </c:pt>
                <c:pt idx="4001">
                  <c:v>40529</c:v>
                </c:pt>
                <c:pt idx="4002">
                  <c:v>40528</c:v>
                </c:pt>
                <c:pt idx="4003">
                  <c:v>40527</c:v>
                </c:pt>
                <c:pt idx="4004">
                  <c:v>40526</c:v>
                </c:pt>
                <c:pt idx="4005">
                  <c:v>40525</c:v>
                </c:pt>
                <c:pt idx="4006">
                  <c:v>40522</c:v>
                </c:pt>
                <c:pt idx="4007">
                  <c:v>40521</c:v>
                </c:pt>
                <c:pt idx="4008">
                  <c:v>40520</c:v>
                </c:pt>
                <c:pt idx="4009">
                  <c:v>40519</c:v>
                </c:pt>
                <c:pt idx="4010">
                  <c:v>40518</c:v>
                </c:pt>
                <c:pt idx="4011">
                  <c:v>40515</c:v>
                </c:pt>
                <c:pt idx="4012">
                  <c:v>40514</c:v>
                </c:pt>
                <c:pt idx="4013">
                  <c:v>40513</c:v>
                </c:pt>
                <c:pt idx="4014">
                  <c:v>40512</c:v>
                </c:pt>
                <c:pt idx="4015">
                  <c:v>40511</c:v>
                </c:pt>
                <c:pt idx="4016">
                  <c:v>40508</c:v>
                </c:pt>
                <c:pt idx="4017">
                  <c:v>40507</c:v>
                </c:pt>
                <c:pt idx="4018">
                  <c:v>40506</c:v>
                </c:pt>
                <c:pt idx="4019">
                  <c:v>40505</c:v>
                </c:pt>
                <c:pt idx="4020">
                  <c:v>40504</c:v>
                </c:pt>
                <c:pt idx="4021">
                  <c:v>40501</c:v>
                </c:pt>
                <c:pt idx="4022">
                  <c:v>40500</c:v>
                </c:pt>
                <c:pt idx="4023">
                  <c:v>40499</c:v>
                </c:pt>
                <c:pt idx="4024">
                  <c:v>40498</c:v>
                </c:pt>
                <c:pt idx="4025">
                  <c:v>40497</c:v>
                </c:pt>
                <c:pt idx="4026">
                  <c:v>40494</c:v>
                </c:pt>
                <c:pt idx="4027">
                  <c:v>40493</c:v>
                </c:pt>
                <c:pt idx="4028">
                  <c:v>40492</c:v>
                </c:pt>
                <c:pt idx="4029">
                  <c:v>40491</c:v>
                </c:pt>
                <c:pt idx="4030">
                  <c:v>40490</c:v>
                </c:pt>
                <c:pt idx="4031">
                  <c:v>40487</c:v>
                </c:pt>
                <c:pt idx="4032">
                  <c:v>40486</c:v>
                </c:pt>
                <c:pt idx="4033">
                  <c:v>40485</c:v>
                </c:pt>
                <c:pt idx="4034">
                  <c:v>40484</c:v>
                </c:pt>
                <c:pt idx="4035">
                  <c:v>40483</c:v>
                </c:pt>
                <c:pt idx="4036">
                  <c:v>40480</c:v>
                </c:pt>
                <c:pt idx="4037">
                  <c:v>40479</c:v>
                </c:pt>
                <c:pt idx="4038">
                  <c:v>40478</c:v>
                </c:pt>
                <c:pt idx="4039">
                  <c:v>40477</c:v>
                </c:pt>
                <c:pt idx="4040">
                  <c:v>40476</c:v>
                </c:pt>
                <c:pt idx="4041">
                  <c:v>40473</c:v>
                </c:pt>
                <c:pt idx="4042">
                  <c:v>40472</c:v>
                </c:pt>
                <c:pt idx="4043">
                  <c:v>40471</c:v>
                </c:pt>
                <c:pt idx="4044">
                  <c:v>40470</c:v>
                </c:pt>
                <c:pt idx="4045">
                  <c:v>40469</c:v>
                </c:pt>
                <c:pt idx="4046">
                  <c:v>40466</c:v>
                </c:pt>
                <c:pt idx="4047">
                  <c:v>40465</c:v>
                </c:pt>
                <c:pt idx="4048">
                  <c:v>40464</c:v>
                </c:pt>
                <c:pt idx="4049">
                  <c:v>40463</c:v>
                </c:pt>
                <c:pt idx="4050">
                  <c:v>40462</c:v>
                </c:pt>
                <c:pt idx="4051">
                  <c:v>40459</c:v>
                </c:pt>
                <c:pt idx="4052">
                  <c:v>40458</c:v>
                </c:pt>
                <c:pt idx="4053">
                  <c:v>40457</c:v>
                </c:pt>
                <c:pt idx="4054">
                  <c:v>40456</c:v>
                </c:pt>
                <c:pt idx="4055">
                  <c:v>40455</c:v>
                </c:pt>
                <c:pt idx="4056">
                  <c:v>40452</c:v>
                </c:pt>
                <c:pt idx="4057">
                  <c:v>40451</c:v>
                </c:pt>
                <c:pt idx="4058">
                  <c:v>40450</c:v>
                </c:pt>
                <c:pt idx="4059">
                  <c:v>40449</c:v>
                </c:pt>
                <c:pt idx="4060">
                  <c:v>40448</c:v>
                </c:pt>
                <c:pt idx="4061">
                  <c:v>40445</c:v>
                </c:pt>
                <c:pt idx="4062">
                  <c:v>40444</c:v>
                </c:pt>
                <c:pt idx="4063">
                  <c:v>40443</c:v>
                </c:pt>
                <c:pt idx="4064">
                  <c:v>40442</c:v>
                </c:pt>
                <c:pt idx="4065">
                  <c:v>40441</c:v>
                </c:pt>
                <c:pt idx="4066">
                  <c:v>40438</c:v>
                </c:pt>
                <c:pt idx="4067">
                  <c:v>40437</c:v>
                </c:pt>
                <c:pt idx="4068">
                  <c:v>40436</c:v>
                </c:pt>
                <c:pt idx="4069">
                  <c:v>40435</c:v>
                </c:pt>
                <c:pt idx="4070">
                  <c:v>40434</c:v>
                </c:pt>
                <c:pt idx="4071">
                  <c:v>40431</c:v>
                </c:pt>
                <c:pt idx="4072">
                  <c:v>40430</c:v>
                </c:pt>
                <c:pt idx="4073">
                  <c:v>40429</c:v>
                </c:pt>
                <c:pt idx="4074">
                  <c:v>40428</c:v>
                </c:pt>
                <c:pt idx="4075">
                  <c:v>40427</c:v>
                </c:pt>
              </c:numCache>
            </c:numRef>
          </c:cat>
          <c:val>
            <c:numRef>
              <c:f>주가!$O$15:$O$4090</c:f>
              <c:numCache>
                <c:formatCode>#,##0</c:formatCode>
                <c:ptCount val="4076"/>
                <c:pt idx="0">
                  <c:v>32.799999999999997</c:v>
                </c:pt>
                <c:pt idx="1">
                  <c:v>36.909999999999997</c:v>
                </c:pt>
                <c:pt idx="2">
                  <c:v>33.89</c:v>
                </c:pt>
                <c:pt idx="3">
                  <c:v>25.32</c:v>
                </c:pt>
                <c:pt idx="4">
                  <c:v>20.63</c:v>
                </c:pt>
                <c:pt idx="5">
                  <c:v>33.090000000000003</c:v>
                </c:pt>
                <c:pt idx="6">
                  <c:v>30.82</c:v>
                </c:pt>
                <c:pt idx="7">
                  <c:v>51.29</c:v>
                </c:pt>
                <c:pt idx="8">
                  <c:v>21.69</c:v>
                </c:pt>
                <c:pt idx="9">
                  <c:v>8.77</c:v>
                </c:pt>
                <c:pt idx="10">
                  <c:v>8.8699999999999992</c:v>
                </c:pt>
                <c:pt idx="11">
                  <c:v>7.17</c:v>
                </c:pt>
                <c:pt idx="12">
                  <c:v>6.56</c:v>
                </c:pt>
                <c:pt idx="13">
                  <c:v>5.64</c:v>
                </c:pt>
                <c:pt idx="14">
                  <c:v>6.72</c:v>
                </c:pt>
                <c:pt idx="15">
                  <c:v>6.64</c:v>
                </c:pt>
                <c:pt idx="16">
                  <c:v>15.45</c:v>
                </c:pt>
                <c:pt idx="17">
                  <c:v>9.36</c:v>
                </c:pt>
                <c:pt idx="18">
                  <c:v>11.31</c:v>
                </c:pt>
                <c:pt idx="19">
                  <c:v>19.89</c:v>
                </c:pt>
                <c:pt idx="20">
                  <c:v>19.13</c:v>
                </c:pt>
                <c:pt idx="21">
                  <c:v>11.85</c:v>
                </c:pt>
                <c:pt idx="22">
                  <c:v>11.97</c:v>
                </c:pt>
                <c:pt idx="23">
                  <c:v>14.33</c:v>
                </c:pt>
                <c:pt idx="24">
                  <c:v>21.56</c:v>
                </c:pt>
                <c:pt idx="25">
                  <c:v>18.809999999999999</c:v>
                </c:pt>
                <c:pt idx="26">
                  <c:v>19.93</c:v>
                </c:pt>
                <c:pt idx="27">
                  <c:v>43.33</c:v>
                </c:pt>
                <c:pt idx="28">
                  <c:v>12.77</c:v>
                </c:pt>
                <c:pt idx="29">
                  <c:v>46.76</c:v>
                </c:pt>
                <c:pt idx="30">
                  <c:v>13.54</c:v>
                </c:pt>
                <c:pt idx="31">
                  <c:v>15.24</c:v>
                </c:pt>
                <c:pt idx="32">
                  <c:v>13.55</c:v>
                </c:pt>
                <c:pt idx="33">
                  <c:v>90.43</c:v>
                </c:pt>
                <c:pt idx="34">
                  <c:v>45.73</c:v>
                </c:pt>
                <c:pt idx="35">
                  <c:v>102.48</c:v>
                </c:pt>
                <c:pt idx="36">
                  <c:v>102.48</c:v>
                </c:pt>
                <c:pt idx="37">
                  <c:v>21.13</c:v>
                </c:pt>
                <c:pt idx="38">
                  <c:v>49.05</c:v>
                </c:pt>
                <c:pt idx="39">
                  <c:v>63.39</c:v>
                </c:pt>
                <c:pt idx="40">
                  <c:v>28.76</c:v>
                </c:pt>
                <c:pt idx="41">
                  <c:v>38.119999999999997</c:v>
                </c:pt>
                <c:pt idx="42">
                  <c:v>13.91</c:v>
                </c:pt>
                <c:pt idx="43">
                  <c:v>15.38</c:v>
                </c:pt>
                <c:pt idx="44">
                  <c:v>15.38</c:v>
                </c:pt>
                <c:pt idx="45">
                  <c:v>15.38</c:v>
                </c:pt>
                <c:pt idx="46">
                  <c:v>15.38</c:v>
                </c:pt>
                <c:pt idx="47">
                  <c:v>16.059999999999999</c:v>
                </c:pt>
                <c:pt idx="48">
                  <c:v>17.47</c:v>
                </c:pt>
                <c:pt idx="49">
                  <c:v>12.96</c:v>
                </c:pt>
                <c:pt idx="50">
                  <c:v>34.909999999999997</c:v>
                </c:pt>
                <c:pt idx="51">
                  <c:v>82.53</c:v>
                </c:pt>
                <c:pt idx="52">
                  <c:v>85.01</c:v>
                </c:pt>
                <c:pt idx="53">
                  <c:v>148.46</c:v>
                </c:pt>
                <c:pt idx="54">
                  <c:v>49.81</c:v>
                </c:pt>
                <c:pt idx="55">
                  <c:v>42.4</c:v>
                </c:pt>
                <c:pt idx="56">
                  <c:v>23.85</c:v>
                </c:pt>
                <c:pt idx="57">
                  <c:v>34.770000000000003</c:v>
                </c:pt>
                <c:pt idx="58">
                  <c:v>18.07</c:v>
                </c:pt>
                <c:pt idx="59">
                  <c:v>25.68</c:v>
                </c:pt>
                <c:pt idx="60">
                  <c:v>31.39</c:v>
                </c:pt>
                <c:pt idx="61">
                  <c:v>26.27</c:v>
                </c:pt>
                <c:pt idx="62">
                  <c:v>35.15</c:v>
                </c:pt>
                <c:pt idx="63">
                  <c:v>134.84</c:v>
                </c:pt>
                <c:pt idx="64">
                  <c:v>31.31</c:v>
                </c:pt>
                <c:pt idx="65">
                  <c:v>31.2</c:v>
                </c:pt>
                <c:pt idx="66">
                  <c:v>31.65</c:v>
                </c:pt>
                <c:pt idx="67">
                  <c:v>15.84</c:v>
                </c:pt>
                <c:pt idx="68">
                  <c:v>26.15</c:v>
                </c:pt>
                <c:pt idx="69">
                  <c:v>8.06</c:v>
                </c:pt>
                <c:pt idx="70">
                  <c:v>10.7</c:v>
                </c:pt>
                <c:pt idx="71">
                  <c:v>6.7</c:v>
                </c:pt>
                <c:pt idx="72">
                  <c:v>7.1</c:v>
                </c:pt>
                <c:pt idx="73">
                  <c:v>8.19</c:v>
                </c:pt>
                <c:pt idx="74">
                  <c:v>13.54</c:v>
                </c:pt>
                <c:pt idx="75">
                  <c:v>28.5</c:v>
                </c:pt>
                <c:pt idx="76">
                  <c:v>32.08</c:v>
                </c:pt>
                <c:pt idx="77">
                  <c:v>13.24</c:v>
                </c:pt>
                <c:pt idx="78">
                  <c:v>13.24</c:v>
                </c:pt>
                <c:pt idx="79">
                  <c:v>13.24</c:v>
                </c:pt>
                <c:pt idx="80">
                  <c:v>29.63</c:v>
                </c:pt>
                <c:pt idx="81">
                  <c:v>17.170000000000002</c:v>
                </c:pt>
                <c:pt idx="82">
                  <c:v>7.14</c:v>
                </c:pt>
                <c:pt idx="83">
                  <c:v>7.14</c:v>
                </c:pt>
                <c:pt idx="84">
                  <c:v>14.49</c:v>
                </c:pt>
                <c:pt idx="85">
                  <c:v>7.37</c:v>
                </c:pt>
                <c:pt idx="86">
                  <c:v>9.01</c:v>
                </c:pt>
                <c:pt idx="87">
                  <c:v>3.31</c:v>
                </c:pt>
                <c:pt idx="88">
                  <c:v>3.17</c:v>
                </c:pt>
                <c:pt idx="89">
                  <c:v>14.28</c:v>
                </c:pt>
                <c:pt idx="90">
                  <c:v>8.9</c:v>
                </c:pt>
                <c:pt idx="91">
                  <c:v>11.27</c:v>
                </c:pt>
                <c:pt idx="92">
                  <c:v>9.1199999999999992</c:v>
                </c:pt>
                <c:pt idx="93">
                  <c:v>13.45</c:v>
                </c:pt>
                <c:pt idx="94">
                  <c:v>11.22</c:v>
                </c:pt>
                <c:pt idx="95">
                  <c:v>6.01</c:v>
                </c:pt>
                <c:pt idx="96">
                  <c:v>9.49</c:v>
                </c:pt>
                <c:pt idx="97">
                  <c:v>14.46</c:v>
                </c:pt>
                <c:pt idx="98">
                  <c:v>18.18</c:v>
                </c:pt>
                <c:pt idx="99">
                  <c:v>18.89</c:v>
                </c:pt>
                <c:pt idx="100">
                  <c:v>17.010000000000002</c:v>
                </c:pt>
                <c:pt idx="101">
                  <c:v>23.16</c:v>
                </c:pt>
                <c:pt idx="102">
                  <c:v>111.92</c:v>
                </c:pt>
                <c:pt idx="103">
                  <c:v>10.119999999999999</c:v>
                </c:pt>
                <c:pt idx="104">
                  <c:v>21.2</c:v>
                </c:pt>
                <c:pt idx="105">
                  <c:v>12.16</c:v>
                </c:pt>
                <c:pt idx="106">
                  <c:v>18.86</c:v>
                </c:pt>
                <c:pt idx="107">
                  <c:v>16.87</c:v>
                </c:pt>
                <c:pt idx="108">
                  <c:v>16.05</c:v>
                </c:pt>
                <c:pt idx="109">
                  <c:v>25.57</c:v>
                </c:pt>
                <c:pt idx="110">
                  <c:v>39.03</c:v>
                </c:pt>
                <c:pt idx="111">
                  <c:v>15.12</c:v>
                </c:pt>
                <c:pt idx="112">
                  <c:v>37.07</c:v>
                </c:pt>
                <c:pt idx="113">
                  <c:v>17.07</c:v>
                </c:pt>
                <c:pt idx="114">
                  <c:v>19.22</c:v>
                </c:pt>
                <c:pt idx="115">
                  <c:v>4.4000000000000004</c:v>
                </c:pt>
                <c:pt idx="116">
                  <c:v>12.76</c:v>
                </c:pt>
                <c:pt idx="117">
                  <c:v>10.76</c:v>
                </c:pt>
                <c:pt idx="118">
                  <c:v>17.41</c:v>
                </c:pt>
                <c:pt idx="119">
                  <c:v>12.35</c:v>
                </c:pt>
                <c:pt idx="120">
                  <c:v>7.75</c:v>
                </c:pt>
                <c:pt idx="121">
                  <c:v>10.46</c:v>
                </c:pt>
                <c:pt idx="122">
                  <c:v>14.01</c:v>
                </c:pt>
                <c:pt idx="123">
                  <c:v>15.21</c:v>
                </c:pt>
                <c:pt idx="124">
                  <c:v>13.73</c:v>
                </c:pt>
                <c:pt idx="125">
                  <c:v>58.64</c:v>
                </c:pt>
                <c:pt idx="126">
                  <c:v>13.68</c:v>
                </c:pt>
                <c:pt idx="127">
                  <c:v>7.6</c:v>
                </c:pt>
                <c:pt idx="128">
                  <c:v>61.44</c:v>
                </c:pt>
                <c:pt idx="129">
                  <c:v>85.17</c:v>
                </c:pt>
                <c:pt idx="130">
                  <c:v>10.050000000000001</c:v>
                </c:pt>
                <c:pt idx="131">
                  <c:v>11.23</c:v>
                </c:pt>
                <c:pt idx="132">
                  <c:v>5.39</c:v>
                </c:pt>
                <c:pt idx="133">
                  <c:v>13.26</c:v>
                </c:pt>
                <c:pt idx="134">
                  <c:v>17.73</c:v>
                </c:pt>
                <c:pt idx="135">
                  <c:v>21.54</c:v>
                </c:pt>
                <c:pt idx="136">
                  <c:v>32.29</c:v>
                </c:pt>
                <c:pt idx="137">
                  <c:v>57.9</c:v>
                </c:pt>
                <c:pt idx="138">
                  <c:v>57.9</c:v>
                </c:pt>
                <c:pt idx="139">
                  <c:v>57.9</c:v>
                </c:pt>
                <c:pt idx="140">
                  <c:v>57.9</c:v>
                </c:pt>
                <c:pt idx="141">
                  <c:v>57.9</c:v>
                </c:pt>
                <c:pt idx="142">
                  <c:v>57.9</c:v>
                </c:pt>
                <c:pt idx="143">
                  <c:v>12.39</c:v>
                </c:pt>
                <c:pt idx="144">
                  <c:v>12.17</c:v>
                </c:pt>
                <c:pt idx="145">
                  <c:v>26.14</c:v>
                </c:pt>
                <c:pt idx="146">
                  <c:v>17.920000000000002</c:v>
                </c:pt>
                <c:pt idx="147">
                  <c:v>14.33</c:v>
                </c:pt>
                <c:pt idx="148">
                  <c:v>11.49</c:v>
                </c:pt>
                <c:pt idx="149">
                  <c:v>12.42</c:v>
                </c:pt>
                <c:pt idx="150">
                  <c:v>27.52</c:v>
                </c:pt>
                <c:pt idx="151">
                  <c:v>30.5</c:v>
                </c:pt>
                <c:pt idx="152">
                  <c:v>40.35</c:v>
                </c:pt>
                <c:pt idx="153">
                  <c:v>40.65</c:v>
                </c:pt>
                <c:pt idx="154">
                  <c:v>37.020000000000003</c:v>
                </c:pt>
                <c:pt idx="155">
                  <c:v>18.940000000000001</c:v>
                </c:pt>
                <c:pt idx="156">
                  <c:v>24.96</c:v>
                </c:pt>
                <c:pt idx="157">
                  <c:v>35.22</c:v>
                </c:pt>
                <c:pt idx="158">
                  <c:v>12.18</c:v>
                </c:pt>
                <c:pt idx="159">
                  <c:v>23.02</c:v>
                </c:pt>
                <c:pt idx="160">
                  <c:v>16.86</c:v>
                </c:pt>
                <c:pt idx="161">
                  <c:v>11.14</c:v>
                </c:pt>
                <c:pt idx="162">
                  <c:v>8.11</c:v>
                </c:pt>
                <c:pt idx="163">
                  <c:v>11.24</c:v>
                </c:pt>
                <c:pt idx="164">
                  <c:v>31.65</c:v>
                </c:pt>
                <c:pt idx="165">
                  <c:v>8.07</c:v>
                </c:pt>
                <c:pt idx="166">
                  <c:v>24.48</c:v>
                </c:pt>
                <c:pt idx="167">
                  <c:v>7.63</c:v>
                </c:pt>
                <c:pt idx="168">
                  <c:v>9.7100000000000009</c:v>
                </c:pt>
                <c:pt idx="169">
                  <c:v>2.4500000000000002</c:v>
                </c:pt>
                <c:pt idx="170">
                  <c:v>9.4</c:v>
                </c:pt>
                <c:pt idx="171">
                  <c:v>4.83</c:v>
                </c:pt>
                <c:pt idx="172">
                  <c:v>20.25</c:v>
                </c:pt>
                <c:pt idx="173">
                  <c:v>9.69</c:v>
                </c:pt>
                <c:pt idx="174">
                  <c:v>12.73</c:v>
                </c:pt>
                <c:pt idx="175">
                  <c:v>18.18</c:v>
                </c:pt>
                <c:pt idx="176">
                  <c:v>4.84</c:v>
                </c:pt>
                <c:pt idx="177">
                  <c:v>4.84</c:v>
                </c:pt>
                <c:pt idx="178">
                  <c:v>9.26</c:v>
                </c:pt>
                <c:pt idx="179">
                  <c:v>5.89</c:v>
                </c:pt>
                <c:pt idx="180">
                  <c:v>5.24</c:v>
                </c:pt>
                <c:pt idx="181">
                  <c:v>10.3</c:v>
                </c:pt>
                <c:pt idx="182">
                  <c:v>5.19</c:v>
                </c:pt>
                <c:pt idx="183">
                  <c:v>2.36</c:v>
                </c:pt>
                <c:pt idx="184">
                  <c:v>6.01</c:v>
                </c:pt>
                <c:pt idx="185">
                  <c:v>4.4000000000000004</c:v>
                </c:pt>
                <c:pt idx="186">
                  <c:v>11.77</c:v>
                </c:pt>
                <c:pt idx="187">
                  <c:v>8.9600000000000009</c:v>
                </c:pt>
                <c:pt idx="188">
                  <c:v>11.07</c:v>
                </c:pt>
                <c:pt idx="189">
                  <c:v>10.49</c:v>
                </c:pt>
                <c:pt idx="190">
                  <c:v>14.37</c:v>
                </c:pt>
                <c:pt idx="191">
                  <c:v>39.880000000000003</c:v>
                </c:pt>
                <c:pt idx="192">
                  <c:v>25.18</c:v>
                </c:pt>
                <c:pt idx="193">
                  <c:v>32.01</c:v>
                </c:pt>
                <c:pt idx="194">
                  <c:v>57.37</c:v>
                </c:pt>
                <c:pt idx="195">
                  <c:v>14.71</c:v>
                </c:pt>
                <c:pt idx="196">
                  <c:v>4.2</c:v>
                </c:pt>
                <c:pt idx="197">
                  <c:v>3.74</c:v>
                </c:pt>
                <c:pt idx="198">
                  <c:v>12.44</c:v>
                </c:pt>
                <c:pt idx="199">
                  <c:v>3.96</c:v>
                </c:pt>
                <c:pt idx="200">
                  <c:v>2.82</c:v>
                </c:pt>
                <c:pt idx="201">
                  <c:v>10.97</c:v>
                </c:pt>
                <c:pt idx="202">
                  <c:v>3.41</c:v>
                </c:pt>
                <c:pt idx="203">
                  <c:v>3.82</c:v>
                </c:pt>
                <c:pt idx="204">
                  <c:v>4.54</c:v>
                </c:pt>
                <c:pt idx="205">
                  <c:v>1.66</c:v>
                </c:pt>
                <c:pt idx="206">
                  <c:v>1.07</c:v>
                </c:pt>
                <c:pt idx="207">
                  <c:v>2.88</c:v>
                </c:pt>
                <c:pt idx="208">
                  <c:v>13.72</c:v>
                </c:pt>
                <c:pt idx="209">
                  <c:v>2.17</c:v>
                </c:pt>
                <c:pt idx="210">
                  <c:v>16.86</c:v>
                </c:pt>
                <c:pt idx="211">
                  <c:v>2.0099999999999998</c:v>
                </c:pt>
                <c:pt idx="212">
                  <c:v>2.4500000000000002</c:v>
                </c:pt>
                <c:pt idx="213">
                  <c:v>4.07</c:v>
                </c:pt>
                <c:pt idx="214">
                  <c:v>5.26</c:v>
                </c:pt>
                <c:pt idx="215">
                  <c:v>23.67</c:v>
                </c:pt>
                <c:pt idx="216">
                  <c:v>3.28</c:v>
                </c:pt>
                <c:pt idx="217">
                  <c:v>24.13</c:v>
                </c:pt>
                <c:pt idx="218">
                  <c:v>3.19</c:v>
                </c:pt>
                <c:pt idx="219">
                  <c:v>4.07</c:v>
                </c:pt>
                <c:pt idx="220">
                  <c:v>5.33</c:v>
                </c:pt>
                <c:pt idx="221">
                  <c:v>2.85</c:v>
                </c:pt>
                <c:pt idx="222">
                  <c:v>1.61</c:v>
                </c:pt>
                <c:pt idx="223">
                  <c:v>1.66</c:v>
                </c:pt>
                <c:pt idx="224">
                  <c:v>1.73</c:v>
                </c:pt>
                <c:pt idx="225">
                  <c:v>2.2000000000000002</c:v>
                </c:pt>
                <c:pt idx="226">
                  <c:v>2.56</c:v>
                </c:pt>
                <c:pt idx="227">
                  <c:v>2.56</c:v>
                </c:pt>
                <c:pt idx="228">
                  <c:v>2.2599999999999998</c:v>
                </c:pt>
                <c:pt idx="229">
                  <c:v>0.76</c:v>
                </c:pt>
                <c:pt idx="230">
                  <c:v>0.76</c:v>
                </c:pt>
                <c:pt idx="231">
                  <c:v>1.6</c:v>
                </c:pt>
                <c:pt idx="232">
                  <c:v>0.67</c:v>
                </c:pt>
                <c:pt idx="233">
                  <c:v>1.1599999999999999</c:v>
                </c:pt>
                <c:pt idx="234">
                  <c:v>1.3</c:v>
                </c:pt>
                <c:pt idx="235">
                  <c:v>2.58</c:v>
                </c:pt>
                <c:pt idx="236">
                  <c:v>1.03</c:v>
                </c:pt>
                <c:pt idx="237">
                  <c:v>1.61</c:v>
                </c:pt>
                <c:pt idx="238">
                  <c:v>22.35</c:v>
                </c:pt>
                <c:pt idx="239">
                  <c:v>2.7</c:v>
                </c:pt>
                <c:pt idx="240">
                  <c:v>3.82</c:v>
                </c:pt>
                <c:pt idx="241">
                  <c:v>3.72</c:v>
                </c:pt>
                <c:pt idx="242">
                  <c:v>1.91</c:v>
                </c:pt>
                <c:pt idx="243">
                  <c:v>1.79</c:v>
                </c:pt>
                <c:pt idx="244">
                  <c:v>2.39</c:v>
                </c:pt>
                <c:pt idx="245">
                  <c:v>1.51</c:v>
                </c:pt>
                <c:pt idx="246">
                  <c:v>1.45</c:v>
                </c:pt>
                <c:pt idx="247">
                  <c:v>1.49</c:v>
                </c:pt>
                <c:pt idx="248">
                  <c:v>1.54</c:v>
                </c:pt>
                <c:pt idx="249">
                  <c:v>2.82</c:v>
                </c:pt>
                <c:pt idx="250">
                  <c:v>2.82</c:v>
                </c:pt>
                <c:pt idx="251">
                  <c:v>2.82</c:v>
                </c:pt>
                <c:pt idx="252">
                  <c:v>5.6</c:v>
                </c:pt>
                <c:pt idx="253">
                  <c:v>5.6</c:v>
                </c:pt>
                <c:pt idx="254">
                  <c:v>8.2899999999999991</c:v>
                </c:pt>
                <c:pt idx="255">
                  <c:v>15.09</c:v>
                </c:pt>
                <c:pt idx="256">
                  <c:v>7.71</c:v>
                </c:pt>
                <c:pt idx="257">
                  <c:v>6.11</c:v>
                </c:pt>
                <c:pt idx="258">
                  <c:v>7.14</c:v>
                </c:pt>
                <c:pt idx="259">
                  <c:v>34.5</c:v>
                </c:pt>
                <c:pt idx="260">
                  <c:v>13.94</c:v>
                </c:pt>
                <c:pt idx="261">
                  <c:v>1.23</c:v>
                </c:pt>
                <c:pt idx="262">
                  <c:v>0.28999999999999998</c:v>
                </c:pt>
                <c:pt idx="263">
                  <c:v>1.34</c:v>
                </c:pt>
                <c:pt idx="264">
                  <c:v>1.29</c:v>
                </c:pt>
                <c:pt idx="265">
                  <c:v>1.47</c:v>
                </c:pt>
                <c:pt idx="266">
                  <c:v>0.92</c:v>
                </c:pt>
                <c:pt idx="267">
                  <c:v>3.47</c:v>
                </c:pt>
                <c:pt idx="268">
                  <c:v>2.36</c:v>
                </c:pt>
                <c:pt idx="269">
                  <c:v>1.85</c:v>
                </c:pt>
                <c:pt idx="270">
                  <c:v>2.97</c:v>
                </c:pt>
                <c:pt idx="271">
                  <c:v>1.64</c:v>
                </c:pt>
                <c:pt idx="272">
                  <c:v>4.53</c:v>
                </c:pt>
                <c:pt idx="273">
                  <c:v>2.35</c:v>
                </c:pt>
                <c:pt idx="274">
                  <c:v>1.42</c:v>
                </c:pt>
                <c:pt idx="275">
                  <c:v>1.91</c:v>
                </c:pt>
                <c:pt idx="276">
                  <c:v>2.25</c:v>
                </c:pt>
                <c:pt idx="277">
                  <c:v>1.23</c:v>
                </c:pt>
                <c:pt idx="278">
                  <c:v>0.91</c:v>
                </c:pt>
                <c:pt idx="279">
                  <c:v>5.09</c:v>
                </c:pt>
                <c:pt idx="280">
                  <c:v>3.2</c:v>
                </c:pt>
                <c:pt idx="281">
                  <c:v>5.61</c:v>
                </c:pt>
                <c:pt idx="282">
                  <c:v>5.39</c:v>
                </c:pt>
                <c:pt idx="283">
                  <c:v>3.57</c:v>
                </c:pt>
                <c:pt idx="284">
                  <c:v>2.36</c:v>
                </c:pt>
                <c:pt idx="285">
                  <c:v>3.3</c:v>
                </c:pt>
                <c:pt idx="286">
                  <c:v>4.49</c:v>
                </c:pt>
                <c:pt idx="287">
                  <c:v>2.19</c:v>
                </c:pt>
                <c:pt idx="288">
                  <c:v>2.11</c:v>
                </c:pt>
                <c:pt idx="289">
                  <c:v>2</c:v>
                </c:pt>
                <c:pt idx="290">
                  <c:v>2.81</c:v>
                </c:pt>
                <c:pt idx="291">
                  <c:v>12.58</c:v>
                </c:pt>
                <c:pt idx="292">
                  <c:v>2.25</c:v>
                </c:pt>
                <c:pt idx="293">
                  <c:v>1.73</c:v>
                </c:pt>
                <c:pt idx="294">
                  <c:v>2.5499999999999998</c:v>
                </c:pt>
                <c:pt idx="295">
                  <c:v>3.36</c:v>
                </c:pt>
                <c:pt idx="296">
                  <c:v>3.36</c:v>
                </c:pt>
                <c:pt idx="297">
                  <c:v>3.66</c:v>
                </c:pt>
                <c:pt idx="298">
                  <c:v>6.13</c:v>
                </c:pt>
                <c:pt idx="299">
                  <c:v>4.54</c:v>
                </c:pt>
                <c:pt idx="300">
                  <c:v>12.42</c:v>
                </c:pt>
                <c:pt idx="301">
                  <c:v>2.8</c:v>
                </c:pt>
                <c:pt idx="302">
                  <c:v>5.85</c:v>
                </c:pt>
                <c:pt idx="303">
                  <c:v>5.29</c:v>
                </c:pt>
                <c:pt idx="304">
                  <c:v>3.4</c:v>
                </c:pt>
                <c:pt idx="305">
                  <c:v>9.98</c:v>
                </c:pt>
                <c:pt idx="306">
                  <c:v>4.92</c:v>
                </c:pt>
                <c:pt idx="307">
                  <c:v>3.94</c:v>
                </c:pt>
                <c:pt idx="308">
                  <c:v>2.7</c:v>
                </c:pt>
                <c:pt idx="309">
                  <c:v>7.08</c:v>
                </c:pt>
                <c:pt idx="310">
                  <c:v>4.13</c:v>
                </c:pt>
                <c:pt idx="311">
                  <c:v>1.51</c:v>
                </c:pt>
                <c:pt idx="312">
                  <c:v>2.73</c:v>
                </c:pt>
                <c:pt idx="313">
                  <c:v>6.74</c:v>
                </c:pt>
                <c:pt idx="314">
                  <c:v>2.54</c:v>
                </c:pt>
                <c:pt idx="315">
                  <c:v>14.16</c:v>
                </c:pt>
                <c:pt idx="316">
                  <c:v>5.85</c:v>
                </c:pt>
                <c:pt idx="317">
                  <c:v>2.59</c:v>
                </c:pt>
                <c:pt idx="318">
                  <c:v>2.59</c:v>
                </c:pt>
                <c:pt idx="319">
                  <c:v>2.59</c:v>
                </c:pt>
                <c:pt idx="320">
                  <c:v>2.59</c:v>
                </c:pt>
                <c:pt idx="321">
                  <c:v>2.59</c:v>
                </c:pt>
                <c:pt idx="322">
                  <c:v>1.28</c:v>
                </c:pt>
                <c:pt idx="323">
                  <c:v>3.06</c:v>
                </c:pt>
                <c:pt idx="324">
                  <c:v>4.12</c:v>
                </c:pt>
                <c:pt idx="325">
                  <c:v>2.68</c:v>
                </c:pt>
                <c:pt idx="326">
                  <c:v>7.7</c:v>
                </c:pt>
                <c:pt idx="327">
                  <c:v>1.6</c:v>
                </c:pt>
                <c:pt idx="328">
                  <c:v>1.24</c:v>
                </c:pt>
                <c:pt idx="329">
                  <c:v>0.77</c:v>
                </c:pt>
                <c:pt idx="330">
                  <c:v>0.92</c:v>
                </c:pt>
                <c:pt idx="331">
                  <c:v>1.6</c:v>
                </c:pt>
                <c:pt idx="332">
                  <c:v>1.6</c:v>
                </c:pt>
                <c:pt idx="333">
                  <c:v>1.75</c:v>
                </c:pt>
                <c:pt idx="334">
                  <c:v>3.08</c:v>
                </c:pt>
                <c:pt idx="335">
                  <c:v>3.72</c:v>
                </c:pt>
                <c:pt idx="336">
                  <c:v>3.83</c:v>
                </c:pt>
                <c:pt idx="337">
                  <c:v>1.01</c:v>
                </c:pt>
                <c:pt idx="338">
                  <c:v>1.29</c:v>
                </c:pt>
                <c:pt idx="339">
                  <c:v>1.29</c:v>
                </c:pt>
                <c:pt idx="340">
                  <c:v>1.29</c:v>
                </c:pt>
                <c:pt idx="341">
                  <c:v>1.6</c:v>
                </c:pt>
                <c:pt idx="342">
                  <c:v>2.85</c:v>
                </c:pt>
                <c:pt idx="343">
                  <c:v>3.03</c:v>
                </c:pt>
                <c:pt idx="344">
                  <c:v>3.03</c:v>
                </c:pt>
                <c:pt idx="345">
                  <c:v>8.73</c:v>
                </c:pt>
                <c:pt idx="346">
                  <c:v>3.42</c:v>
                </c:pt>
                <c:pt idx="347">
                  <c:v>1.81</c:v>
                </c:pt>
                <c:pt idx="348">
                  <c:v>9.9700000000000006</c:v>
                </c:pt>
                <c:pt idx="349">
                  <c:v>8.36</c:v>
                </c:pt>
                <c:pt idx="350">
                  <c:v>8.2799999999999994</c:v>
                </c:pt>
                <c:pt idx="351">
                  <c:v>4.03</c:v>
                </c:pt>
                <c:pt idx="352">
                  <c:v>3.69</c:v>
                </c:pt>
                <c:pt idx="353">
                  <c:v>3.96</c:v>
                </c:pt>
                <c:pt idx="354">
                  <c:v>2.39</c:v>
                </c:pt>
                <c:pt idx="355">
                  <c:v>5.7</c:v>
                </c:pt>
                <c:pt idx="356">
                  <c:v>2.8</c:v>
                </c:pt>
                <c:pt idx="357">
                  <c:v>4.1100000000000003</c:v>
                </c:pt>
                <c:pt idx="358">
                  <c:v>7.29</c:v>
                </c:pt>
                <c:pt idx="359">
                  <c:v>3.99</c:v>
                </c:pt>
                <c:pt idx="360">
                  <c:v>3.97</c:v>
                </c:pt>
                <c:pt idx="361">
                  <c:v>3.18</c:v>
                </c:pt>
                <c:pt idx="362">
                  <c:v>1.35</c:v>
                </c:pt>
                <c:pt idx="363">
                  <c:v>5.08</c:v>
                </c:pt>
                <c:pt idx="364">
                  <c:v>2.4300000000000002</c:v>
                </c:pt>
                <c:pt idx="365">
                  <c:v>4.37</c:v>
                </c:pt>
                <c:pt idx="366">
                  <c:v>5.12</c:v>
                </c:pt>
                <c:pt idx="367">
                  <c:v>5.17</c:v>
                </c:pt>
                <c:pt idx="368">
                  <c:v>4.6399999999999997</c:v>
                </c:pt>
                <c:pt idx="369">
                  <c:v>6.94</c:v>
                </c:pt>
                <c:pt idx="370">
                  <c:v>12.91</c:v>
                </c:pt>
                <c:pt idx="371">
                  <c:v>9.56</c:v>
                </c:pt>
                <c:pt idx="372">
                  <c:v>9.23</c:v>
                </c:pt>
                <c:pt idx="373">
                  <c:v>8.08</c:v>
                </c:pt>
                <c:pt idx="374">
                  <c:v>14.21</c:v>
                </c:pt>
                <c:pt idx="375">
                  <c:v>14.49</c:v>
                </c:pt>
                <c:pt idx="376">
                  <c:v>9.69</c:v>
                </c:pt>
                <c:pt idx="377">
                  <c:v>8</c:v>
                </c:pt>
                <c:pt idx="378">
                  <c:v>25.75</c:v>
                </c:pt>
                <c:pt idx="379">
                  <c:v>7.75</c:v>
                </c:pt>
                <c:pt idx="380">
                  <c:v>24.52</c:v>
                </c:pt>
                <c:pt idx="381">
                  <c:v>5.18</c:v>
                </c:pt>
                <c:pt idx="382">
                  <c:v>8.4600000000000009</c:v>
                </c:pt>
                <c:pt idx="383">
                  <c:v>6.78</c:v>
                </c:pt>
                <c:pt idx="384">
                  <c:v>5.03</c:v>
                </c:pt>
                <c:pt idx="385">
                  <c:v>8.9600000000000009</c:v>
                </c:pt>
                <c:pt idx="386">
                  <c:v>16.75</c:v>
                </c:pt>
                <c:pt idx="387">
                  <c:v>32.03</c:v>
                </c:pt>
                <c:pt idx="388">
                  <c:v>52.21</c:v>
                </c:pt>
                <c:pt idx="389">
                  <c:v>6.63</c:v>
                </c:pt>
                <c:pt idx="390">
                  <c:v>9.69</c:v>
                </c:pt>
                <c:pt idx="391">
                  <c:v>10.75</c:v>
                </c:pt>
                <c:pt idx="392">
                  <c:v>12.88</c:v>
                </c:pt>
                <c:pt idx="393">
                  <c:v>5.15</c:v>
                </c:pt>
                <c:pt idx="394">
                  <c:v>4.88</c:v>
                </c:pt>
                <c:pt idx="395">
                  <c:v>9.4600000000000009</c:v>
                </c:pt>
                <c:pt idx="396">
                  <c:v>5.73</c:v>
                </c:pt>
                <c:pt idx="397">
                  <c:v>8.76</c:v>
                </c:pt>
                <c:pt idx="398">
                  <c:v>4.92</c:v>
                </c:pt>
                <c:pt idx="399">
                  <c:v>4.92</c:v>
                </c:pt>
                <c:pt idx="400">
                  <c:v>29.12</c:v>
                </c:pt>
                <c:pt idx="401">
                  <c:v>4.4000000000000004</c:v>
                </c:pt>
                <c:pt idx="402">
                  <c:v>4.3600000000000003</c:v>
                </c:pt>
                <c:pt idx="403">
                  <c:v>4.3600000000000003</c:v>
                </c:pt>
                <c:pt idx="404">
                  <c:v>6.5</c:v>
                </c:pt>
                <c:pt idx="405">
                  <c:v>6.5</c:v>
                </c:pt>
                <c:pt idx="406">
                  <c:v>4.8499999999999996</c:v>
                </c:pt>
                <c:pt idx="407">
                  <c:v>11.24</c:v>
                </c:pt>
                <c:pt idx="408">
                  <c:v>3.33</c:v>
                </c:pt>
                <c:pt idx="409">
                  <c:v>4.6500000000000004</c:v>
                </c:pt>
                <c:pt idx="410">
                  <c:v>11.15</c:v>
                </c:pt>
                <c:pt idx="411">
                  <c:v>5.35</c:v>
                </c:pt>
                <c:pt idx="412">
                  <c:v>13.19</c:v>
                </c:pt>
                <c:pt idx="413">
                  <c:v>3.85</c:v>
                </c:pt>
                <c:pt idx="414">
                  <c:v>3.85</c:v>
                </c:pt>
                <c:pt idx="415">
                  <c:v>3.85</c:v>
                </c:pt>
                <c:pt idx="416">
                  <c:v>3.85</c:v>
                </c:pt>
                <c:pt idx="417">
                  <c:v>5.29</c:v>
                </c:pt>
                <c:pt idx="418">
                  <c:v>4.18</c:v>
                </c:pt>
                <c:pt idx="419">
                  <c:v>4.88</c:v>
                </c:pt>
                <c:pt idx="420">
                  <c:v>5.03</c:v>
                </c:pt>
                <c:pt idx="421">
                  <c:v>15.52</c:v>
                </c:pt>
                <c:pt idx="422">
                  <c:v>7.94</c:v>
                </c:pt>
                <c:pt idx="423">
                  <c:v>20.85</c:v>
                </c:pt>
                <c:pt idx="424">
                  <c:v>8.66</c:v>
                </c:pt>
                <c:pt idx="425">
                  <c:v>13.3</c:v>
                </c:pt>
                <c:pt idx="426">
                  <c:v>12.1</c:v>
                </c:pt>
                <c:pt idx="427">
                  <c:v>12.64</c:v>
                </c:pt>
                <c:pt idx="428">
                  <c:v>22.99</c:v>
                </c:pt>
                <c:pt idx="429">
                  <c:v>31.78</c:v>
                </c:pt>
                <c:pt idx="430">
                  <c:v>10.58</c:v>
                </c:pt>
                <c:pt idx="431">
                  <c:v>5.19</c:v>
                </c:pt>
                <c:pt idx="432">
                  <c:v>19.25</c:v>
                </c:pt>
                <c:pt idx="433">
                  <c:v>11.05</c:v>
                </c:pt>
                <c:pt idx="434">
                  <c:v>19.78</c:v>
                </c:pt>
                <c:pt idx="435">
                  <c:v>9.3699999999999992</c:v>
                </c:pt>
                <c:pt idx="436">
                  <c:v>7.43</c:v>
                </c:pt>
                <c:pt idx="437">
                  <c:v>7.67</c:v>
                </c:pt>
                <c:pt idx="438">
                  <c:v>7.67</c:v>
                </c:pt>
                <c:pt idx="439">
                  <c:v>3.82</c:v>
                </c:pt>
                <c:pt idx="440">
                  <c:v>7.91</c:v>
                </c:pt>
                <c:pt idx="441">
                  <c:v>6.75</c:v>
                </c:pt>
                <c:pt idx="442">
                  <c:v>12.49</c:v>
                </c:pt>
                <c:pt idx="443">
                  <c:v>10.48</c:v>
                </c:pt>
                <c:pt idx="444">
                  <c:v>17.48</c:v>
                </c:pt>
                <c:pt idx="445">
                  <c:v>27.63</c:v>
                </c:pt>
                <c:pt idx="446">
                  <c:v>20.89</c:v>
                </c:pt>
                <c:pt idx="447">
                  <c:v>9.68</c:v>
                </c:pt>
                <c:pt idx="448">
                  <c:v>9.9600000000000009</c:v>
                </c:pt>
                <c:pt idx="449">
                  <c:v>8.9700000000000006</c:v>
                </c:pt>
                <c:pt idx="450">
                  <c:v>9.0500000000000007</c:v>
                </c:pt>
                <c:pt idx="451">
                  <c:v>22.56</c:v>
                </c:pt>
                <c:pt idx="452">
                  <c:v>17.14</c:v>
                </c:pt>
                <c:pt idx="453">
                  <c:v>20.37</c:v>
                </c:pt>
                <c:pt idx="454">
                  <c:v>13.75</c:v>
                </c:pt>
                <c:pt idx="455">
                  <c:v>35.01</c:v>
                </c:pt>
                <c:pt idx="456">
                  <c:v>11.74</c:v>
                </c:pt>
                <c:pt idx="457">
                  <c:v>20.13</c:v>
                </c:pt>
                <c:pt idx="458">
                  <c:v>26.62</c:v>
                </c:pt>
                <c:pt idx="459">
                  <c:v>28.63</c:v>
                </c:pt>
                <c:pt idx="460">
                  <c:v>23.64</c:v>
                </c:pt>
                <c:pt idx="461">
                  <c:v>10.25</c:v>
                </c:pt>
                <c:pt idx="462">
                  <c:v>19.96</c:v>
                </c:pt>
                <c:pt idx="463">
                  <c:v>27.82</c:v>
                </c:pt>
                <c:pt idx="464">
                  <c:v>33.69</c:v>
                </c:pt>
                <c:pt idx="465">
                  <c:v>16.78</c:v>
                </c:pt>
                <c:pt idx="466">
                  <c:v>26.58</c:v>
                </c:pt>
                <c:pt idx="467">
                  <c:v>56.85</c:v>
                </c:pt>
                <c:pt idx="468">
                  <c:v>43.78</c:v>
                </c:pt>
                <c:pt idx="469">
                  <c:v>56.91</c:v>
                </c:pt>
                <c:pt idx="470">
                  <c:v>102.03</c:v>
                </c:pt>
                <c:pt idx="471">
                  <c:v>24.39</c:v>
                </c:pt>
                <c:pt idx="472">
                  <c:v>20.21</c:v>
                </c:pt>
                <c:pt idx="473">
                  <c:v>38.9</c:v>
                </c:pt>
                <c:pt idx="474">
                  <c:v>32.1</c:v>
                </c:pt>
                <c:pt idx="475">
                  <c:v>32.46</c:v>
                </c:pt>
                <c:pt idx="476">
                  <c:v>43.63</c:v>
                </c:pt>
                <c:pt idx="477">
                  <c:v>32.82</c:v>
                </c:pt>
                <c:pt idx="478">
                  <c:v>36.39</c:v>
                </c:pt>
                <c:pt idx="479">
                  <c:v>26.56</c:v>
                </c:pt>
                <c:pt idx="480">
                  <c:v>13.41</c:v>
                </c:pt>
                <c:pt idx="481">
                  <c:v>35.729999999999997</c:v>
                </c:pt>
                <c:pt idx="482">
                  <c:v>45.6</c:v>
                </c:pt>
                <c:pt idx="483">
                  <c:v>71.47</c:v>
                </c:pt>
                <c:pt idx="484">
                  <c:v>49.93</c:v>
                </c:pt>
                <c:pt idx="485">
                  <c:v>167.46</c:v>
                </c:pt>
                <c:pt idx="486">
                  <c:v>19.79</c:v>
                </c:pt>
                <c:pt idx="487">
                  <c:v>25.87</c:v>
                </c:pt>
                <c:pt idx="488">
                  <c:v>25.87</c:v>
                </c:pt>
                <c:pt idx="489">
                  <c:v>17.87</c:v>
                </c:pt>
                <c:pt idx="490">
                  <c:v>58.29</c:v>
                </c:pt>
                <c:pt idx="491">
                  <c:v>44.15</c:v>
                </c:pt>
                <c:pt idx="492">
                  <c:v>56.91</c:v>
                </c:pt>
                <c:pt idx="493">
                  <c:v>24.45</c:v>
                </c:pt>
                <c:pt idx="494">
                  <c:v>45.44</c:v>
                </c:pt>
                <c:pt idx="495">
                  <c:v>43.19</c:v>
                </c:pt>
                <c:pt idx="496">
                  <c:v>84.18</c:v>
                </c:pt>
                <c:pt idx="497">
                  <c:v>114.7</c:v>
                </c:pt>
                <c:pt idx="498">
                  <c:v>26.87</c:v>
                </c:pt>
                <c:pt idx="499">
                  <c:v>74.22</c:v>
                </c:pt>
                <c:pt idx="500">
                  <c:v>24.31</c:v>
                </c:pt>
                <c:pt idx="501">
                  <c:v>41</c:v>
                </c:pt>
                <c:pt idx="502">
                  <c:v>113.33</c:v>
                </c:pt>
                <c:pt idx="503">
                  <c:v>190.85</c:v>
                </c:pt>
                <c:pt idx="504">
                  <c:v>190.85</c:v>
                </c:pt>
                <c:pt idx="505">
                  <c:v>79.33</c:v>
                </c:pt>
                <c:pt idx="506">
                  <c:v>79.06</c:v>
                </c:pt>
                <c:pt idx="507">
                  <c:v>80.010000000000005</c:v>
                </c:pt>
                <c:pt idx="508">
                  <c:v>67.069999999999993</c:v>
                </c:pt>
                <c:pt idx="509">
                  <c:v>284.3</c:v>
                </c:pt>
                <c:pt idx="510">
                  <c:v>113.71</c:v>
                </c:pt>
                <c:pt idx="511">
                  <c:v>113.71</c:v>
                </c:pt>
                <c:pt idx="512">
                  <c:v>62.13</c:v>
                </c:pt>
                <c:pt idx="513">
                  <c:v>46.43</c:v>
                </c:pt>
                <c:pt idx="514">
                  <c:v>46.43</c:v>
                </c:pt>
                <c:pt idx="515">
                  <c:v>86.54</c:v>
                </c:pt>
                <c:pt idx="516">
                  <c:v>110.18</c:v>
                </c:pt>
                <c:pt idx="517">
                  <c:v>54.49</c:v>
                </c:pt>
                <c:pt idx="518">
                  <c:v>55.24</c:v>
                </c:pt>
                <c:pt idx="519">
                  <c:v>17.649999999999999</c:v>
                </c:pt>
                <c:pt idx="520">
                  <c:v>39.76</c:v>
                </c:pt>
                <c:pt idx="521">
                  <c:v>55.06</c:v>
                </c:pt>
                <c:pt idx="522">
                  <c:v>65.45</c:v>
                </c:pt>
                <c:pt idx="523">
                  <c:v>37.200000000000003</c:v>
                </c:pt>
                <c:pt idx="524">
                  <c:v>29.37</c:v>
                </c:pt>
                <c:pt idx="525">
                  <c:v>41.35</c:v>
                </c:pt>
                <c:pt idx="526">
                  <c:v>37.159999999999997</c:v>
                </c:pt>
                <c:pt idx="527">
                  <c:v>36.85</c:v>
                </c:pt>
                <c:pt idx="528">
                  <c:v>53</c:v>
                </c:pt>
                <c:pt idx="529">
                  <c:v>53</c:v>
                </c:pt>
                <c:pt idx="530">
                  <c:v>85.8</c:v>
                </c:pt>
                <c:pt idx="531">
                  <c:v>169.02</c:v>
                </c:pt>
                <c:pt idx="532">
                  <c:v>172.87</c:v>
                </c:pt>
                <c:pt idx="533">
                  <c:v>62.47</c:v>
                </c:pt>
                <c:pt idx="534">
                  <c:v>33.56</c:v>
                </c:pt>
                <c:pt idx="535">
                  <c:v>36.299999999999997</c:v>
                </c:pt>
                <c:pt idx="536">
                  <c:v>37.54</c:v>
                </c:pt>
                <c:pt idx="537">
                  <c:v>56.6</c:v>
                </c:pt>
                <c:pt idx="538">
                  <c:v>29.15</c:v>
                </c:pt>
                <c:pt idx="539">
                  <c:v>45.88</c:v>
                </c:pt>
                <c:pt idx="540">
                  <c:v>52.36</c:v>
                </c:pt>
                <c:pt idx="541">
                  <c:v>41.31</c:v>
                </c:pt>
                <c:pt idx="542">
                  <c:v>146.47</c:v>
                </c:pt>
                <c:pt idx="543">
                  <c:v>53.32</c:v>
                </c:pt>
                <c:pt idx="544">
                  <c:v>67.900000000000006</c:v>
                </c:pt>
                <c:pt idx="545">
                  <c:v>215.72</c:v>
                </c:pt>
                <c:pt idx="546">
                  <c:v>24.74</c:v>
                </c:pt>
                <c:pt idx="547">
                  <c:v>26.92</c:v>
                </c:pt>
                <c:pt idx="548">
                  <c:v>43.48</c:v>
                </c:pt>
                <c:pt idx="549">
                  <c:v>60.37</c:v>
                </c:pt>
                <c:pt idx="550">
                  <c:v>40.18</c:v>
                </c:pt>
                <c:pt idx="551">
                  <c:v>51.37</c:v>
                </c:pt>
                <c:pt idx="552">
                  <c:v>48.33</c:v>
                </c:pt>
                <c:pt idx="553">
                  <c:v>34.08</c:v>
                </c:pt>
                <c:pt idx="554">
                  <c:v>44.7</c:v>
                </c:pt>
                <c:pt idx="555">
                  <c:v>100.96</c:v>
                </c:pt>
                <c:pt idx="556">
                  <c:v>64.2</c:v>
                </c:pt>
                <c:pt idx="557">
                  <c:v>64.2</c:v>
                </c:pt>
                <c:pt idx="558">
                  <c:v>154.30000000000001</c:v>
                </c:pt>
                <c:pt idx="559">
                  <c:v>155.72</c:v>
                </c:pt>
                <c:pt idx="560">
                  <c:v>30.08</c:v>
                </c:pt>
                <c:pt idx="561">
                  <c:v>26.39</c:v>
                </c:pt>
                <c:pt idx="562">
                  <c:v>55.8</c:v>
                </c:pt>
                <c:pt idx="563">
                  <c:v>20.260000000000002</c:v>
                </c:pt>
                <c:pt idx="564">
                  <c:v>44.96</c:v>
                </c:pt>
                <c:pt idx="565">
                  <c:v>60.18</c:v>
                </c:pt>
                <c:pt idx="566">
                  <c:v>36.700000000000003</c:v>
                </c:pt>
                <c:pt idx="567">
                  <c:v>64.900000000000006</c:v>
                </c:pt>
                <c:pt idx="568">
                  <c:v>186.63</c:v>
                </c:pt>
                <c:pt idx="569">
                  <c:v>72.37</c:v>
                </c:pt>
                <c:pt idx="570">
                  <c:v>12.5</c:v>
                </c:pt>
                <c:pt idx="571">
                  <c:v>12.5</c:v>
                </c:pt>
                <c:pt idx="572">
                  <c:v>12.5</c:v>
                </c:pt>
                <c:pt idx="573">
                  <c:v>7.32</c:v>
                </c:pt>
                <c:pt idx="574">
                  <c:v>17.04</c:v>
                </c:pt>
                <c:pt idx="575">
                  <c:v>10.85</c:v>
                </c:pt>
                <c:pt idx="576">
                  <c:v>13.13</c:v>
                </c:pt>
                <c:pt idx="577">
                  <c:v>9.92</c:v>
                </c:pt>
                <c:pt idx="578">
                  <c:v>14.22</c:v>
                </c:pt>
                <c:pt idx="579">
                  <c:v>12.9</c:v>
                </c:pt>
                <c:pt idx="580">
                  <c:v>29.22</c:v>
                </c:pt>
                <c:pt idx="581">
                  <c:v>13.37</c:v>
                </c:pt>
                <c:pt idx="582">
                  <c:v>14.96</c:v>
                </c:pt>
                <c:pt idx="583">
                  <c:v>14.56</c:v>
                </c:pt>
                <c:pt idx="584">
                  <c:v>31.19</c:v>
                </c:pt>
                <c:pt idx="585">
                  <c:v>54.74</c:v>
                </c:pt>
                <c:pt idx="586">
                  <c:v>12.46</c:v>
                </c:pt>
                <c:pt idx="587">
                  <c:v>7.51</c:v>
                </c:pt>
                <c:pt idx="588">
                  <c:v>6.21</c:v>
                </c:pt>
                <c:pt idx="589">
                  <c:v>5.12</c:v>
                </c:pt>
                <c:pt idx="590">
                  <c:v>4.46</c:v>
                </c:pt>
                <c:pt idx="591">
                  <c:v>5.72</c:v>
                </c:pt>
                <c:pt idx="592">
                  <c:v>3.94</c:v>
                </c:pt>
                <c:pt idx="593">
                  <c:v>5.13</c:v>
                </c:pt>
                <c:pt idx="594">
                  <c:v>8.3000000000000007</c:v>
                </c:pt>
                <c:pt idx="595">
                  <c:v>10.09</c:v>
                </c:pt>
                <c:pt idx="596">
                  <c:v>8.3000000000000007</c:v>
                </c:pt>
                <c:pt idx="597">
                  <c:v>8.83</c:v>
                </c:pt>
                <c:pt idx="598">
                  <c:v>13.25</c:v>
                </c:pt>
                <c:pt idx="599">
                  <c:v>16.329999999999998</c:v>
                </c:pt>
                <c:pt idx="600">
                  <c:v>16.16</c:v>
                </c:pt>
                <c:pt idx="601">
                  <c:v>16.16</c:v>
                </c:pt>
                <c:pt idx="602">
                  <c:v>16.16</c:v>
                </c:pt>
                <c:pt idx="603">
                  <c:v>12.51</c:v>
                </c:pt>
                <c:pt idx="604">
                  <c:v>33.130000000000003</c:v>
                </c:pt>
                <c:pt idx="605">
                  <c:v>34.93</c:v>
                </c:pt>
                <c:pt idx="606">
                  <c:v>34.93</c:v>
                </c:pt>
                <c:pt idx="607">
                  <c:v>15.99</c:v>
                </c:pt>
                <c:pt idx="608">
                  <c:v>8.86</c:v>
                </c:pt>
                <c:pt idx="609">
                  <c:v>16.53</c:v>
                </c:pt>
                <c:pt idx="610">
                  <c:v>13.64</c:v>
                </c:pt>
                <c:pt idx="611">
                  <c:v>11.63</c:v>
                </c:pt>
                <c:pt idx="612">
                  <c:v>12.43</c:v>
                </c:pt>
                <c:pt idx="613">
                  <c:v>3.14</c:v>
                </c:pt>
                <c:pt idx="614">
                  <c:v>11.76</c:v>
                </c:pt>
                <c:pt idx="615">
                  <c:v>5.03</c:v>
                </c:pt>
                <c:pt idx="616">
                  <c:v>30.5</c:v>
                </c:pt>
                <c:pt idx="617">
                  <c:v>2.57</c:v>
                </c:pt>
                <c:pt idx="618">
                  <c:v>2.84</c:v>
                </c:pt>
                <c:pt idx="619">
                  <c:v>2.69</c:v>
                </c:pt>
                <c:pt idx="620">
                  <c:v>2.17</c:v>
                </c:pt>
                <c:pt idx="621">
                  <c:v>17.43</c:v>
                </c:pt>
                <c:pt idx="622">
                  <c:v>5.42</c:v>
                </c:pt>
                <c:pt idx="623">
                  <c:v>4.88</c:v>
                </c:pt>
                <c:pt idx="624">
                  <c:v>2.97</c:v>
                </c:pt>
                <c:pt idx="625">
                  <c:v>3.03</c:v>
                </c:pt>
                <c:pt idx="626">
                  <c:v>1.84</c:v>
                </c:pt>
                <c:pt idx="627">
                  <c:v>2.75</c:v>
                </c:pt>
                <c:pt idx="628">
                  <c:v>2.06</c:v>
                </c:pt>
                <c:pt idx="629">
                  <c:v>3</c:v>
                </c:pt>
                <c:pt idx="630">
                  <c:v>4.97</c:v>
                </c:pt>
                <c:pt idx="631">
                  <c:v>8.57</c:v>
                </c:pt>
                <c:pt idx="632">
                  <c:v>22.58</c:v>
                </c:pt>
                <c:pt idx="633">
                  <c:v>10.7</c:v>
                </c:pt>
                <c:pt idx="634">
                  <c:v>8.77</c:v>
                </c:pt>
                <c:pt idx="635">
                  <c:v>4.9400000000000004</c:v>
                </c:pt>
                <c:pt idx="636">
                  <c:v>18.57</c:v>
                </c:pt>
                <c:pt idx="637">
                  <c:v>2.39</c:v>
                </c:pt>
                <c:pt idx="638">
                  <c:v>15.48</c:v>
                </c:pt>
                <c:pt idx="639">
                  <c:v>5.64</c:v>
                </c:pt>
                <c:pt idx="640">
                  <c:v>6.24</c:v>
                </c:pt>
                <c:pt idx="641">
                  <c:v>1.1000000000000001</c:v>
                </c:pt>
                <c:pt idx="642">
                  <c:v>3.24</c:v>
                </c:pt>
                <c:pt idx="643">
                  <c:v>8.2200000000000006</c:v>
                </c:pt>
                <c:pt idx="644">
                  <c:v>12.93</c:v>
                </c:pt>
                <c:pt idx="645">
                  <c:v>0.59</c:v>
                </c:pt>
                <c:pt idx="646">
                  <c:v>1.1399999999999999</c:v>
                </c:pt>
                <c:pt idx="647">
                  <c:v>5.69</c:v>
                </c:pt>
                <c:pt idx="648">
                  <c:v>1.08</c:v>
                </c:pt>
                <c:pt idx="649">
                  <c:v>2.88</c:v>
                </c:pt>
                <c:pt idx="650">
                  <c:v>4.4400000000000004</c:v>
                </c:pt>
                <c:pt idx="651">
                  <c:v>3</c:v>
                </c:pt>
                <c:pt idx="652">
                  <c:v>6.31</c:v>
                </c:pt>
                <c:pt idx="653">
                  <c:v>3.49</c:v>
                </c:pt>
                <c:pt idx="654">
                  <c:v>6.61</c:v>
                </c:pt>
                <c:pt idx="655">
                  <c:v>6.46</c:v>
                </c:pt>
                <c:pt idx="656">
                  <c:v>3.29</c:v>
                </c:pt>
                <c:pt idx="657">
                  <c:v>5.63</c:v>
                </c:pt>
                <c:pt idx="658">
                  <c:v>2.65</c:v>
                </c:pt>
                <c:pt idx="659">
                  <c:v>43.32</c:v>
                </c:pt>
                <c:pt idx="660">
                  <c:v>7.12</c:v>
                </c:pt>
                <c:pt idx="661">
                  <c:v>7.12</c:v>
                </c:pt>
                <c:pt idx="662">
                  <c:v>9.34</c:v>
                </c:pt>
                <c:pt idx="663">
                  <c:v>55.89</c:v>
                </c:pt>
                <c:pt idx="664">
                  <c:v>2.48</c:v>
                </c:pt>
                <c:pt idx="665">
                  <c:v>2.48</c:v>
                </c:pt>
                <c:pt idx="666">
                  <c:v>2.48</c:v>
                </c:pt>
                <c:pt idx="667">
                  <c:v>2.48</c:v>
                </c:pt>
                <c:pt idx="668">
                  <c:v>2.48</c:v>
                </c:pt>
                <c:pt idx="669">
                  <c:v>6.05</c:v>
                </c:pt>
                <c:pt idx="670">
                  <c:v>6.7</c:v>
                </c:pt>
                <c:pt idx="671">
                  <c:v>4.09</c:v>
                </c:pt>
                <c:pt idx="672">
                  <c:v>7.04</c:v>
                </c:pt>
                <c:pt idx="673">
                  <c:v>14.24</c:v>
                </c:pt>
                <c:pt idx="674">
                  <c:v>5.25</c:v>
                </c:pt>
                <c:pt idx="675">
                  <c:v>6.75</c:v>
                </c:pt>
                <c:pt idx="676">
                  <c:v>34.01</c:v>
                </c:pt>
                <c:pt idx="677">
                  <c:v>43.96</c:v>
                </c:pt>
                <c:pt idx="678">
                  <c:v>4.29</c:v>
                </c:pt>
                <c:pt idx="679">
                  <c:v>3.9</c:v>
                </c:pt>
                <c:pt idx="680">
                  <c:v>27.61</c:v>
                </c:pt>
                <c:pt idx="681">
                  <c:v>17.61</c:v>
                </c:pt>
                <c:pt idx="682">
                  <c:v>5.97</c:v>
                </c:pt>
                <c:pt idx="683">
                  <c:v>7.16</c:v>
                </c:pt>
                <c:pt idx="684">
                  <c:v>18.29</c:v>
                </c:pt>
                <c:pt idx="685">
                  <c:v>6.02</c:v>
                </c:pt>
                <c:pt idx="686">
                  <c:v>32.43</c:v>
                </c:pt>
                <c:pt idx="687">
                  <c:v>5.9</c:v>
                </c:pt>
                <c:pt idx="688">
                  <c:v>56.05</c:v>
                </c:pt>
                <c:pt idx="689">
                  <c:v>22.77</c:v>
                </c:pt>
                <c:pt idx="690">
                  <c:v>32.340000000000003</c:v>
                </c:pt>
                <c:pt idx="691">
                  <c:v>29.8</c:v>
                </c:pt>
                <c:pt idx="692">
                  <c:v>30.26</c:v>
                </c:pt>
                <c:pt idx="693">
                  <c:v>29.36</c:v>
                </c:pt>
                <c:pt idx="694">
                  <c:v>9.81</c:v>
                </c:pt>
                <c:pt idx="695">
                  <c:v>6.64</c:v>
                </c:pt>
                <c:pt idx="696">
                  <c:v>10.25</c:v>
                </c:pt>
                <c:pt idx="697">
                  <c:v>9.31</c:v>
                </c:pt>
                <c:pt idx="698">
                  <c:v>6.79</c:v>
                </c:pt>
                <c:pt idx="699">
                  <c:v>9.0399999999999991</c:v>
                </c:pt>
                <c:pt idx="700">
                  <c:v>9.0399999999999991</c:v>
                </c:pt>
                <c:pt idx="701">
                  <c:v>11.15</c:v>
                </c:pt>
                <c:pt idx="702">
                  <c:v>25.18</c:v>
                </c:pt>
                <c:pt idx="703">
                  <c:v>6.1</c:v>
                </c:pt>
                <c:pt idx="704">
                  <c:v>6.74</c:v>
                </c:pt>
                <c:pt idx="705">
                  <c:v>7.22</c:v>
                </c:pt>
                <c:pt idx="706">
                  <c:v>8.08</c:v>
                </c:pt>
                <c:pt idx="707">
                  <c:v>11.53</c:v>
                </c:pt>
                <c:pt idx="708">
                  <c:v>15.81</c:v>
                </c:pt>
                <c:pt idx="709">
                  <c:v>9.84</c:v>
                </c:pt>
                <c:pt idx="710">
                  <c:v>7.52</c:v>
                </c:pt>
                <c:pt idx="711">
                  <c:v>15.56</c:v>
                </c:pt>
                <c:pt idx="712">
                  <c:v>16.510000000000002</c:v>
                </c:pt>
                <c:pt idx="713">
                  <c:v>17.09</c:v>
                </c:pt>
                <c:pt idx="714">
                  <c:v>13.07</c:v>
                </c:pt>
                <c:pt idx="715">
                  <c:v>12.83</c:v>
                </c:pt>
                <c:pt idx="716">
                  <c:v>14.81</c:v>
                </c:pt>
                <c:pt idx="717">
                  <c:v>27.47</c:v>
                </c:pt>
                <c:pt idx="718">
                  <c:v>41.58</c:v>
                </c:pt>
                <c:pt idx="719">
                  <c:v>21.14</c:v>
                </c:pt>
                <c:pt idx="720">
                  <c:v>17.18</c:v>
                </c:pt>
                <c:pt idx="721">
                  <c:v>52.27</c:v>
                </c:pt>
                <c:pt idx="722">
                  <c:v>43.89</c:v>
                </c:pt>
                <c:pt idx="723">
                  <c:v>6.95</c:v>
                </c:pt>
                <c:pt idx="724">
                  <c:v>6.17</c:v>
                </c:pt>
                <c:pt idx="725">
                  <c:v>7.64</c:v>
                </c:pt>
                <c:pt idx="726">
                  <c:v>9.1300000000000008</c:v>
                </c:pt>
                <c:pt idx="727">
                  <c:v>22.72</c:v>
                </c:pt>
                <c:pt idx="728">
                  <c:v>73.31</c:v>
                </c:pt>
                <c:pt idx="729">
                  <c:v>26.91</c:v>
                </c:pt>
                <c:pt idx="730">
                  <c:v>6.19</c:v>
                </c:pt>
                <c:pt idx="731">
                  <c:v>4.66</c:v>
                </c:pt>
                <c:pt idx="732">
                  <c:v>5.1100000000000003</c:v>
                </c:pt>
                <c:pt idx="733">
                  <c:v>4.2300000000000004</c:v>
                </c:pt>
                <c:pt idx="734">
                  <c:v>14.06</c:v>
                </c:pt>
                <c:pt idx="735">
                  <c:v>10.61</c:v>
                </c:pt>
                <c:pt idx="736">
                  <c:v>8.5</c:v>
                </c:pt>
                <c:pt idx="737">
                  <c:v>8.4600000000000009</c:v>
                </c:pt>
                <c:pt idx="738">
                  <c:v>5.53</c:v>
                </c:pt>
                <c:pt idx="739">
                  <c:v>4.5</c:v>
                </c:pt>
                <c:pt idx="740">
                  <c:v>7.81</c:v>
                </c:pt>
                <c:pt idx="741">
                  <c:v>3.03</c:v>
                </c:pt>
                <c:pt idx="742">
                  <c:v>6.26</c:v>
                </c:pt>
                <c:pt idx="743">
                  <c:v>7.23</c:v>
                </c:pt>
                <c:pt idx="744">
                  <c:v>13.65</c:v>
                </c:pt>
                <c:pt idx="745">
                  <c:v>11.4</c:v>
                </c:pt>
                <c:pt idx="746">
                  <c:v>33.57</c:v>
                </c:pt>
                <c:pt idx="747">
                  <c:v>7.49</c:v>
                </c:pt>
                <c:pt idx="748">
                  <c:v>17.96</c:v>
                </c:pt>
                <c:pt idx="749">
                  <c:v>6.66</c:v>
                </c:pt>
                <c:pt idx="750">
                  <c:v>6.66</c:v>
                </c:pt>
                <c:pt idx="751">
                  <c:v>11.26</c:v>
                </c:pt>
                <c:pt idx="752">
                  <c:v>23.27</c:v>
                </c:pt>
                <c:pt idx="753">
                  <c:v>18.7</c:v>
                </c:pt>
                <c:pt idx="754">
                  <c:v>18.829999999999998</c:v>
                </c:pt>
                <c:pt idx="755">
                  <c:v>3.07</c:v>
                </c:pt>
                <c:pt idx="756">
                  <c:v>3.07</c:v>
                </c:pt>
                <c:pt idx="757">
                  <c:v>6.76</c:v>
                </c:pt>
                <c:pt idx="758">
                  <c:v>4.16</c:v>
                </c:pt>
                <c:pt idx="759">
                  <c:v>3.52</c:v>
                </c:pt>
                <c:pt idx="760">
                  <c:v>3.45</c:v>
                </c:pt>
                <c:pt idx="761">
                  <c:v>7.85</c:v>
                </c:pt>
                <c:pt idx="762">
                  <c:v>8.23</c:v>
                </c:pt>
                <c:pt idx="763">
                  <c:v>4.2300000000000004</c:v>
                </c:pt>
                <c:pt idx="764">
                  <c:v>4.41</c:v>
                </c:pt>
                <c:pt idx="765">
                  <c:v>9.1</c:v>
                </c:pt>
                <c:pt idx="766">
                  <c:v>6.31</c:v>
                </c:pt>
                <c:pt idx="767">
                  <c:v>4.51</c:v>
                </c:pt>
                <c:pt idx="768">
                  <c:v>2.59</c:v>
                </c:pt>
                <c:pt idx="769">
                  <c:v>50.19</c:v>
                </c:pt>
                <c:pt idx="770">
                  <c:v>41.95</c:v>
                </c:pt>
                <c:pt idx="771">
                  <c:v>23.84</c:v>
                </c:pt>
                <c:pt idx="772">
                  <c:v>23.84</c:v>
                </c:pt>
                <c:pt idx="773">
                  <c:v>3.33</c:v>
                </c:pt>
                <c:pt idx="774">
                  <c:v>2.6</c:v>
                </c:pt>
                <c:pt idx="775">
                  <c:v>7.25</c:v>
                </c:pt>
                <c:pt idx="776">
                  <c:v>7.25</c:v>
                </c:pt>
                <c:pt idx="777">
                  <c:v>2.38</c:v>
                </c:pt>
                <c:pt idx="778">
                  <c:v>2.17</c:v>
                </c:pt>
                <c:pt idx="779">
                  <c:v>3.24</c:v>
                </c:pt>
                <c:pt idx="780">
                  <c:v>6.32</c:v>
                </c:pt>
                <c:pt idx="781">
                  <c:v>9.67</c:v>
                </c:pt>
                <c:pt idx="782">
                  <c:v>5.61</c:v>
                </c:pt>
                <c:pt idx="783">
                  <c:v>5.27</c:v>
                </c:pt>
                <c:pt idx="784">
                  <c:v>6.91</c:v>
                </c:pt>
                <c:pt idx="785">
                  <c:v>11.47</c:v>
                </c:pt>
                <c:pt idx="786">
                  <c:v>51.33</c:v>
                </c:pt>
                <c:pt idx="787">
                  <c:v>9.07</c:v>
                </c:pt>
                <c:pt idx="788">
                  <c:v>33.07</c:v>
                </c:pt>
                <c:pt idx="789">
                  <c:v>9.66</c:v>
                </c:pt>
                <c:pt idx="790">
                  <c:v>29.59</c:v>
                </c:pt>
                <c:pt idx="791">
                  <c:v>21.37</c:v>
                </c:pt>
                <c:pt idx="792">
                  <c:v>7.11</c:v>
                </c:pt>
                <c:pt idx="793">
                  <c:v>7.25</c:v>
                </c:pt>
                <c:pt idx="794">
                  <c:v>4.4400000000000004</c:v>
                </c:pt>
                <c:pt idx="795">
                  <c:v>0.64</c:v>
                </c:pt>
                <c:pt idx="796">
                  <c:v>6.21</c:v>
                </c:pt>
                <c:pt idx="797">
                  <c:v>2.5</c:v>
                </c:pt>
                <c:pt idx="798">
                  <c:v>4.8099999999999996</c:v>
                </c:pt>
                <c:pt idx="799">
                  <c:v>7.44</c:v>
                </c:pt>
                <c:pt idx="800">
                  <c:v>2.74</c:v>
                </c:pt>
                <c:pt idx="801">
                  <c:v>14.45</c:v>
                </c:pt>
                <c:pt idx="802">
                  <c:v>3.31</c:v>
                </c:pt>
                <c:pt idx="803">
                  <c:v>1.01</c:v>
                </c:pt>
                <c:pt idx="804">
                  <c:v>2.2400000000000002</c:v>
                </c:pt>
                <c:pt idx="805">
                  <c:v>1.58</c:v>
                </c:pt>
                <c:pt idx="806">
                  <c:v>1.87</c:v>
                </c:pt>
                <c:pt idx="807">
                  <c:v>1.41</c:v>
                </c:pt>
                <c:pt idx="808">
                  <c:v>0.83</c:v>
                </c:pt>
                <c:pt idx="809">
                  <c:v>0.83</c:v>
                </c:pt>
                <c:pt idx="810">
                  <c:v>1.27</c:v>
                </c:pt>
                <c:pt idx="811">
                  <c:v>2.2599999999999998</c:v>
                </c:pt>
                <c:pt idx="812">
                  <c:v>0.78</c:v>
                </c:pt>
                <c:pt idx="813">
                  <c:v>0.85</c:v>
                </c:pt>
                <c:pt idx="814">
                  <c:v>1.83</c:v>
                </c:pt>
                <c:pt idx="815">
                  <c:v>2.85</c:v>
                </c:pt>
                <c:pt idx="816">
                  <c:v>3.12</c:v>
                </c:pt>
                <c:pt idx="817">
                  <c:v>2.23</c:v>
                </c:pt>
                <c:pt idx="818">
                  <c:v>2.16</c:v>
                </c:pt>
                <c:pt idx="819">
                  <c:v>2.16</c:v>
                </c:pt>
                <c:pt idx="820">
                  <c:v>3.24</c:v>
                </c:pt>
                <c:pt idx="821">
                  <c:v>7.33</c:v>
                </c:pt>
                <c:pt idx="822">
                  <c:v>1.69</c:v>
                </c:pt>
                <c:pt idx="823">
                  <c:v>2.67</c:v>
                </c:pt>
                <c:pt idx="824">
                  <c:v>3.11</c:v>
                </c:pt>
                <c:pt idx="825">
                  <c:v>0.72</c:v>
                </c:pt>
                <c:pt idx="826">
                  <c:v>1.61</c:v>
                </c:pt>
                <c:pt idx="827">
                  <c:v>1.79</c:v>
                </c:pt>
                <c:pt idx="828">
                  <c:v>1.57</c:v>
                </c:pt>
                <c:pt idx="829">
                  <c:v>2.57</c:v>
                </c:pt>
                <c:pt idx="830">
                  <c:v>0.78</c:v>
                </c:pt>
                <c:pt idx="831">
                  <c:v>1.41</c:v>
                </c:pt>
                <c:pt idx="832">
                  <c:v>3.13</c:v>
                </c:pt>
                <c:pt idx="833">
                  <c:v>1.1499999999999999</c:v>
                </c:pt>
                <c:pt idx="834">
                  <c:v>0.75</c:v>
                </c:pt>
                <c:pt idx="835">
                  <c:v>0.6</c:v>
                </c:pt>
                <c:pt idx="836">
                  <c:v>1.4</c:v>
                </c:pt>
                <c:pt idx="837">
                  <c:v>2.89</c:v>
                </c:pt>
                <c:pt idx="838">
                  <c:v>2.35</c:v>
                </c:pt>
                <c:pt idx="839">
                  <c:v>2.0499999999999998</c:v>
                </c:pt>
                <c:pt idx="840">
                  <c:v>4.37</c:v>
                </c:pt>
                <c:pt idx="841">
                  <c:v>4.6100000000000003</c:v>
                </c:pt>
                <c:pt idx="842">
                  <c:v>47.78</c:v>
                </c:pt>
                <c:pt idx="843">
                  <c:v>43.32</c:v>
                </c:pt>
                <c:pt idx="844">
                  <c:v>32.17</c:v>
                </c:pt>
                <c:pt idx="845">
                  <c:v>32.17</c:v>
                </c:pt>
                <c:pt idx="846">
                  <c:v>32.17</c:v>
                </c:pt>
                <c:pt idx="847">
                  <c:v>2.38</c:v>
                </c:pt>
                <c:pt idx="848">
                  <c:v>3.39</c:v>
                </c:pt>
                <c:pt idx="849">
                  <c:v>4.18</c:v>
                </c:pt>
                <c:pt idx="850">
                  <c:v>3.85</c:v>
                </c:pt>
                <c:pt idx="851">
                  <c:v>5.0199999999999996</c:v>
                </c:pt>
                <c:pt idx="852">
                  <c:v>2.2200000000000002</c:v>
                </c:pt>
                <c:pt idx="853">
                  <c:v>28.98</c:v>
                </c:pt>
                <c:pt idx="854">
                  <c:v>7.24</c:v>
                </c:pt>
                <c:pt idx="855">
                  <c:v>11.2</c:v>
                </c:pt>
                <c:pt idx="856">
                  <c:v>1.9</c:v>
                </c:pt>
                <c:pt idx="857">
                  <c:v>3.15</c:v>
                </c:pt>
                <c:pt idx="858">
                  <c:v>5.65</c:v>
                </c:pt>
                <c:pt idx="859">
                  <c:v>11.21</c:v>
                </c:pt>
                <c:pt idx="860">
                  <c:v>12.86</c:v>
                </c:pt>
                <c:pt idx="861">
                  <c:v>2.15</c:v>
                </c:pt>
                <c:pt idx="862">
                  <c:v>2.15</c:v>
                </c:pt>
                <c:pt idx="863">
                  <c:v>0.74</c:v>
                </c:pt>
                <c:pt idx="864">
                  <c:v>4.9800000000000004</c:v>
                </c:pt>
                <c:pt idx="865">
                  <c:v>3.26</c:v>
                </c:pt>
                <c:pt idx="866">
                  <c:v>1.99</c:v>
                </c:pt>
                <c:pt idx="867">
                  <c:v>3.68</c:v>
                </c:pt>
                <c:pt idx="868">
                  <c:v>16.809999999999999</c:v>
                </c:pt>
                <c:pt idx="869">
                  <c:v>4.66</c:v>
                </c:pt>
                <c:pt idx="870">
                  <c:v>5.36</c:v>
                </c:pt>
                <c:pt idx="871">
                  <c:v>2.69</c:v>
                </c:pt>
                <c:pt idx="872">
                  <c:v>5.24</c:v>
                </c:pt>
                <c:pt idx="873">
                  <c:v>11.78</c:v>
                </c:pt>
                <c:pt idx="874">
                  <c:v>3.51</c:v>
                </c:pt>
                <c:pt idx="875">
                  <c:v>2.0099999999999998</c:v>
                </c:pt>
                <c:pt idx="876">
                  <c:v>3.12</c:v>
                </c:pt>
                <c:pt idx="877">
                  <c:v>5.93</c:v>
                </c:pt>
                <c:pt idx="878">
                  <c:v>6.56</c:v>
                </c:pt>
                <c:pt idx="879">
                  <c:v>2.29</c:v>
                </c:pt>
                <c:pt idx="880">
                  <c:v>5.94</c:v>
                </c:pt>
                <c:pt idx="881">
                  <c:v>12.93</c:v>
                </c:pt>
                <c:pt idx="882">
                  <c:v>9.56</c:v>
                </c:pt>
                <c:pt idx="883">
                  <c:v>11.35</c:v>
                </c:pt>
                <c:pt idx="884">
                  <c:v>7.12</c:v>
                </c:pt>
                <c:pt idx="885">
                  <c:v>14.13</c:v>
                </c:pt>
                <c:pt idx="886">
                  <c:v>12.93</c:v>
                </c:pt>
                <c:pt idx="887">
                  <c:v>33.76</c:v>
                </c:pt>
                <c:pt idx="888">
                  <c:v>7.46</c:v>
                </c:pt>
                <c:pt idx="889">
                  <c:v>15.06</c:v>
                </c:pt>
                <c:pt idx="890">
                  <c:v>6.59</c:v>
                </c:pt>
                <c:pt idx="891">
                  <c:v>67.33</c:v>
                </c:pt>
                <c:pt idx="892">
                  <c:v>77.45</c:v>
                </c:pt>
                <c:pt idx="893">
                  <c:v>15.62</c:v>
                </c:pt>
                <c:pt idx="894">
                  <c:v>18.41</c:v>
                </c:pt>
                <c:pt idx="895">
                  <c:v>31.17</c:v>
                </c:pt>
                <c:pt idx="896">
                  <c:v>49.72</c:v>
                </c:pt>
                <c:pt idx="897">
                  <c:v>26.57</c:v>
                </c:pt>
                <c:pt idx="898">
                  <c:v>26.94</c:v>
                </c:pt>
                <c:pt idx="899">
                  <c:v>8.09</c:v>
                </c:pt>
                <c:pt idx="900">
                  <c:v>8.69</c:v>
                </c:pt>
                <c:pt idx="901">
                  <c:v>1.1499999999999999</c:v>
                </c:pt>
                <c:pt idx="902">
                  <c:v>1.67</c:v>
                </c:pt>
                <c:pt idx="903">
                  <c:v>1.73</c:v>
                </c:pt>
                <c:pt idx="904">
                  <c:v>2.88</c:v>
                </c:pt>
                <c:pt idx="905">
                  <c:v>3.31</c:v>
                </c:pt>
                <c:pt idx="906">
                  <c:v>13.11</c:v>
                </c:pt>
                <c:pt idx="907">
                  <c:v>14.62</c:v>
                </c:pt>
                <c:pt idx="908">
                  <c:v>3.93</c:v>
                </c:pt>
                <c:pt idx="909">
                  <c:v>2.8</c:v>
                </c:pt>
                <c:pt idx="910">
                  <c:v>4.75</c:v>
                </c:pt>
                <c:pt idx="911">
                  <c:v>5.79</c:v>
                </c:pt>
                <c:pt idx="912">
                  <c:v>6.73</c:v>
                </c:pt>
                <c:pt idx="913">
                  <c:v>10.46</c:v>
                </c:pt>
                <c:pt idx="914">
                  <c:v>10.09</c:v>
                </c:pt>
                <c:pt idx="915">
                  <c:v>22.75</c:v>
                </c:pt>
                <c:pt idx="916">
                  <c:v>4.4000000000000004</c:v>
                </c:pt>
                <c:pt idx="917">
                  <c:v>15.6</c:v>
                </c:pt>
                <c:pt idx="918">
                  <c:v>10.56</c:v>
                </c:pt>
                <c:pt idx="919">
                  <c:v>10.220000000000001</c:v>
                </c:pt>
                <c:pt idx="920">
                  <c:v>38.700000000000003</c:v>
                </c:pt>
                <c:pt idx="921">
                  <c:v>38.700000000000003</c:v>
                </c:pt>
                <c:pt idx="922">
                  <c:v>8.41</c:v>
                </c:pt>
                <c:pt idx="923">
                  <c:v>9.5399999999999991</c:v>
                </c:pt>
                <c:pt idx="924">
                  <c:v>20.49</c:v>
                </c:pt>
                <c:pt idx="925">
                  <c:v>9.9499999999999993</c:v>
                </c:pt>
                <c:pt idx="926">
                  <c:v>9.9499999999999993</c:v>
                </c:pt>
                <c:pt idx="927">
                  <c:v>10.72</c:v>
                </c:pt>
                <c:pt idx="928">
                  <c:v>19.84</c:v>
                </c:pt>
                <c:pt idx="929">
                  <c:v>19.739999999999998</c:v>
                </c:pt>
                <c:pt idx="930">
                  <c:v>7.44</c:v>
                </c:pt>
                <c:pt idx="931">
                  <c:v>15.58</c:v>
                </c:pt>
                <c:pt idx="932">
                  <c:v>6</c:v>
                </c:pt>
                <c:pt idx="933">
                  <c:v>6.84</c:v>
                </c:pt>
                <c:pt idx="934">
                  <c:v>15.81</c:v>
                </c:pt>
                <c:pt idx="935">
                  <c:v>4.84</c:v>
                </c:pt>
                <c:pt idx="936">
                  <c:v>10.76</c:v>
                </c:pt>
                <c:pt idx="937">
                  <c:v>8.2200000000000006</c:v>
                </c:pt>
                <c:pt idx="938">
                  <c:v>19.78</c:v>
                </c:pt>
                <c:pt idx="939">
                  <c:v>13.71</c:v>
                </c:pt>
                <c:pt idx="940">
                  <c:v>25.21</c:v>
                </c:pt>
                <c:pt idx="941">
                  <c:v>25.21</c:v>
                </c:pt>
                <c:pt idx="942">
                  <c:v>25.21</c:v>
                </c:pt>
                <c:pt idx="943">
                  <c:v>14.7</c:v>
                </c:pt>
                <c:pt idx="944">
                  <c:v>27.05</c:v>
                </c:pt>
                <c:pt idx="945">
                  <c:v>17.2</c:v>
                </c:pt>
                <c:pt idx="946">
                  <c:v>46.79</c:v>
                </c:pt>
                <c:pt idx="947">
                  <c:v>20.5</c:v>
                </c:pt>
                <c:pt idx="948">
                  <c:v>22.18</c:v>
                </c:pt>
                <c:pt idx="949">
                  <c:v>131.99</c:v>
                </c:pt>
                <c:pt idx="950">
                  <c:v>29.09</c:v>
                </c:pt>
                <c:pt idx="951">
                  <c:v>37.92</c:v>
                </c:pt>
                <c:pt idx="952">
                  <c:v>287.89</c:v>
                </c:pt>
                <c:pt idx="953">
                  <c:v>4.29</c:v>
                </c:pt>
                <c:pt idx="954">
                  <c:v>8.25</c:v>
                </c:pt>
                <c:pt idx="955">
                  <c:v>3.17</c:v>
                </c:pt>
                <c:pt idx="956">
                  <c:v>1.55</c:v>
                </c:pt>
                <c:pt idx="957">
                  <c:v>0.61</c:v>
                </c:pt>
                <c:pt idx="958">
                  <c:v>2.19</c:v>
                </c:pt>
                <c:pt idx="959">
                  <c:v>1.33</c:v>
                </c:pt>
                <c:pt idx="960">
                  <c:v>1.27</c:v>
                </c:pt>
                <c:pt idx="961">
                  <c:v>1.27</c:v>
                </c:pt>
                <c:pt idx="962">
                  <c:v>2.0699999999999998</c:v>
                </c:pt>
                <c:pt idx="963">
                  <c:v>1.84</c:v>
                </c:pt>
                <c:pt idx="964">
                  <c:v>1.84</c:v>
                </c:pt>
                <c:pt idx="965">
                  <c:v>0.42</c:v>
                </c:pt>
                <c:pt idx="966">
                  <c:v>0.83</c:v>
                </c:pt>
                <c:pt idx="967">
                  <c:v>1.2</c:v>
                </c:pt>
                <c:pt idx="968">
                  <c:v>0.8</c:v>
                </c:pt>
                <c:pt idx="969">
                  <c:v>1.19</c:v>
                </c:pt>
                <c:pt idx="970">
                  <c:v>0.8</c:v>
                </c:pt>
                <c:pt idx="971">
                  <c:v>20.55</c:v>
                </c:pt>
                <c:pt idx="972">
                  <c:v>0.85</c:v>
                </c:pt>
                <c:pt idx="973">
                  <c:v>0.91</c:v>
                </c:pt>
                <c:pt idx="974">
                  <c:v>1.62</c:v>
                </c:pt>
                <c:pt idx="975">
                  <c:v>1.69</c:v>
                </c:pt>
                <c:pt idx="976">
                  <c:v>1.81</c:v>
                </c:pt>
                <c:pt idx="977">
                  <c:v>0.68</c:v>
                </c:pt>
                <c:pt idx="978">
                  <c:v>2.64</c:v>
                </c:pt>
                <c:pt idx="979">
                  <c:v>2.2200000000000002</c:v>
                </c:pt>
                <c:pt idx="980">
                  <c:v>18.28</c:v>
                </c:pt>
                <c:pt idx="981">
                  <c:v>43.66</c:v>
                </c:pt>
                <c:pt idx="982">
                  <c:v>1.81</c:v>
                </c:pt>
                <c:pt idx="983">
                  <c:v>0.92</c:v>
                </c:pt>
                <c:pt idx="984">
                  <c:v>2.84</c:v>
                </c:pt>
                <c:pt idx="985">
                  <c:v>4.46</c:v>
                </c:pt>
                <c:pt idx="986">
                  <c:v>13.57</c:v>
                </c:pt>
                <c:pt idx="987">
                  <c:v>12.35</c:v>
                </c:pt>
                <c:pt idx="988">
                  <c:v>19.84</c:v>
                </c:pt>
                <c:pt idx="989">
                  <c:v>5.56</c:v>
                </c:pt>
                <c:pt idx="990">
                  <c:v>21.78</c:v>
                </c:pt>
                <c:pt idx="991">
                  <c:v>2.83</c:v>
                </c:pt>
                <c:pt idx="992">
                  <c:v>19.21</c:v>
                </c:pt>
                <c:pt idx="993">
                  <c:v>42.16</c:v>
                </c:pt>
                <c:pt idx="994">
                  <c:v>1.25</c:v>
                </c:pt>
                <c:pt idx="995">
                  <c:v>0.87</c:v>
                </c:pt>
                <c:pt idx="996">
                  <c:v>5.77</c:v>
                </c:pt>
                <c:pt idx="997">
                  <c:v>5.15</c:v>
                </c:pt>
                <c:pt idx="998">
                  <c:v>6.72</c:v>
                </c:pt>
                <c:pt idx="999">
                  <c:v>3.13</c:v>
                </c:pt>
                <c:pt idx="1000">
                  <c:v>4.9400000000000004</c:v>
                </c:pt>
                <c:pt idx="1001">
                  <c:v>4.16</c:v>
                </c:pt>
                <c:pt idx="1002">
                  <c:v>9.48</c:v>
                </c:pt>
                <c:pt idx="1003">
                  <c:v>3.59</c:v>
                </c:pt>
                <c:pt idx="1004">
                  <c:v>6.08</c:v>
                </c:pt>
                <c:pt idx="1005">
                  <c:v>6.71</c:v>
                </c:pt>
                <c:pt idx="1006">
                  <c:v>6.26</c:v>
                </c:pt>
                <c:pt idx="1007">
                  <c:v>1.55</c:v>
                </c:pt>
                <c:pt idx="1008">
                  <c:v>1.67</c:v>
                </c:pt>
                <c:pt idx="1009">
                  <c:v>4.8499999999999996</c:v>
                </c:pt>
                <c:pt idx="1010">
                  <c:v>8.17</c:v>
                </c:pt>
                <c:pt idx="1011">
                  <c:v>8.17</c:v>
                </c:pt>
                <c:pt idx="1012">
                  <c:v>2.34</c:v>
                </c:pt>
                <c:pt idx="1013">
                  <c:v>4.45</c:v>
                </c:pt>
                <c:pt idx="1014">
                  <c:v>4.45</c:v>
                </c:pt>
                <c:pt idx="1015">
                  <c:v>3.61</c:v>
                </c:pt>
                <c:pt idx="1016">
                  <c:v>11.62</c:v>
                </c:pt>
                <c:pt idx="1017">
                  <c:v>21.92</c:v>
                </c:pt>
                <c:pt idx="1018">
                  <c:v>3.04</c:v>
                </c:pt>
                <c:pt idx="1019">
                  <c:v>3.12</c:v>
                </c:pt>
                <c:pt idx="1020">
                  <c:v>6.78</c:v>
                </c:pt>
                <c:pt idx="1021">
                  <c:v>9.0299999999999994</c:v>
                </c:pt>
                <c:pt idx="1022">
                  <c:v>3.48</c:v>
                </c:pt>
                <c:pt idx="1023">
                  <c:v>9.34</c:v>
                </c:pt>
                <c:pt idx="1024">
                  <c:v>8.0299999999999994</c:v>
                </c:pt>
                <c:pt idx="1025">
                  <c:v>8</c:v>
                </c:pt>
                <c:pt idx="1026">
                  <c:v>42.32</c:v>
                </c:pt>
                <c:pt idx="1027">
                  <c:v>3.8</c:v>
                </c:pt>
                <c:pt idx="1028">
                  <c:v>2.57</c:v>
                </c:pt>
                <c:pt idx="1029">
                  <c:v>2.31</c:v>
                </c:pt>
                <c:pt idx="1030">
                  <c:v>3.51</c:v>
                </c:pt>
                <c:pt idx="1031">
                  <c:v>11.33</c:v>
                </c:pt>
                <c:pt idx="1032">
                  <c:v>10.18</c:v>
                </c:pt>
                <c:pt idx="1033">
                  <c:v>10.18</c:v>
                </c:pt>
                <c:pt idx="1034">
                  <c:v>37.26</c:v>
                </c:pt>
                <c:pt idx="1035">
                  <c:v>3.09</c:v>
                </c:pt>
                <c:pt idx="1036">
                  <c:v>4.0999999999999996</c:v>
                </c:pt>
                <c:pt idx="1037">
                  <c:v>13.36</c:v>
                </c:pt>
                <c:pt idx="1038">
                  <c:v>5.61</c:v>
                </c:pt>
                <c:pt idx="1039">
                  <c:v>3.43</c:v>
                </c:pt>
                <c:pt idx="1040">
                  <c:v>6.33</c:v>
                </c:pt>
                <c:pt idx="1041">
                  <c:v>14.65</c:v>
                </c:pt>
                <c:pt idx="1042">
                  <c:v>4.8899999999999997</c:v>
                </c:pt>
                <c:pt idx="1043">
                  <c:v>5.28</c:v>
                </c:pt>
                <c:pt idx="1044">
                  <c:v>11.79</c:v>
                </c:pt>
                <c:pt idx="1045">
                  <c:v>24.62</c:v>
                </c:pt>
                <c:pt idx="1046">
                  <c:v>18.63</c:v>
                </c:pt>
                <c:pt idx="1047">
                  <c:v>65.94</c:v>
                </c:pt>
                <c:pt idx="1048">
                  <c:v>6.17</c:v>
                </c:pt>
                <c:pt idx="1049">
                  <c:v>2.77</c:v>
                </c:pt>
                <c:pt idx="1050">
                  <c:v>2.5099999999999998</c:v>
                </c:pt>
                <c:pt idx="1051">
                  <c:v>5.0599999999999996</c:v>
                </c:pt>
                <c:pt idx="1052">
                  <c:v>6.02</c:v>
                </c:pt>
                <c:pt idx="1053">
                  <c:v>5.62</c:v>
                </c:pt>
                <c:pt idx="1054">
                  <c:v>6.65</c:v>
                </c:pt>
                <c:pt idx="1055">
                  <c:v>6.66</c:v>
                </c:pt>
                <c:pt idx="1056">
                  <c:v>3.96</c:v>
                </c:pt>
                <c:pt idx="1057">
                  <c:v>4.93</c:v>
                </c:pt>
                <c:pt idx="1058">
                  <c:v>4.9400000000000004</c:v>
                </c:pt>
                <c:pt idx="1059">
                  <c:v>2.4900000000000002</c:v>
                </c:pt>
                <c:pt idx="1060">
                  <c:v>6.09</c:v>
                </c:pt>
                <c:pt idx="1061">
                  <c:v>8.11</c:v>
                </c:pt>
                <c:pt idx="1062">
                  <c:v>6.56</c:v>
                </c:pt>
                <c:pt idx="1063">
                  <c:v>10.73</c:v>
                </c:pt>
                <c:pt idx="1064">
                  <c:v>2.04</c:v>
                </c:pt>
                <c:pt idx="1065">
                  <c:v>2</c:v>
                </c:pt>
                <c:pt idx="1066">
                  <c:v>3.26</c:v>
                </c:pt>
                <c:pt idx="1067">
                  <c:v>10.37</c:v>
                </c:pt>
                <c:pt idx="1068">
                  <c:v>33.520000000000003</c:v>
                </c:pt>
                <c:pt idx="1069">
                  <c:v>20.48</c:v>
                </c:pt>
                <c:pt idx="1070">
                  <c:v>14.86</c:v>
                </c:pt>
                <c:pt idx="1071">
                  <c:v>43.95</c:v>
                </c:pt>
                <c:pt idx="1072">
                  <c:v>2.99</c:v>
                </c:pt>
                <c:pt idx="1073">
                  <c:v>5.22</c:v>
                </c:pt>
                <c:pt idx="1074">
                  <c:v>5.22</c:v>
                </c:pt>
                <c:pt idx="1075">
                  <c:v>2.31</c:v>
                </c:pt>
                <c:pt idx="1076">
                  <c:v>2</c:v>
                </c:pt>
                <c:pt idx="1077">
                  <c:v>2.35</c:v>
                </c:pt>
                <c:pt idx="1078">
                  <c:v>1.57</c:v>
                </c:pt>
                <c:pt idx="1079">
                  <c:v>3.22</c:v>
                </c:pt>
                <c:pt idx="1080">
                  <c:v>3.22</c:v>
                </c:pt>
                <c:pt idx="1081">
                  <c:v>4.55</c:v>
                </c:pt>
                <c:pt idx="1082">
                  <c:v>7.1</c:v>
                </c:pt>
                <c:pt idx="1083">
                  <c:v>3.92</c:v>
                </c:pt>
                <c:pt idx="1084">
                  <c:v>4.1100000000000003</c:v>
                </c:pt>
                <c:pt idx="1085">
                  <c:v>1.07</c:v>
                </c:pt>
                <c:pt idx="1086">
                  <c:v>6.18</c:v>
                </c:pt>
                <c:pt idx="1087">
                  <c:v>4.29</c:v>
                </c:pt>
                <c:pt idx="1088">
                  <c:v>1.78</c:v>
                </c:pt>
                <c:pt idx="1089">
                  <c:v>4.57</c:v>
                </c:pt>
                <c:pt idx="1090">
                  <c:v>4.04</c:v>
                </c:pt>
                <c:pt idx="1091">
                  <c:v>3.9</c:v>
                </c:pt>
                <c:pt idx="1092">
                  <c:v>5.0199999999999996</c:v>
                </c:pt>
                <c:pt idx="1093">
                  <c:v>19.47</c:v>
                </c:pt>
                <c:pt idx="1094">
                  <c:v>9.9700000000000006</c:v>
                </c:pt>
                <c:pt idx="1095">
                  <c:v>3.4</c:v>
                </c:pt>
                <c:pt idx="1096">
                  <c:v>4.47</c:v>
                </c:pt>
                <c:pt idx="1097">
                  <c:v>6.29</c:v>
                </c:pt>
                <c:pt idx="1098">
                  <c:v>6.13</c:v>
                </c:pt>
                <c:pt idx="1099">
                  <c:v>6.13</c:v>
                </c:pt>
                <c:pt idx="1100">
                  <c:v>6.13</c:v>
                </c:pt>
                <c:pt idx="1101">
                  <c:v>6.13</c:v>
                </c:pt>
                <c:pt idx="1102">
                  <c:v>5.3</c:v>
                </c:pt>
                <c:pt idx="1103">
                  <c:v>5.48</c:v>
                </c:pt>
                <c:pt idx="1104">
                  <c:v>6.2</c:v>
                </c:pt>
                <c:pt idx="1105">
                  <c:v>8.02</c:v>
                </c:pt>
                <c:pt idx="1106">
                  <c:v>5.59</c:v>
                </c:pt>
                <c:pt idx="1107">
                  <c:v>5.76</c:v>
                </c:pt>
                <c:pt idx="1108">
                  <c:v>8.27</c:v>
                </c:pt>
                <c:pt idx="1109">
                  <c:v>9.6</c:v>
                </c:pt>
                <c:pt idx="1110">
                  <c:v>13.11</c:v>
                </c:pt>
                <c:pt idx="1111">
                  <c:v>9.98</c:v>
                </c:pt>
                <c:pt idx="1112">
                  <c:v>7.3</c:v>
                </c:pt>
                <c:pt idx="1113">
                  <c:v>9.0299999999999994</c:v>
                </c:pt>
                <c:pt idx="1114">
                  <c:v>7.17</c:v>
                </c:pt>
                <c:pt idx="1115">
                  <c:v>15.76</c:v>
                </c:pt>
                <c:pt idx="1116">
                  <c:v>39.03</c:v>
                </c:pt>
                <c:pt idx="1117">
                  <c:v>20.25</c:v>
                </c:pt>
                <c:pt idx="1118">
                  <c:v>29.91</c:v>
                </c:pt>
                <c:pt idx="1119">
                  <c:v>24.04</c:v>
                </c:pt>
                <c:pt idx="1120">
                  <c:v>28.96</c:v>
                </c:pt>
                <c:pt idx="1121">
                  <c:v>25.01</c:v>
                </c:pt>
                <c:pt idx="1122">
                  <c:v>25.01</c:v>
                </c:pt>
                <c:pt idx="1123">
                  <c:v>73.8</c:v>
                </c:pt>
                <c:pt idx="1124">
                  <c:v>77.27</c:v>
                </c:pt>
                <c:pt idx="1125">
                  <c:v>244.85</c:v>
                </c:pt>
                <c:pt idx="1126">
                  <c:v>400.85</c:v>
                </c:pt>
                <c:pt idx="1127">
                  <c:v>16.059999999999999</c:v>
                </c:pt>
                <c:pt idx="1128">
                  <c:v>2.75</c:v>
                </c:pt>
                <c:pt idx="1129">
                  <c:v>3.08</c:v>
                </c:pt>
                <c:pt idx="1130">
                  <c:v>6.52</c:v>
                </c:pt>
                <c:pt idx="1131">
                  <c:v>4.18</c:v>
                </c:pt>
                <c:pt idx="1132">
                  <c:v>7.18</c:v>
                </c:pt>
                <c:pt idx="1133">
                  <c:v>1.86</c:v>
                </c:pt>
                <c:pt idx="1134">
                  <c:v>2.37</c:v>
                </c:pt>
                <c:pt idx="1135">
                  <c:v>4.2699999999999996</c:v>
                </c:pt>
                <c:pt idx="1136">
                  <c:v>9.41</c:v>
                </c:pt>
                <c:pt idx="1137">
                  <c:v>3.93</c:v>
                </c:pt>
                <c:pt idx="1138">
                  <c:v>6.87</c:v>
                </c:pt>
                <c:pt idx="1139">
                  <c:v>13.57</c:v>
                </c:pt>
                <c:pt idx="1140">
                  <c:v>53.46</c:v>
                </c:pt>
                <c:pt idx="1141">
                  <c:v>1.65</c:v>
                </c:pt>
                <c:pt idx="1142">
                  <c:v>4.05</c:v>
                </c:pt>
                <c:pt idx="1143">
                  <c:v>2.91</c:v>
                </c:pt>
                <c:pt idx="1144">
                  <c:v>1.6</c:v>
                </c:pt>
                <c:pt idx="1145">
                  <c:v>2.06</c:v>
                </c:pt>
                <c:pt idx="1146">
                  <c:v>1.79</c:v>
                </c:pt>
                <c:pt idx="1147">
                  <c:v>1.98</c:v>
                </c:pt>
                <c:pt idx="1148">
                  <c:v>2.94</c:v>
                </c:pt>
                <c:pt idx="1149">
                  <c:v>2.12</c:v>
                </c:pt>
                <c:pt idx="1150">
                  <c:v>8.31</c:v>
                </c:pt>
                <c:pt idx="1151">
                  <c:v>2.84</c:v>
                </c:pt>
                <c:pt idx="1152">
                  <c:v>2.2999999999999998</c:v>
                </c:pt>
                <c:pt idx="1153">
                  <c:v>1.88</c:v>
                </c:pt>
                <c:pt idx="1154">
                  <c:v>3.33</c:v>
                </c:pt>
                <c:pt idx="1155">
                  <c:v>2.65</c:v>
                </c:pt>
                <c:pt idx="1156">
                  <c:v>8.6300000000000008</c:v>
                </c:pt>
                <c:pt idx="1157">
                  <c:v>1.36</c:v>
                </c:pt>
                <c:pt idx="1158">
                  <c:v>2.96</c:v>
                </c:pt>
                <c:pt idx="1159">
                  <c:v>9.19</c:v>
                </c:pt>
                <c:pt idx="1160">
                  <c:v>1.41</c:v>
                </c:pt>
                <c:pt idx="1161">
                  <c:v>4.24</c:v>
                </c:pt>
                <c:pt idx="1162">
                  <c:v>1.61</c:v>
                </c:pt>
                <c:pt idx="1163">
                  <c:v>3.58</c:v>
                </c:pt>
                <c:pt idx="1164">
                  <c:v>3.37</c:v>
                </c:pt>
                <c:pt idx="1165">
                  <c:v>3.81</c:v>
                </c:pt>
                <c:pt idx="1166">
                  <c:v>3.36</c:v>
                </c:pt>
                <c:pt idx="1167">
                  <c:v>9.1999999999999993</c:v>
                </c:pt>
                <c:pt idx="1168">
                  <c:v>0.2</c:v>
                </c:pt>
                <c:pt idx="1169">
                  <c:v>0.45</c:v>
                </c:pt>
                <c:pt idx="1170">
                  <c:v>1.22</c:v>
                </c:pt>
                <c:pt idx="1171">
                  <c:v>0.7</c:v>
                </c:pt>
                <c:pt idx="1172">
                  <c:v>0.85</c:v>
                </c:pt>
                <c:pt idx="1173">
                  <c:v>1.81</c:v>
                </c:pt>
                <c:pt idx="1174">
                  <c:v>0.87</c:v>
                </c:pt>
                <c:pt idx="1175">
                  <c:v>1.1000000000000001</c:v>
                </c:pt>
                <c:pt idx="1176">
                  <c:v>1.79</c:v>
                </c:pt>
                <c:pt idx="1177">
                  <c:v>7.58</c:v>
                </c:pt>
                <c:pt idx="1178">
                  <c:v>8.89</c:v>
                </c:pt>
                <c:pt idx="1179">
                  <c:v>1.57</c:v>
                </c:pt>
                <c:pt idx="1180">
                  <c:v>1.42</c:v>
                </c:pt>
                <c:pt idx="1181">
                  <c:v>1.42</c:v>
                </c:pt>
                <c:pt idx="1182">
                  <c:v>2.04</c:v>
                </c:pt>
                <c:pt idx="1183">
                  <c:v>2.44</c:v>
                </c:pt>
                <c:pt idx="1184">
                  <c:v>1.57</c:v>
                </c:pt>
                <c:pt idx="1185">
                  <c:v>2.92</c:v>
                </c:pt>
                <c:pt idx="1186">
                  <c:v>2.92</c:v>
                </c:pt>
                <c:pt idx="1187">
                  <c:v>1.47</c:v>
                </c:pt>
                <c:pt idx="1188">
                  <c:v>3</c:v>
                </c:pt>
                <c:pt idx="1189">
                  <c:v>4.5999999999999996</c:v>
                </c:pt>
                <c:pt idx="1190">
                  <c:v>28.89</c:v>
                </c:pt>
                <c:pt idx="1191">
                  <c:v>40.42</c:v>
                </c:pt>
                <c:pt idx="1192">
                  <c:v>1.52</c:v>
                </c:pt>
                <c:pt idx="1193">
                  <c:v>1.26</c:v>
                </c:pt>
                <c:pt idx="1194">
                  <c:v>1.26</c:v>
                </c:pt>
                <c:pt idx="1195">
                  <c:v>1.26</c:v>
                </c:pt>
                <c:pt idx="1196">
                  <c:v>1.26</c:v>
                </c:pt>
                <c:pt idx="1197">
                  <c:v>0.98</c:v>
                </c:pt>
                <c:pt idx="1198">
                  <c:v>0.35</c:v>
                </c:pt>
                <c:pt idx="1199">
                  <c:v>1.3</c:v>
                </c:pt>
                <c:pt idx="1200">
                  <c:v>3.2</c:v>
                </c:pt>
                <c:pt idx="1201">
                  <c:v>1.45</c:v>
                </c:pt>
                <c:pt idx="1202">
                  <c:v>0.5</c:v>
                </c:pt>
                <c:pt idx="1203">
                  <c:v>1.04</c:v>
                </c:pt>
                <c:pt idx="1204">
                  <c:v>0.96</c:v>
                </c:pt>
                <c:pt idx="1205">
                  <c:v>0.49</c:v>
                </c:pt>
                <c:pt idx="1206">
                  <c:v>0.61</c:v>
                </c:pt>
                <c:pt idx="1207">
                  <c:v>1.87</c:v>
                </c:pt>
                <c:pt idx="1208">
                  <c:v>2.15</c:v>
                </c:pt>
                <c:pt idx="1209">
                  <c:v>0.84</c:v>
                </c:pt>
                <c:pt idx="1210">
                  <c:v>1.23</c:v>
                </c:pt>
                <c:pt idx="1211">
                  <c:v>0.26</c:v>
                </c:pt>
                <c:pt idx="1212">
                  <c:v>0.84</c:v>
                </c:pt>
                <c:pt idx="1213">
                  <c:v>3.93</c:v>
                </c:pt>
                <c:pt idx="1214">
                  <c:v>2.14</c:v>
                </c:pt>
                <c:pt idx="1215">
                  <c:v>2.42</c:v>
                </c:pt>
                <c:pt idx="1216">
                  <c:v>2.4</c:v>
                </c:pt>
                <c:pt idx="1217">
                  <c:v>3.54</c:v>
                </c:pt>
                <c:pt idx="1218">
                  <c:v>3.85</c:v>
                </c:pt>
                <c:pt idx="1219">
                  <c:v>5.79</c:v>
                </c:pt>
                <c:pt idx="1220">
                  <c:v>6.07</c:v>
                </c:pt>
                <c:pt idx="1221">
                  <c:v>6.07</c:v>
                </c:pt>
                <c:pt idx="1222">
                  <c:v>6.11</c:v>
                </c:pt>
                <c:pt idx="1223">
                  <c:v>8.14</c:v>
                </c:pt>
                <c:pt idx="1224">
                  <c:v>4.05</c:v>
                </c:pt>
                <c:pt idx="1225">
                  <c:v>7.87</c:v>
                </c:pt>
                <c:pt idx="1226">
                  <c:v>6.74</c:v>
                </c:pt>
                <c:pt idx="1227">
                  <c:v>13.89</c:v>
                </c:pt>
                <c:pt idx="1228">
                  <c:v>11.43</c:v>
                </c:pt>
                <c:pt idx="1229">
                  <c:v>3.16</c:v>
                </c:pt>
                <c:pt idx="1230">
                  <c:v>3.49</c:v>
                </c:pt>
                <c:pt idx="1231">
                  <c:v>8.9499999999999993</c:v>
                </c:pt>
                <c:pt idx="1232">
                  <c:v>5.83</c:v>
                </c:pt>
                <c:pt idx="1233">
                  <c:v>3.69</c:v>
                </c:pt>
                <c:pt idx="1234">
                  <c:v>4.22</c:v>
                </c:pt>
                <c:pt idx="1235">
                  <c:v>0.92</c:v>
                </c:pt>
                <c:pt idx="1236">
                  <c:v>4.71</c:v>
                </c:pt>
                <c:pt idx="1237">
                  <c:v>7.07</c:v>
                </c:pt>
                <c:pt idx="1238">
                  <c:v>2.57</c:v>
                </c:pt>
                <c:pt idx="1239">
                  <c:v>1.1100000000000001</c:v>
                </c:pt>
                <c:pt idx="1240">
                  <c:v>2.5499999999999998</c:v>
                </c:pt>
                <c:pt idx="1241">
                  <c:v>4.6399999999999997</c:v>
                </c:pt>
                <c:pt idx="1242">
                  <c:v>4.88</c:v>
                </c:pt>
                <c:pt idx="1243">
                  <c:v>1.41</c:v>
                </c:pt>
                <c:pt idx="1244">
                  <c:v>1.68</c:v>
                </c:pt>
                <c:pt idx="1245">
                  <c:v>1.2</c:v>
                </c:pt>
                <c:pt idx="1246">
                  <c:v>2.61</c:v>
                </c:pt>
                <c:pt idx="1247">
                  <c:v>5.03</c:v>
                </c:pt>
                <c:pt idx="1248">
                  <c:v>1.39</c:v>
                </c:pt>
                <c:pt idx="1249">
                  <c:v>1.24</c:v>
                </c:pt>
                <c:pt idx="1250">
                  <c:v>2.72</c:v>
                </c:pt>
                <c:pt idx="1251">
                  <c:v>1.37</c:v>
                </c:pt>
                <c:pt idx="1252">
                  <c:v>2.92</c:v>
                </c:pt>
                <c:pt idx="1253">
                  <c:v>3.86</c:v>
                </c:pt>
                <c:pt idx="1254">
                  <c:v>1.25</c:v>
                </c:pt>
                <c:pt idx="1255">
                  <c:v>0.61</c:v>
                </c:pt>
                <c:pt idx="1256">
                  <c:v>3.4</c:v>
                </c:pt>
                <c:pt idx="1257">
                  <c:v>4.05</c:v>
                </c:pt>
                <c:pt idx="1258">
                  <c:v>1.66</c:v>
                </c:pt>
                <c:pt idx="1259">
                  <c:v>5.78</c:v>
                </c:pt>
                <c:pt idx="1260">
                  <c:v>3.51</c:v>
                </c:pt>
                <c:pt idx="1261">
                  <c:v>1.46</c:v>
                </c:pt>
                <c:pt idx="1262">
                  <c:v>0.98</c:v>
                </c:pt>
                <c:pt idx="1263">
                  <c:v>1.48</c:v>
                </c:pt>
                <c:pt idx="1264">
                  <c:v>3.65</c:v>
                </c:pt>
                <c:pt idx="1265">
                  <c:v>3.58</c:v>
                </c:pt>
                <c:pt idx="1266">
                  <c:v>5.54</c:v>
                </c:pt>
                <c:pt idx="1267">
                  <c:v>4.26</c:v>
                </c:pt>
                <c:pt idx="1268">
                  <c:v>7.64</c:v>
                </c:pt>
                <c:pt idx="1269">
                  <c:v>4.16</c:v>
                </c:pt>
                <c:pt idx="1270">
                  <c:v>3.31</c:v>
                </c:pt>
                <c:pt idx="1271">
                  <c:v>7.87</c:v>
                </c:pt>
                <c:pt idx="1272">
                  <c:v>8.16</c:v>
                </c:pt>
                <c:pt idx="1273">
                  <c:v>11.04</c:v>
                </c:pt>
                <c:pt idx="1274">
                  <c:v>11.44</c:v>
                </c:pt>
                <c:pt idx="1275">
                  <c:v>4.08</c:v>
                </c:pt>
                <c:pt idx="1276">
                  <c:v>9.1199999999999992</c:v>
                </c:pt>
                <c:pt idx="1277">
                  <c:v>10.35</c:v>
                </c:pt>
                <c:pt idx="1278">
                  <c:v>2.2799999999999998</c:v>
                </c:pt>
                <c:pt idx="1279">
                  <c:v>3.91</c:v>
                </c:pt>
                <c:pt idx="1280">
                  <c:v>7.66</c:v>
                </c:pt>
                <c:pt idx="1281">
                  <c:v>18.690000000000001</c:v>
                </c:pt>
                <c:pt idx="1282">
                  <c:v>3.52</c:v>
                </c:pt>
                <c:pt idx="1283">
                  <c:v>10.58</c:v>
                </c:pt>
                <c:pt idx="1284">
                  <c:v>10.58</c:v>
                </c:pt>
                <c:pt idx="1285">
                  <c:v>7.24</c:v>
                </c:pt>
                <c:pt idx="1286">
                  <c:v>12.34</c:v>
                </c:pt>
                <c:pt idx="1287">
                  <c:v>7.95</c:v>
                </c:pt>
                <c:pt idx="1288">
                  <c:v>9.83</c:v>
                </c:pt>
                <c:pt idx="1289">
                  <c:v>14.11</c:v>
                </c:pt>
                <c:pt idx="1290">
                  <c:v>10.77</c:v>
                </c:pt>
                <c:pt idx="1291">
                  <c:v>11.09</c:v>
                </c:pt>
                <c:pt idx="1292">
                  <c:v>14.04</c:v>
                </c:pt>
                <c:pt idx="1293">
                  <c:v>22.37</c:v>
                </c:pt>
                <c:pt idx="1294">
                  <c:v>22.37</c:v>
                </c:pt>
                <c:pt idx="1295">
                  <c:v>11.32</c:v>
                </c:pt>
                <c:pt idx="1296">
                  <c:v>6.63</c:v>
                </c:pt>
                <c:pt idx="1297">
                  <c:v>7.37</c:v>
                </c:pt>
                <c:pt idx="1298">
                  <c:v>10.56</c:v>
                </c:pt>
                <c:pt idx="1299">
                  <c:v>15.51</c:v>
                </c:pt>
                <c:pt idx="1300">
                  <c:v>14.17</c:v>
                </c:pt>
                <c:pt idx="1301">
                  <c:v>10.66</c:v>
                </c:pt>
                <c:pt idx="1302">
                  <c:v>6.37</c:v>
                </c:pt>
                <c:pt idx="1303">
                  <c:v>10.61</c:v>
                </c:pt>
                <c:pt idx="1304">
                  <c:v>8.1300000000000008</c:v>
                </c:pt>
                <c:pt idx="1305">
                  <c:v>21.71</c:v>
                </c:pt>
                <c:pt idx="1306">
                  <c:v>6.18</c:v>
                </c:pt>
                <c:pt idx="1307">
                  <c:v>7.1</c:v>
                </c:pt>
                <c:pt idx="1308">
                  <c:v>12.76</c:v>
                </c:pt>
                <c:pt idx="1309">
                  <c:v>6.26</c:v>
                </c:pt>
                <c:pt idx="1310">
                  <c:v>6.94</c:v>
                </c:pt>
                <c:pt idx="1311">
                  <c:v>10.39</c:v>
                </c:pt>
                <c:pt idx="1312">
                  <c:v>8.91</c:v>
                </c:pt>
                <c:pt idx="1313">
                  <c:v>12.78</c:v>
                </c:pt>
                <c:pt idx="1314">
                  <c:v>29.82</c:v>
                </c:pt>
                <c:pt idx="1315">
                  <c:v>69.09</c:v>
                </c:pt>
                <c:pt idx="1316">
                  <c:v>9.85</c:v>
                </c:pt>
                <c:pt idx="1317">
                  <c:v>18.559999999999999</c:v>
                </c:pt>
                <c:pt idx="1318">
                  <c:v>11.4</c:v>
                </c:pt>
                <c:pt idx="1319">
                  <c:v>5.41</c:v>
                </c:pt>
                <c:pt idx="1320">
                  <c:v>7.32</c:v>
                </c:pt>
                <c:pt idx="1321">
                  <c:v>4.6399999999999997</c:v>
                </c:pt>
                <c:pt idx="1322">
                  <c:v>23.25</c:v>
                </c:pt>
                <c:pt idx="1323">
                  <c:v>22.14</c:v>
                </c:pt>
                <c:pt idx="1324">
                  <c:v>20.36</c:v>
                </c:pt>
                <c:pt idx="1325">
                  <c:v>14.65</c:v>
                </c:pt>
                <c:pt idx="1326">
                  <c:v>10.97</c:v>
                </c:pt>
                <c:pt idx="1327">
                  <c:v>15.5</c:v>
                </c:pt>
                <c:pt idx="1328">
                  <c:v>5.51</c:v>
                </c:pt>
                <c:pt idx="1329">
                  <c:v>5.94</c:v>
                </c:pt>
                <c:pt idx="1330">
                  <c:v>1.74</c:v>
                </c:pt>
                <c:pt idx="1331">
                  <c:v>2.78</c:v>
                </c:pt>
                <c:pt idx="1332">
                  <c:v>3.89</c:v>
                </c:pt>
                <c:pt idx="1333">
                  <c:v>5.54</c:v>
                </c:pt>
                <c:pt idx="1334">
                  <c:v>25.65</c:v>
                </c:pt>
                <c:pt idx="1335">
                  <c:v>3.49</c:v>
                </c:pt>
                <c:pt idx="1336">
                  <c:v>10.31</c:v>
                </c:pt>
                <c:pt idx="1337">
                  <c:v>3.38</c:v>
                </c:pt>
                <c:pt idx="1338">
                  <c:v>4.79</c:v>
                </c:pt>
                <c:pt idx="1339">
                  <c:v>9.99</c:v>
                </c:pt>
                <c:pt idx="1340">
                  <c:v>7.23</c:v>
                </c:pt>
                <c:pt idx="1341">
                  <c:v>7.23</c:v>
                </c:pt>
                <c:pt idx="1342">
                  <c:v>14.55</c:v>
                </c:pt>
                <c:pt idx="1343">
                  <c:v>11.91</c:v>
                </c:pt>
                <c:pt idx="1344">
                  <c:v>10.63</c:v>
                </c:pt>
                <c:pt idx="1345">
                  <c:v>6.83</c:v>
                </c:pt>
                <c:pt idx="1346">
                  <c:v>6.52</c:v>
                </c:pt>
                <c:pt idx="1347">
                  <c:v>12.65</c:v>
                </c:pt>
                <c:pt idx="1348">
                  <c:v>10.45</c:v>
                </c:pt>
                <c:pt idx="1349">
                  <c:v>11.66</c:v>
                </c:pt>
                <c:pt idx="1350">
                  <c:v>21.98</c:v>
                </c:pt>
                <c:pt idx="1351">
                  <c:v>26.68</c:v>
                </c:pt>
                <c:pt idx="1352">
                  <c:v>26.68</c:v>
                </c:pt>
                <c:pt idx="1353">
                  <c:v>26.68</c:v>
                </c:pt>
                <c:pt idx="1354">
                  <c:v>15.88</c:v>
                </c:pt>
                <c:pt idx="1355">
                  <c:v>9.36</c:v>
                </c:pt>
                <c:pt idx="1356">
                  <c:v>17.61</c:v>
                </c:pt>
                <c:pt idx="1357">
                  <c:v>8.3800000000000008</c:v>
                </c:pt>
                <c:pt idx="1358">
                  <c:v>7.41</c:v>
                </c:pt>
                <c:pt idx="1359">
                  <c:v>9.75</c:v>
                </c:pt>
                <c:pt idx="1360">
                  <c:v>13.3</c:v>
                </c:pt>
                <c:pt idx="1361">
                  <c:v>23.8</c:v>
                </c:pt>
                <c:pt idx="1362">
                  <c:v>13.63</c:v>
                </c:pt>
                <c:pt idx="1363">
                  <c:v>19.170000000000002</c:v>
                </c:pt>
                <c:pt idx="1364">
                  <c:v>11.36</c:v>
                </c:pt>
                <c:pt idx="1365">
                  <c:v>11.91</c:v>
                </c:pt>
                <c:pt idx="1366">
                  <c:v>20.73</c:v>
                </c:pt>
                <c:pt idx="1367">
                  <c:v>27.49</c:v>
                </c:pt>
                <c:pt idx="1368">
                  <c:v>25.46</c:v>
                </c:pt>
                <c:pt idx="1369">
                  <c:v>14.8</c:v>
                </c:pt>
                <c:pt idx="1370">
                  <c:v>14.51</c:v>
                </c:pt>
                <c:pt idx="1371">
                  <c:v>18.12</c:v>
                </c:pt>
                <c:pt idx="1372">
                  <c:v>13.86</c:v>
                </c:pt>
                <c:pt idx="1373">
                  <c:v>25.19</c:v>
                </c:pt>
                <c:pt idx="1374">
                  <c:v>41.06</c:v>
                </c:pt>
                <c:pt idx="1375">
                  <c:v>22.57</c:v>
                </c:pt>
                <c:pt idx="1376">
                  <c:v>12.75</c:v>
                </c:pt>
                <c:pt idx="1377">
                  <c:v>16.54</c:v>
                </c:pt>
                <c:pt idx="1378">
                  <c:v>14.33</c:v>
                </c:pt>
                <c:pt idx="1379">
                  <c:v>23.81</c:v>
                </c:pt>
                <c:pt idx="1380">
                  <c:v>9.9700000000000006</c:v>
                </c:pt>
                <c:pt idx="1381">
                  <c:v>6.82</c:v>
                </c:pt>
                <c:pt idx="1382">
                  <c:v>6.82</c:v>
                </c:pt>
                <c:pt idx="1383">
                  <c:v>6.82</c:v>
                </c:pt>
                <c:pt idx="1384">
                  <c:v>22.56</c:v>
                </c:pt>
                <c:pt idx="1385">
                  <c:v>50.71</c:v>
                </c:pt>
                <c:pt idx="1386">
                  <c:v>20.59</c:v>
                </c:pt>
                <c:pt idx="1387">
                  <c:v>20.59</c:v>
                </c:pt>
                <c:pt idx="1388">
                  <c:v>15.87</c:v>
                </c:pt>
                <c:pt idx="1389">
                  <c:v>7.73</c:v>
                </c:pt>
                <c:pt idx="1390">
                  <c:v>17.52</c:v>
                </c:pt>
                <c:pt idx="1391">
                  <c:v>13.98</c:v>
                </c:pt>
                <c:pt idx="1392">
                  <c:v>9.9499999999999993</c:v>
                </c:pt>
                <c:pt idx="1393">
                  <c:v>8.52</c:v>
                </c:pt>
                <c:pt idx="1394">
                  <c:v>10.39</c:v>
                </c:pt>
                <c:pt idx="1395">
                  <c:v>19.2</c:v>
                </c:pt>
                <c:pt idx="1396">
                  <c:v>6.39</c:v>
                </c:pt>
                <c:pt idx="1397">
                  <c:v>7.53</c:v>
                </c:pt>
                <c:pt idx="1398">
                  <c:v>5.2</c:v>
                </c:pt>
                <c:pt idx="1399">
                  <c:v>9.31</c:v>
                </c:pt>
                <c:pt idx="1400">
                  <c:v>10.8</c:v>
                </c:pt>
                <c:pt idx="1401">
                  <c:v>21.14</c:v>
                </c:pt>
                <c:pt idx="1402">
                  <c:v>58.41</c:v>
                </c:pt>
                <c:pt idx="1403">
                  <c:v>14.97</c:v>
                </c:pt>
                <c:pt idx="1404">
                  <c:v>7.95</c:v>
                </c:pt>
                <c:pt idx="1405">
                  <c:v>5.52</c:v>
                </c:pt>
                <c:pt idx="1406">
                  <c:v>4.8099999999999996</c:v>
                </c:pt>
                <c:pt idx="1407">
                  <c:v>5.03</c:v>
                </c:pt>
                <c:pt idx="1408">
                  <c:v>7.09</c:v>
                </c:pt>
                <c:pt idx="1409">
                  <c:v>4.4000000000000004</c:v>
                </c:pt>
                <c:pt idx="1410">
                  <c:v>4</c:v>
                </c:pt>
                <c:pt idx="1411">
                  <c:v>9.4700000000000006</c:v>
                </c:pt>
                <c:pt idx="1412">
                  <c:v>19.809999999999999</c:v>
                </c:pt>
                <c:pt idx="1413">
                  <c:v>3.21</c:v>
                </c:pt>
                <c:pt idx="1414">
                  <c:v>5.64</c:v>
                </c:pt>
                <c:pt idx="1415">
                  <c:v>3.94</c:v>
                </c:pt>
                <c:pt idx="1416">
                  <c:v>3.01</c:v>
                </c:pt>
                <c:pt idx="1417">
                  <c:v>11.13</c:v>
                </c:pt>
                <c:pt idx="1418">
                  <c:v>4.3499999999999996</c:v>
                </c:pt>
                <c:pt idx="1419">
                  <c:v>5.95</c:v>
                </c:pt>
                <c:pt idx="1420">
                  <c:v>7.88</c:v>
                </c:pt>
                <c:pt idx="1421">
                  <c:v>10.119999999999999</c:v>
                </c:pt>
                <c:pt idx="1422">
                  <c:v>3.69</c:v>
                </c:pt>
                <c:pt idx="1423">
                  <c:v>2.99</c:v>
                </c:pt>
                <c:pt idx="1424">
                  <c:v>8.4499999999999993</c:v>
                </c:pt>
                <c:pt idx="1425">
                  <c:v>2.13</c:v>
                </c:pt>
                <c:pt idx="1426">
                  <c:v>4.26</c:v>
                </c:pt>
                <c:pt idx="1427">
                  <c:v>4.2300000000000004</c:v>
                </c:pt>
                <c:pt idx="1428">
                  <c:v>9.56</c:v>
                </c:pt>
                <c:pt idx="1429">
                  <c:v>29.75</c:v>
                </c:pt>
                <c:pt idx="1430">
                  <c:v>3.42</c:v>
                </c:pt>
                <c:pt idx="1431">
                  <c:v>3.42</c:v>
                </c:pt>
                <c:pt idx="1432">
                  <c:v>4.54</c:v>
                </c:pt>
                <c:pt idx="1433">
                  <c:v>13.52</c:v>
                </c:pt>
                <c:pt idx="1434">
                  <c:v>3.24</c:v>
                </c:pt>
                <c:pt idx="1435">
                  <c:v>3.78</c:v>
                </c:pt>
                <c:pt idx="1436">
                  <c:v>8.35</c:v>
                </c:pt>
                <c:pt idx="1437">
                  <c:v>7.74</c:v>
                </c:pt>
                <c:pt idx="1438">
                  <c:v>4.1100000000000003</c:v>
                </c:pt>
                <c:pt idx="1439">
                  <c:v>4.5999999999999996</c:v>
                </c:pt>
                <c:pt idx="1440">
                  <c:v>10.19</c:v>
                </c:pt>
                <c:pt idx="1441">
                  <c:v>17.440000000000001</c:v>
                </c:pt>
                <c:pt idx="1442">
                  <c:v>17.440000000000001</c:v>
                </c:pt>
                <c:pt idx="1443">
                  <c:v>13.67</c:v>
                </c:pt>
                <c:pt idx="1444">
                  <c:v>10.54</c:v>
                </c:pt>
                <c:pt idx="1445">
                  <c:v>11.6</c:v>
                </c:pt>
                <c:pt idx="1446">
                  <c:v>10.57</c:v>
                </c:pt>
                <c:pt idx="1447">
                  <c:v>10.57</c:v>
                </c:pt>
                <c:pt idx="1448">
                  <c:v>10.57</c:v>
                </c:pt>
                <c:pt idx="1449">
                  <c:v>10.57</c:v>
                </c:pt>
                <c:pt idx="1450">
                  <c:v>10.25</c:v>
                </c:pt>
                <c:pt idx="1451">
                  <c:v>5.8</c:v>
                </c:pt>
                <c:pt idx="1452">
                  <c:v>12.37</c:v>
                </c:pt>
                <c:pt idx="1453">
                  <c:v>8.4600000000000009</c:v>
                </c:pt>
                <c:pt idx="1454">
                  <c:v>15.5</c:v>
                </c:pt>
                <c:pt idx="1455">
                  <c:v>9.77</c:v>
                </c:pt>
                <c:pt idx="1456">
                  <c:v>42.08</c:v>
                </c:pt>
                <c:pt idx="1457">
                  <c:v>6.08</c:v>
                </c:pt>
                <c:pt idx="1458">
                  <c:v>3.8</c:v>
                </c:pt>
                <c:pt idx="1459">
                  <c:v>6.86</c:v>
                </c:pt>
                <c:pt idx="1460">
                  <c:v>4.78</c:v>
                </c:pt>
                <c:pt idx="1461">
                  <c:v>11.93</c:v>
                </c:pt>
                <c:pt idx="1462">
                  <c:v>29.59</c:v>
                </c:pt>
                <c:pt idx="1463">
                  <c:v>17.86</c:v>
                </c:pt>
                <c:pt idx="1464">
                  <c:v>6.35</c:v>
                </c:pt>
                <c:pt idx="1465">
                  <c:v>10.1</c:v>
                </c:pt>
                <c:pt idx="1466">
                  <c:v>11.24</c:v>
                </c:pt>
                <c:pt idx="1467">
                  <c:v>4.83</c:v>
                </c:pt>
                <c:pt idx="1468">
                  <c:v>2.0099999999999998</c:v>
                </c:pt>
                <c:pt idx="1469">
                  <c:v>3.31</c:v>
                </c:pt>
                <c:pt idx="1470">
                  <c:v>10.94</c:v>
                </c:pt>
                <c:pt idx="1471">
                  <c:v>4.2</c:v>
                </c:pt>
                <c:pt idx="1472">
                  <c:v>5.03</c:v>
                </c:pt>
                <c:pt idx="1473">
                  <c:v>2.78</c:v>
                </c:pt>
                <c:pt idx="1474">
                  <c:v>7.65</c:v>
                </c:pt>
                <c:pt idx="1475">
                  <c:v>17.04</c:v>
                </c:pt>
                <c:pt idx="1476">
                  <c:v>22.91</c:v>
                </c:pt>
                <c:pt idx="1477">
                  <c:v>18.62</c:v>
                </c:pt>
                <c:pt idx="1478">
                  <c:v>9.57</c:v>
                </c:pt>
                <c:pt idx="1479">
                  <c:v>21.28</c:v>
                </c:pt>
                <c:pt idx="1480">
                  <c:v>51.12</c:v>
                </c:pt>
                <c:pt idx="1481">
                  <c:v>51.12</c:v>
                </c:pt>
                <c:pt idx="1482">
                  <c:v>11.52</c:v>
                </c:pt>
                <c:pt idx="1483">
                  <c:v>7.02</c:v>
                </c:pt>
                <c:pt idx="1484">
                  <c:v>6.74</c:v>
                </c:pt>
                <c:pt idx="1485">
                  <c:v>19.07</c:v>
                </c:pt>
                <c:pt idx="1486">
                  <c:v>7.75</c:v>
                </c:pt>
                <c:pt idx="1487">
                  <c:v>6.48</c:v>
                </c:pt>
                <c:pt idx="1488">
                  <c:v>3.92</c:v>
                </c:pt>
                <c:pt idx="1489">
                  <c:v>8.51</c:v>
                </c:pt>
                <c:pt idx="1490">
                  <c:v>8.06</c:v>
                </c:pt>
                <c:pt idx="1491">
                  <c:v>5.34</c:v>
                </c:pt>
                <c:pt idx="1492">
                  <c:v>4.4800000000000004</c:v>
                </c:pt>
                <c:pt idx="1493">
                  <c:v>6.62</c:v>
                </c:pt>
                <c:pt idx="1494">
                  <c:v>6.65</c:v>
                </c:pt>
                <c:pt idx="1495">
                  <c:v>8.02</c:v>
                </c:pt>
                <c:pt idx="1496">
                  <c:v>7.77</c:v>
                </c:pt>
                <c:pt idx="1497">
                  <c:v>7.62</c:v>
                </c:pt>
                <c:pt idx="1498">
                  <c:v>3.92</c:v>
                </c:pt>
                <c:pt idx="1499">
                  <c:v>4.09</c:v>
                </c:pt>
                <c:pt idx="1500">
                  <c:v>8.08</c:v>
                </c:pt>
                <c:pt idx="1501">
                  <c:v>3.27</c:v>
                </c:pt>
                <c:pt idx="1502">
                  <c:v>8.2799999999999994</c:v>
                </c:pt>
                <c:pt idx="1503">
                  <c:v>6.83</c:v>
                </c:pt>
                <c:pt idx="1504">
                  <c:v>16.14</c:v>
                </c:pt>
                <c:pt idx="1505">
                  <c:v>8.16</c:v>
                </c:pt>
                <c:pt idx="1506">
                  <c:v>9.08</c:v>
                </c:pt>
                <c:pt idx="1507">
                  <c:v>11.64</c:v>
                </c:pt>
                <c:pt idx="1508">
                  <c:v>16.09</c:v>
                </c:pt>
                <c:pt idx="1509">
                  <c:v>7.92</c:v>
                </c:pt>
                <c:pt idx="1510">
                  <c:v>14.29</c:v>
                </c:pt>
                <c:pt idx="1511">
                  <c:v>27.15</c:v>
                </c:pt>
                <c:pt idx="1512">
                  <c:v>20.64</c:v>
                </c:pt>
                <c:pt idx="1513">
                  <c:v>63.57</c:v>
                </c:pt>
                <c:pt idx="1514">
                  <c:v>22.26</c:v>
                </c:pt>
                <c:pt idx="1515">
                  <c:v>83.71</c:v>
                </c:pt>
                <c:pt idx="1516">
                  <c:v>13.15</c:v>
                </c:pt>
                <c:pt idx="1517">
                  <c:v>32.409999999999997</c:v>
                </c:pt>
                <c:pt idx="1518">
                  <c:v>146.91999999999999</c:v>
                </c:pt>
                <c:pt idx="1519">
                  <c:v>7.32</c:v>
                </c:pt>
                <c:pt idx="1520">
                  <c:v>5.62</c:v>
                </c:pt>
                <c:pt idx="1521">
                  <c:v>2.4300000000000002</c:v>
                </c:pt>
                <c:pt idx="1522">
                  <c:v>2.95</c:v>
                </c:pt>
                <c:pt idx="1523">
                  <c:v>16.670000000000002</c:v>
                </c:pt>
                <c:pt idx="1524">
                  <c:v>6.2</c:v>
                </c:pt>
                <c:pt idx="1525">
                  <c:v>6.94</c:v>
                </c:pt>
                <c:pt idx="1526">
                  <c:v>2.82</c:v>
                </c:pt>
                <c:pt idx="1527">
                  <c:v>3</c:v>
                </c:pt>
                <c:pt idx="1528">
                  <c:v>3.57</c:v>
                </c:pt>
                <c:pt idx="1529">
                  <c:v>4.49</c:v>
                </c:pt>
                <c:pt idx="1530">
                  <c:v>9.0500000000000007</c:v>
                </c:pt>
                <c:pt idx="1531">
                  <c:v>4.99</c:v>
                </c:pt>
                <c:pt idx="1532">
                  <c:v>8.11</c:v>
                </c:pt>
                <c:pt idx="1533">
                  <c:v>3.85</c:v>
                </c:pt>
                <c:pt idx="1534">
                  <c:v>5.62</c:v>
                </c:pt>
                <c:pt idx="1535">
                  <c:v>9.42</c:v>
                </c:pt>
                <c:pt idx="1536">
                  <c:v>4.75</c:v>
                </c:pt>
                <c:pt idx="1537">
                  <c:v>17.989999999999998</c:v>
                </c:pt>
                <c:pt idx="1538">
                  <c:v>10.54</c:v>
                </c:pt>
                <c:pt idx="1539">
                  <c:v>36.75</c:v>
                </c:pt>
                <c:pt idx="1540">
                  <c:v>10.3</c:v>
                </c:pt>
                <c:pt idx="1541">
                  <c:v>9.0399999999999991</c:v>
                </c:pt>
                <c:pt idx="1542">
                  <c:v>5.01</c:v>
                </c:pt>
                <c:pt idx="1543">
                  <c:v>8.36</c:v>
                </c:pt>
                <c:pt idx="1544">
                  <c:v>6.11</c:v>
                </c:pt>
                <c:pt idx="1545">
                  <c:v>11.9</c:v>
                </c:pt>
                <c:pt idx="1546">
                  <c:v>5.09</c:v>
                </c:pt>
                <c:pt idx="1547">
                  <c:v>1.03</c:v>
                </c:pt>
                <c:pt idx="1548">
                  <c:v>1.88</c:v>
                </c:pt>
                <c:pt idx="1549">
                  <c:v>1.18</c:v>
                </c:pt>
                <c:pt idx="1550">
                  <c:v>2.2400000000000002</c:v>
                </c:pt>
                <c:pt idx="1551">
                  <c:v>5.52</c:v>
                </c:pt>
                <c:pt idx="1552">
                  <c:v>12</c:v>
                </c:pt>
                <c:pt idx="1553">
                  <c:v>1.89</c:v>
                </c:pt>
                <c:pt idx="1554">
                  <c:v>0.56999999999999995</c:v>
                </c:pt>
                <c:pt idx="1555">
                  <c:v>0.56999999999999995</c:v>
                </c:pt>
                <c:pt idx="1556">
                  <c:v>1.17</c:v>
                </c:pt>
                <c:pt idx="1557">
                  <c:v>1.17</c:v>
                </c:pt>
                <c:pt idx="1558">
                  <c:v>1.17</c:v>
                </c:pt>
                <c:pt idx="1559">
                  <c:v>1.48</c:v>
                </c:pt>
                <c:pt idx="1560">
                  <c:v>1.68</c:v>
                </c:pt>
                <c:pt idx="1561">
                  <c:v>1.75</c:v>
                </c:pt>
                <c:pt idx="1562">
                  <c:v>2.27</c:v>
                </c:pt>
                <c:pt idx="1563">
                  <c:v>1.07</c:v>
                </c:pt>
                <c:pt idx="1564">
                  <c:v>1.85</c:v>
                </c:pt>
                <c:pt idx="1565">
                  <c:v>0.8</c:v>
                </c:pt>
                <c:pt idx="1566">
                  <c:v>1.9</c:v>
                </c:pt>
                <c:pt idx="1567">
                  <c:v>0.62</c:v>
                </c:pt>
                <c:pt idx="1568">
                  <c:v>1.06</c:v>
                </c:pt>
                <c:pt idx="1569">
                  <c:v>1.06</c:v>
                </c:pt>
                <c:pt idx="1570">
                  <c:v>2.92</c:v>
                </c:pt>
                <c:pt idx="1571">
                  <c:v>2.4700000000000002</c:v>
                </c:pt>
                <c:pt idx="1572">
                  <c:v>2.76</c:v>
                </c:pt>
                <c:pt idx="1573">
                  <c:v>11.05</c:v>
                </c:pt>
                <c:pt idx="1574">
                  <c:v>6.31</c:v>
                </c:pt>
                <c:pt idx="1575">
                  <c:v>8.15</c:v>
                </c:pt>
                <c:pt idx="1576">
                  <c:v>2.13</c:v>
                </c:pt>
                <c:pt idx="1577">
                  <c:v>2.5099999999999998</c:v>
                </c:pt>
                <c:pt idx="1578">
                  <c:v>5.46</c:v>
                </c:pt>
                <c:pt idx="1579">
                  <c:v>4.08</c:v>
                </c:pt>
                <c:pt idx="1580">
                  <c:v>3.28</c:v>
                </c:pt>
                <c:pt idx="1581">
                  <c:v>4.8</c:v>
                </c:pt>
                <c:pt idx="1582">
                  <c:v>4.1100000000000003</c:v>
                </c:pt>
                <c:pt idx="1583">
                  <c:v>2.29</c:v>
                </c:pt>
                <c:pt idx="1584">
                  <c:v>4.07</c:v>
                </c:pt>
                <c:pt idx="1585">
                  <c:v>1.87</c:v>
                </c:pt>
                <c:pt idx="1586">
                  <c:v>2.37</c:v>
                </c:pt>
                <c:pt idx="1587">
                  <c:v>9.51</c:v>
                </c:pt>
                <c:pt idx="1588">
                  <c:v>5.97</c:v>
                </c:pt>
                <c:pt idx="1589">
                  <c:v>2.81</c:v>
                </c:pt>
                <c:pt idx="1590">
                  <c:v>5.97</c:v>
                </c:pt>
                <c:pt idx="1591">
                  <c:v>10.24</c:v>
                </c:pt>
                <c:pt idx="1592">
                  <c:v>5.65</c:v>
                </c:pt>
                <c:pt idx="1593">
                  <c:v>5.38</c:v>
                </c:pt>
                <c:pt idx="1594">
                  <c:v>4.37</c:v>
                </c:pt>
                <c:pt idx="1595">
                  <c:v>7.09</c:v>
                </c:pt>
                <c:pt idx="1596">
                  <c:v>3.53</c:v>
                </c:pt>
                <c:pt idx="1597">
                  <c:v>4.04</c:v>
                </c:pt>
                <c:pt idx="1598">
                  <c:v>4.28</c:v>
                </c:pt>
                <c:pt idx="1599">
                  <c:v>3.71</c:v>
                </c:pt>
                <c:pt idx="1600">
                  <c:v>5.37</c:v>
                </c:pt>
                <c:pt idx="1601">
                  <c:v>4.54</c:v>
                </c:pt>
                <c:pt idx="1602">
                  <c:v>5.75</c:v>
                </c:pt>
                <c:pt idx="1603">
                  <c:v>4.53</c:v>
                </c:pt>
                <c:pt idx="1604">
                  <c:v>5.38</c:v>
                </c:pt>
                <c:pt idx="1605">
                  <c:v>6.7</c:v>
                </c:pt>
                <c:pt idx="1606">
                  <c:v>6.3</c:v>
                </c:pt>
                <c:pt idx="1607">
                  <c:v>5.1100000000000003</c:v>
                </c:pt>
                <c:pt idx="1608">
                  <c:v>7.75</c:v>
                </c:pt>
                <c:pt idx="1609">
                  <c:v>4.18</c:v>
                </c:pt>
                <c:pt idx="1610">
                  <c:v>5.45</c:v>
                </c:pt>
                <c:pt idx="1611">
                  <c:v>11.96</c:v>
                </c:pt>
                <c:pt idx="1612">
                  <c:v>19.78</c:v>
                </c:pt>
                <c:pt idx="1613">
                  <c:v>12.93</c:v>
                </c:pt>
                <c:pt idx="1614">
                  <c:v>8.75</c:v>
                </c:pt>
                <c:pt idx="1615">
                  <c:v>12.77</c:v>
                </c:pt>
                <c:pt idx="1616">
                  <c:v>23.06</c:v>
                </c:pt>
                <c:pt idx="1617">
                  <c:v>8.58</c:v>
                </c:pt>
                <c:pt idx="1618">
                  <c:v>19.28</c:v>
                </c:pt>
                <c:pt idx="1619">
                  <c:v>20.46</c:v>
                </c:pt>
                <c:pt idx="1620">
                  <c:v>21.93</c:v>
                </c:pt>
                <c:pt idx="1621">
                  <c:v>54.08</c:v>
                </c:pt>
                <c:pt idx="1622">
                  <c:v>12.53</c:v>
                </c:pt>
                <c:pt idx="1623">
                  <c:v>63.31</c:v>
                </c:pt>
                <c:pt idx="1624">
                  <c:v>11.26</c:v>
                </c:pt>
                <c:pt idx="1625">
                  <c:v>12.16</c:v>
                </c:pt>
                <c:pt idx="1626">
                  <c:v>12.16</c:v>
                </c:pt>
                <c:pt idx="1627">
                  <c:v>12.16</c:v>
                </c:pt>
                <c:pt idx="1628">
                  <c:v>27</c:v>
                </c:pt>
                <c:pt idx="1629">
                  <c:v>142.28</c:v>
                </c:pt>
                <c:pt idx="1630">
                  <c:v>5.94</c:v>
                </c:pt>
                <c:pt idx="1631">
                  <c:v>31.51</c:v>
                </c:pt>
                <c:pt idx="1632">
                  <c:v>2.77</c:v>
                </c:pt>
                <c:pt idx="1633">
                  <c:v>1.3</c:v>
                </c:pt>
                <c:pt idx="1634">
                  <c:v>2.23</c:v>
                </c:pt>
                <c:pt idx="1635">
                  <c:v>3.77</c:v>
                </c:pt>
                <c:pt idx="1636">
                  <c:v>7.48</c:v>
                </c:pt>
                <c:pt idx="1637">
                  <c:v>2.0499999999999998</c:v>
                </c:pt>
                <c:pt idx="1638">
                  <c:v>4.03</c:v>
                </c:pt>
                <c:pt idx="1639">
                  <c:v>1.97</c:v>
                </c:pt>
                <c:pt idx="1640">
                  <c:v>3.13</c:v>
                </c:pt>
                <c:pt idx="1641">
                  <c:v>3.05</c:v>
                </c:pt>
                <c:pt idx="1642">
                  <c:v>1.98</c:v>
                </c:pt>
                <c:pt idx="1643">
                  <c:v>1.44</c:v>
                </c:pt>
                <c:pt idx="1644">
                  <c:v>1.44</c:v>
                </c:pt>
                <c:pt idx="1645">
                  <c:v>1.44</c:v>
                </c:pt>
                <c:pt idx="1646">
                  <c:v>1.47</c:v>
                </c:pt>
                <c:pt idx="1647">
                  <c:v>1.94</c:v>
                </c:pt>
                <c:pt idx="1648">
                  <c:v>1.82</c:v>
                </c:pt>
                <c:pt idx="1649">
                  <c:v>1.82</c:v>
                </c:pt>
                <c:pt idx="1650">
                  <c:v>2.42</c:v>
                </c:pt>
                <c:pt idx="1651">
                  <c:v>1.57</c:v>
                </c:pt>
                <c:pt idx="1652">
                  <c:v>3.34</c:v>
                </c:pt>
                <c:pt idx="1653">
                  <c:v>4.9800000000000004</c:v>
                </c:pt>
                <c:pt idx="1654">
                  <c:v>6.02</c:v>
                </c:pt>
                <c:pt idx="1655">
                  <c:v>6.65</c:v>
                </c:pt>
                <c:pt idx="1656">
                  <c:v>8.61</c:v>
                </c:pt>
                <c:pt idx="1657">
                  <c:v>33.479999999999997</c:v>
                </c:pt>
                <c:pt idx="1658">
                  <c:v>2.52</c:v>
                </c:pt>
                <c:pt idx="1659">
                  <c:v>2.1</c:v>
                </c:pt>
                <c:pt idx="1660">
                  <c:v>1.64</c:v>
                </c:pt>
                <c:pt idx="1661">
                  <c:v>4.13</c:v>
                </c:pt>
                <c:pt idx="1662">
                  <c:v>2.54</c:v>
                </c:pt>
                <c:pt idx="1663">
                  <c:v>4.07</c:v>
                </c:pt>
                <c:pt idx="1664">
                  <c:v>3.53</c:v>
                </c:pt>
                <c:pt idx="1665">
                  <c:v>4.87</c:v>
                </c:pt>
                <c:pt idx="1666">
                  <c:v>4.25</c:v>
                </c:pt>
                <c:pt idx="1667">
                  <c:v>2.89</c:v>
                </c:pt>
                <c:pt idx="1668">
                  <c:v>1.89</c:v>
                </c:pt>
                <c:pt idx="1669">
                  <c:v>2.09</c:v>
                </c:pt>
                <c:pt idx="1670">
                  <c:v>2.65</c:v>
                </c:pt>
                <c:pt idx="1671">
                  <c:v>3.5</c:v>
                </c:pt>
                <c:pt idx="1672">
                  <c:v>12.43</c:v>
                </c:pt>
                <c:pt idx="1673">
                  <c:v>98.87</c:v>
                </c:pt>
                <c:pt idx="1674">
                  <c:v>5.01</c:v>
                </c:pt>
                <c:pt idx="1675">
                  <c:v>2.29</c:v>
                </c:pt>
                <c:pt idx="1676">
                  <c:v>1.5</c:v>
                </c:pt>
                <c:pt idx="1677">
                  <c:v>2.2200000000000002</c:v>
                </c:pt>
                <c:pt idx="1678">
                  <c:v>1.23</c:v>
                </c:pt>
                <c:pt idx="1679">
                  <c:v>1.22</c:v>
                </c:pt>
                <c:pt idx="1680">
                  <c:v>1.62</c:v>
                </c:pt>
                <c:pt idx="1681">
                  <c:v>1.64</c:v>
                </c:pt>
                <c:pt idx="1682">
                  <c:v>1.42</c:v>
                </c:pt>
                <c:pt idx="1683">
                  <c:v>0.72</c:v>
                </c:pt>
                <c:pt idx="1684">
                  <c:v>1.01</c:v>
                </c:pt>
                <c:pt idx="1685">
                  <c:v>2.11</c:v>
                </c:pt>
                <c:pt idx="1686">
                  <c:v>0.8</c:v>
                </c:pt>
                <c:pt idx="1687">
                  <c:v>3.43</c:v>
                </c:pt>
                <c:pt idx="1688">
                  <c:v>3.39</c:v>
                </c:pt>
                <c:pt idx="1689">
                  <c:v>0.88</c:v>
                </c:pt>
                <c:pt idx="1690">
                  <c:v>3.33</c:v>
                </c:pt>
                <c:pt idx="1691">
                  <c:v>2.5099999999999998</c:v>
                </c:pt>
                <c:pt idx="1692">
                  <c:v>0.99</c:v>
                </c:pt>
                <c:pt idx="1693">
                  <c:v>1.3</c:v>
                </c:pt>
                <c:pt idx="1694">
                  <c:v>1.38</c:v>
                </c:pt>
                <c:pt idx="1695">
                  <c:v>1.86</c:v>
                </c:pt>
                <c:pt idx="1696">
                  <c:v>1.81</c:v>
                </c:pt>
                <c:pt idx="1697">
                  <c:v>1.31</c:v>
                </c:pt>
                <c:pt idx="1698">
                  <c:v>1.0900000000000001</c:v>
                </c:pt>
                <c:pt idx="1699">
                  <c:v>1.1499999999999999</c:v>
                </c:pt>
                <c:pt idx="1700">
                  <c:v>1.73</c:v>
                </c:pt>
                <c:pt idx="1701">
                  <c:v>1.22</c:v>
                </c:pt>
                <c:pt idx="1702">
                  <c:v>1.83</c:v>
                </c:pt>
                <c:pt idx="1703">
                  <c:v>2.77</c:v>
                </c:pt>
                <c:pt idx="1704">
                  <c:v>2.77</c:v>
                </c:pt>
                <c:pt idx="1705">
                  <c:v>3.51</c:v>
                </c:pt>
                <c:pt idx="1706">
                  <c:v>1.7</c:v>
                </c:pt>
                <c:pt idx="1707">
                  <c:v>2.3199999999999998</c:v>
                </c:pt>
                <c:pt idx="1708">
                  <c:v>2.3199999999999998</c:v>
                </c:pt>
                <c:pt idx="1709">
                  <c:v>1.93</c:v>
                </c:pt>
                <c:pt idx="1710">
                  <c:v>2.41</c:v>
                </c:pt>
                <c:pt idx="1711">
                  <c:v>2.44</c:v>
                </c:pt>
                <c:pt idx="1712">
                  <c:v>3.54</c:v>
                </c:pt>
                <c:pt idx="1713">
                  <c:v>4.49</c:v>
                </c:pt>
                <c:pt idx="1714">
                  <c:v>3.11</c:v>
                </c:pt>
                <c:pt idx="1715">
                  <c:v>4.74</c:v>
                </c:pt>
                <c:pt idx="1716">
                  <c:v>4.4000000000000004</c:v>
                </c:pt>
                <c:pt idx="1717">
                  <c:v>5.17</c:v>
                </c:pt>
                <c:pt idx="1718">
                  <c:v>4.58</c:v>
                </c:pt>
                <c:pt idx="1719">
                  <c:v>3.47</c:v>
                </c:pt>
                <c:pt idx="1720">
                  <c:v>2.41</c:v>
                </c:pt>
                <c:pt idx="1721">
                  <c:v>9.65</c:v>
                </c:pt>
                <c:pt idx="1722">
                  <c:v>9.65</c:v>
                </c:pt>
                <c:pt idx="1723">
                  <c:v>9.65</c:v>
                </c:pt>
                <c:pt idx="1724">
                  <c:v>4.34</c:v>
                </c:pt>
                <c:pt idx="1725">
                  <c:v>5.85</c:v>
                </c:pt>
                <c:pt idx="1726">
                  <c:v>11.33</c:v>
                </c:pt>
                <c:pt idx="1727">
                  <c:v>12.91</c:v>
                </c:pt>
                <c:pt idx="1728">
                  <c:v>18.57</c:v>
                </c:pt>
                <c:pt idx="1729">
                  <c:v>5.38</c:v>
                </c:pt>
                <c:pt idx="1730">
                  <c:v>12.86</c:v>
                </c:pt>
                <c:pt idx="1731">
                  <c:v>5.53</c:v>
                </c:pt>
                <c:pt idx="1732">
                  <c:v>15.29</c:v>
                </c:pt>
                <c:pt idx="1733">
                  <c:v>17.989999999999998</c:v>
                </c:pt>
                <c:pt idx="1734">
                  <c:v>8.33</c:v>
                </c:pt>
                <c:pt idx="1735">
                  <c:v>4.7300000000000004</c:v>
                </c:pt>
                <c:pt idx="1736">
                  <c:v>9.17</c:v>
                </c:pt>
                <c:pt idx="1737">
                  <c:v>10.050000000000001</c:v>
                </c:pt>
                <c:pt idx="1738">
                  <c:v>8.99</c:v>
                </c:pt>
                <c:pt idx="1739">
                  <c:v>31.38</c:v>
                </c:pt>
                <c:pt idx="1740">
                  <c:v>11.76</c:v>
                </c:pt>
                <c:pt idx="1741">
                  <c:v>101.57</c:v>
                </c:pt>
                <c:pt idx="1742">
                  <c:v>9.83</c:v>
                </c:pt>
                <c:pt idx="1743">
                  <c:v>9.83</c:v>
                </c:pt>
                <c:pt idx="1744">
                  <c:v>10.28</c:v>
                </c:pt>
                <c:pt idx="1745">
                  <c:v>5.18</c:v>
                </c:pt>
                <c:pt idx="1746">
                  <c:v>9.52</c:v>
                </c:pt>
                <c:pt idx="1747">
                  <c:v>9.36</c:v>
                </c:pt>
                <c:pt idx="1748">
                  <c:v>16.329999999999998</c:v>
                </c:pt>
                <c:pt idx="1749">
                  <c:v>14.35</c:v>
                </c:pt>
                <c:pt idx="1750">
                  <c:v>22.51</c:v>
                </c:pt>
                <c:pt idx="1751">
                  <c:v>17.239999999999998</c:v>
                </c:pt>
                <c:pt idx="1752">
                  <c:v>15.26</c:v>
                </c:pt>
                <c:pt idx="1753">
                  <c:v>25.24</c:v>
                </c:pt>
                <c:pt idx="1754">
                  <c:v>25.29</c:v>
                </c:pt>
                <c:pt idx="1755">
                  <c:v>14.56</c:v>
                </c:pt>
                <c:pt idx="1756">
                  <c:v>39.86</c:v>
                </c:pt>
                <c:pt idx="1757">
                  <c:v>30.29</c:v>
                </c:pt>
                <c:pt idx="1758">
                  <c:v>39.85</c:v>
                </c:pt>
                <c:pt idx="1759">
                  <c:v>107.77</c:v>
                </c:pt>
                <c:pt idx="1760">
                  <c:v>239.29</c:v>
                </c:pt>
                <c:pt idx="1761">
                  <c:v>114.27</c:v>
                </c:pt>
                <c:pt idx="1762">
                  <c:v>45.83</c:v>
                </c:pt>
                <c:pt idx="1763">
                  <c:v>486.27</c:v>
                </c:pt>
                <c:pt idx="1764">
                  <c:v>32.89</c:v>
                </c:pt>
                <c:pt idx="1765">
                  <c:v>16.989999999999998</c:v>
                </c:pt>
                <c:pt idx="1766">
                  <c:v>24.44</c:v>
                </c:pt>
                <c:pt idx="1767">
                  <c:v>485.85</c:v>
                </c:pt>
                <c:pt idx="1768">
                  <c:v>75.959999999999994</c:v>
                </c:pt>
                <c:pt idx="1769">
                  <c:v>116.18</c:v>
                </c:pt>
                <c:pt idx="1770">
                  <c:v>410.23</c:v>
                </c:pt>
                <c:pt idx="1771">
                  <c:v>196</c:v>
                </c:pt>
                <c:pt idx="1772">
                  <c:v>68.760000000000005</c:v>
                </c:pt>
                <c:pt idx="1773">
                  <c:v>12.34</c:v>
                </c:pt>
                <c:pt idx="1774">
                  <c:v>0.79</c:v>
                </c:pt>
                <c:pt idx="1775">
                  <c:v>0.51</c:v>
                </c:pt>
                <c:pt idx="1776">
                  <c:v>0.53</c:v>
                </c:pt>
                <c:pt idx="1777">
                  <c:v>0.67</c:v>
                </c:pt>
                <c:pt idx="1778">
                  <c:v>0.66</c:v>
                </c:pt>
                <c:pt idx="1779">
                  <c:v>0.82</c:v>
                </c:pt>
                <c:pt idx="1780">
                  <c:v>0.71</c:v>
                </c:pt>
                <c:pt idx="1781">
                  <c:v>0.59</c:v>
                </c:pt>
                <c:pt idx="1782">
                  <c:v>0.22</c:v>
                </c:pt>
                <c:pt idx="1783">
                  <c:v>1.1299999999999999</c:v>
                </c:pt>
                <c:pt idx="1784">
                  <c:v>1.05</c:v>
                </c:pt>
                <c:pt idx="1785">
                  <c:v>0.37</c:v>
                </c:pt>
                <c:pt idx="1786">
                  <c:v>0.18</c:v>
                </c:pt>
                <c:pt idx="1787">
                  <c:v>0.3</c:v>
                </c:pt>
                <c:pt idx="1788">
                  <c:v>0.42</c:v>
                </c:pt>
                <c:pt idx="1789">
                  <c:v>0.25</c:v>
                </c:pt>
                <c:pt idx="1790">
                  <c:v>0.36</c:v>
                </c:pt>
                <c:pt idx="1791">
                  <c:v>0.89</c:v>
                </c:pt>
                <c:pt idx="1792">
                  <c:v>1.03</c:v>
                </c:pt>
                <c:pt idx="1793">
                  <c:v>1.03</c:v>
                </c:pt>
                <c:pt idx="1794">
                  <c:v>0.32</c:v>
                </c:pt>
                <c:pt idx="1795">
                  <c:v>0.23</c:v>
                </c:pt>
                <c:pt idx="1796">
                  <c:v>0.2</c:v>
                </c:pt>
                <c:pt idx="1797">
                  <c:v>0.7</c:v>
                </c:pt>
                <c:pt idx="1798">
                  <c:v>0.56999999999999995</c:v>
                </c:pt>
                <c:pt idx="1799">
                  <c:v>0.59</c:v>
                </c:pt>
                <c:pt idx="1800">
                  <c:v>0.99</c:v>
                </c:pt>
                <c:pt idx="1801">
                  <c:v>2.13</c:v>
                </c:pt>
                <c:pt idx="1802">
                  <c:v>1.23</c:v>
                </c:pt>
                <c:pt idx="1803">
                  <c:v>0.37</c:v>
                </c:pt>
                <c:pt idx="1804">
                  <c:v>0.49</c:v>
                </c:pt>
                <c:pt idx="1805">
                  <c:v>1.81</c:v>
                </c:pt>
                <c:pt idx="1806">
                  <c:v>0.62</c:v>
                </c:pt>
                <c:pt idx="1807">
                  <c:v>0.77</c:v>
                </c:pt>
                <c:pt idx="1808">
                  <c:v>0.95</c:v>
                </c:pt>
                <c:pt idx="1809">
                  <c:v>0.96</c:v>
                </c:pt>
                <c:pt idx="1810">
                  <c:v>1.26</c:v>
                </c:pt>
                <c:pt idx="1811">
                  <c:v>1.68</c:v>
                </c:pt>
                <c:pt idx="1812">
                  <c:v>1.44</c:v>
                </c:pt>
                <c:pt idx="1813">
                  <c:v>1.29</c:v>
                </c:pt>
                <c:pt idx="1814">
                  <c:v>1.3</c:v>
                </c:pt>
                <c:pt idx="1815">
                  <c:v>1.25</c:v>
                </c:pt>
                <c:pt idx="1816">
                  <c:v>1.25</c:v>
                </c:pt>
                <c:pt idx="1817">
                  <c:v>1.65</c:v>
                </c:pt>
                <c:pt idx="1818">
                  <c:v>1.59</c:v>
                </c:pt>
                <c:pt idx="1819">
                  <c:v>1.59</c:v>
                </c:pt>
                <c:pt idx="1820">
                  <c:v>1.35</c:v>
                </c:pt>
                <c:pt idx="1821">
                  <c:v>2.82</c:v>
                </c:pt>
                <c:pt idx="1822">
                  <c:v>5.09</c:v>
                </c:pt>
                <c:pt idx="1823">
                  <c:v>1.54</c:v>
                </c:pt>
                <c:pt idx="1824">
                  <c:v>0.6</c:v>
                </c:pt>
                <c:pt idx="1825">
                  <c:v>1.1399999999999999</c:v>
                </c:pt>
                <c:pt idx="1826">
                  <c:v>1.03</c:v>
                </c:pt>
                <c:pt idx="1827">
                  <c:v>3.12</c:v>
                </c:pt>
                <c:pt idx="1828">
                  <c:v>1.85</c:v>
                </c:pt>
                <c:pt idx="1829">
                  <c:v>2.4900000000000002</c:v>
                </c:pt>
                <c:pt idx="1830">
                  <c:v>1.83</c:v>
                </c:pt>
                <c:pt idx="1831">
                  <c:v>2.81</c:v>
                </c:pt>
                <c:pt idx="1832">
                  <c:v>1.03</c:v>
                </c:pt>
                <c:pt idx="1833">
                  <c:v>3.12</c:v>
                </c:pt>
                <c:pt idx="1834">
                  <c:v>2.64</c:v>
                </c:pt>
                <c:pt idx="1835">
                  <c:v>2.4900000000000002</c:v>
                </c:pt>
                <c:pt idx="1836">
                  <c:v>3.25</c:v>
                </c:pt>
                <c:pt idx="1837">
                  <c:v>7.18</c:v>
                </c:pt>
                <c:pt idx="1838">
                  <c:v>11.7</c:v>
                </c:pt>
                <c:pt idx="1839">
                  <c:v>0.98</c:v>
                </c:pt>
                <c:pt idx="1840">
                  <c:v>1.58</c:v>
                </c:pt>
                <c:pt idx="1841">
                  <c:v>1.73</c:v>
                </c:pt>
                <c:pt idx="1842">
                  <c:v>2.68</c:v>
                </c:pt>
                <c:pt idx="1843">
                  <c:v>1.75</c:v>
                </c:pt>
                <c:pt idx="1844">
                  <c:v>3.88</c:v>
                </c:pt>
                <c:pt idx="1845">
                  <c:v>3.24</c:v>
                </c:pt>
                <c:pt idx="1846">
                  <c:v>5.72</c:v>
                </c:pt>
                <c:pt idx="1847">
                  <c:v>8.89</c:v>
                </c:pt>
                <c:pt idx="1848">
                  <c:v>17.350000000000001</c:v>
                </c:pt>
                <c:pt idx="1849">
                  <c:v>122.22</c:v>
                </c:pt>
                <c:pt idx="1850">
                  <c:v>0.83</c:v>
                </c:pt>
                <c:pt idx="1851">
                  <c:v>1.66</c:v>
                </c:pt>
                <c:pt idx="1852">
                  <c:v>1.53</c:v>
                </c:pt>
                <c:pt idx="1853">
                  <c:v>0.33</c:v>
                </c:pt>
                <c:pt idx="1854">
                  <c:v>0.89</c:v>
                </c:pt>
                <c:pt idx="1855">
                  <c:v>0.61</c:v>
                </c:pt>
                <c:pt idx="1856">
                  <c:v>0.93</c:v>
                </c:pt>
                <c:pt idx="1857">
                  <c:v>0.64</c:v>
                </c:pt>
                <c:pt idx="1858">
                  <c:v>0.24</c:v>
                </c:pt>
                <c:pt idx="1859">
                  <c:v>0.79</c:v>
                </c:pt>
                <c:pt idx="1860">
                  <c:v>0.9</c:v>
                </c:pt>
                <c:pt idx="1861">
                  <c:v>0.89</c:v>
                </c:pt>
                <c:pt idx="1862">
                  <c:v>0.89</c:v>
                </c:pt>
                <c:pt idx="1863">
                  <c:v>0.87</c:v>
                </c:pt>
                <c:pt idx="1864">
                  <c:v>0.46</c:v>
                </c:pt>
                <c:pt idx="1865">
                  <c:v>0.37</c:v>
                </c:pt>
                <c:pt idx="1866">
                  <c:v>0.49</c:v>
                </c:pt>
                <c:pt idx="1867">
                  <c:v>0.76</c:v>
                </c:pt>
                <c:pt idx="1868">
                  <c:v>0.36</c:v>
                </c:pt>
                <c:pt idx="1869">
                  <c:v>0.78</c:v>
                </c:pt>
                <c:pt idx="1870">
                  <c:v>0.67</c:v>
                </c:pt>
                <c:pt idx="1871">
                  <c:v>5.2</c:v>
                </c:pt>
                <c:pt idx="1872">
                  <c:v>3.01</c:v>
                </c:pt>
                <c:pt idx="1873">
                  <c:v>0.66</c:v>
                </c:pt>
                <c:pt idx="1874">
                  <c:v>2.61</c:v>
                </c:pt>
                <c:pt idx="1875">
                  <c:v>1.53</c:v>
                </c:pt>
                <c:pt idx="1876">
                  <c:v>2.85</c:v>
                </c:pt>
                <c:pt idx="1877">
                  <c:v>5.2</c:v>
                </c:pt>
                <c:pt idx="1878">
                  <c:v>0.16</c:v>
                </c:pt>
                <c:pt idx="1879">
                  <c:v>0.16</c:v>
                </c:pt>
                <c:pt idx="1880">
                  <c:v>0.16</c:v>
                </c:pt>
                <c:pt idx="1881">
                  <c:v>0.16</c:v>
                </c:pt>
                <c:pt idx="1882">
                  <c:v>0.46</c:v>
                </c:pt>
                <c:pt idx="1883">
                  <c:v>0.28000000000000003</c:v>
                </c:pt>
                <c:pt idx="1884">
                  <c:v>0.82</c:v>
                </c:pt>
                <c:pt idx="1885">
                  <c:v>0.38</c:v>
                </c:pt>
                <c:pt idx="1886">
                  <c:v>1.19</c:v>
                </c:pt>
                <c:pt idx="1887">
                  <c:v>0.36</c:v>
                </c:pt>
                <c:pt idx="1888">
                  <c:v>0.57999999999999996</c:v>
                </c:pt>
                <c:pt idx="1889">
                  <c:v>0.6</c:v>
                </c:pt>
                <c:pt idx="1890">
                  <c:v>0.56000000000000005</c:v>
                </c:pt>
                <c:pt idx="1891">
                  <c:v>0.49</c:v>
                </c:pt>
                <c:pt idx="1892">
                  <c:v>0.44</c:v>
                </c:pt>
                <c:pt idx="1893">
                  <c:v>0.56000000000000005</c:v>
                </c:pt>
                <c:pt idx="1894">
                  <c:v>0.51</c:v>
                </c:pt>
                <c:pt idx="1895">
                  <c:v>6.52</c:v>
                </c:pt>
                <c:pt idx="1896">
                  <c:v>0.62</c:v>
                </c:pt>
                <c:pt idx="1897">
                  <c:v>0.34</c:v>
                </c:pt>
                <c:pt idx="1898">
                  <c:v>0.45</c:v>
                </c:pt>
                <c:pt idx="1899">
                  <c:v>0.15</c:v>
                </c:pt>
                <c:pt idx="1900">
                  <c:v>0.55000000000000004</c:v>
                </c:pt>
                <c:pt idx="1901">
                  <c:v>0.92</c:v>
                </c:pt>
                <c:pt idx="1902">
                  <c:v>1.08</c:v>
                </c:pt>
                <c:pt idx="1903">
                  <c:v>0.33</c:v>
                </c:pt>
                <c:pt idx="1904">
                  <c:v>0.41</c:v>
                </c:pt>
                <c:pt idx="1905">
                  <c:v>0.41</c:v>
                </c:pt>
                <c:pt idx="1906">
                  <c:v>0.41</c:v>
                </c:pt>
                <c:pt idx="1907">
                  <c:v>0.53</c:v>
                </c:pt>
                <c:pt idx="1908">
                  <c:v>1.26</c:v>
                </c:pt>
                <c:pt idx="1909">
                  <c:v>0.59</c:v>
                </c:pt>
                <c:pt idx="1910">
                  <c:v>0.59</c:v>
                </c:pt>
                <c:pt idx="1911">
                  <c:v>0.39</c:v>
                </c:pt>
                <c:pt idx="1912">
                  <c:v>0.77</c:v>
                </c:pt>
                <c:pt idx="1913">
                  <c:v>0.37</c:v>
                </c:pt>
                <c:pt idx="1914">
                  <c:v>0.92</c:v>
                </c:pt>
                <c:pt idx="1915">
                  <c:v>1.43</c:v>
                </c:pt>
                <c:pt idx="1916">
                  <c:v>15.19</c:v>
                </c:pt>
                <c:pt idx="1917">
                  <c:v>0.41</c:v>
                </c:pt>
                <c:pt idx="1918">
                  <c:v>0.21</c:v>
                </c:pt>
                <c:pt idx="1919">
                  <c:v>0.12</c:v>
                </c:pt>
                <c:pt idx="1920">
                  <c:v>0.43</c:v>
                </c:pt>
                <c:pt idx="1921">
                  <c:v>0.47</c:v>
                </c:pt>
                <c:pt idx="1922">
                  <c:v>0.63</c:v>
                </c:pt>
                <c:pt idx="1923">
                  <c:v>0.96</c:v>
                </c:pt>
                <c:pt idx="1924">
                  <c:v>1.1599999999999999</c:v>
                </c:pt>
                <c:pt idx="1925">
                  <c:v>0.88</c:v>
                </c:pt>
                <c:pt idx="1926">
                  <c:v>0.62</c:v>
                </c:pt>
                <c:pt idx="1927">
                  <c:v>1.58</c:v>
                </c:pt>
                <c:pt idx="1928">
                  <c:v>0.28000000000000003</c:v>
                </c:pt>
                <c:pt idx="1929">
                  <c:v>0.39</c:v>
                </c:pt>
                <c:pt idx="1930">
                  <c:v>0.47</c:v>
                </c:pt>
                <c:pt idx="1931">
                  <c:v>0.47</c:v>
                </c:pt>
                <c:pt idx="1932">
                  <c:v>0.31</c:v>
                </c:pt>
                <c:pt idx="1933">
                  <c:v>1.0900000000000001</c:v>
                </c:pt>
                <c:pt idx="1934">
                  <c:v>0.2</c:v>
                </c:pt>
                <c:pt idx="1935">
                  <c:v>0.65</c:v>
                </c:pt>
                <c:pt idx="1936">
                  <c:v>0.63</c:v>
                </c:pt>
                <c:pt idx="1937">
                  <c:v>0.73</c:v>
                </c:pt>
                <c:pt idx="1938">
                  <c:v>1.53</c:v>
                </c:pt>
                <c:pt idx="1939">
                  <c:v>1.67</c:v>
                </c:pt>
                <c:pt idx="1940">
                  <c:v>0.59</c:v>
                </c:pt>
                <c:pt idx="1941">
                  <c:v>3.61</c:v>
                </c:pt>
                <c:pt idx="1942">
                  <c:v>0.67</c:v>
                </c:pt>
                <c:pt idx="1943">
                  <c:v>0.96</c:v>
                </c:pt>
                <c:pt idx="1944">
                  <c:v>0.42</c:v>
                </c:pt>
                <c:pt idx="1945">
                  <c:v>1.1000000000000001</c:v>
                </c:pt>
                <c:pt idx="1946">
                  <c:v>0.7</c:v>
                </c:pt>
                <c:pt idx="1947">
                  <c:v>0.33</c:v>
                </c:pt>
                <c:pt idx="1948">
                  <c:v>1.04</c:v>
                </c:pt>
                <c:pt idx="1949">
                  <c:v>2.86</c:v>
                </c:pt>
                <c:pt idx="1950">
                  <c:v>1.58</c:v>
                </c:pt>
                <c:pt idx="1951">
                  <c:v>1.38</c:v>
                </c:pt>
                <c:pt idx="1952">
                  <c:v>0.76</c:v>
                </c:pt>
                <c:pt idx="1953">
                  <c:v>0.89</c:v>
                </c:pt>
                <c:pt idx="1954">
                  <c:v>0.79</c:v>
                </c:pt>
                <c:pt idx="1955">
                  <c:v>0.46</c:v>
                </c:pt>
                <c:pt idx="1956">
                  <c:v>0.35</c:v>
                </c:pt>
                <c:pt idx="1957">
                  <c:v>0.55000000000000004</c:v>
                </c:pt>
                <c:pt idx="1958">
                  <c:v>0.6</c:v>
                </c:pt>
                <c:pt idx="1959">
                  <c:v>0.28999999999999998</c:v>
                </c:pt>
                <c:pt idx="1960">
                  <c:v>0.32</c:v>
                </c:pt>
                <c:pt idx="1961">
                  <c:v>1.03</c:v>
                </c:pt>
                <c:pt idx="1962">
                  <c:v>2.62</c:v>
                </c:pt>
                <c:pt idx="1963">
                  <c:v>1.99</c:v>
                </c:pt>
                <c:pt idx="1964">
                  <c:v>0.99</c:v>
                </c:pt>
                <c:pt idx="1965">
                  <c:v>0.99</c:v>
                </c:pt>
                <c:pt idx="1966">
                  <c:v>1.87</c:v>
                </c:pt>
                <c:pt idx="1967">
                  <c:v>3.17</c:v>
                </c:pt>
                <c:pt idx="1968">
                  <c:v>14.72</c:v>
                </c:pt>
                <c:pt idx="1969">
                  <c:v>14.72</c:v>
                </c:pt>
                <c:pt idx="1970">
                  <c:v>0.84</c:v>
                </c:pt>
                <c:pt idx="1971">
                  <c:v>0.5</c:v>
                </c:pt>
                <c:pt idx="1972">
                  <c:v>0.41</c:v>
                </c:pt>
                <c:pt idx="1973">
                  <c:v>0.93</c:v>
                </c:pt>
                <c:pt idx="1974">
                  <c:v>0.93</c:v>
                </c:pt>
                <c:pt idx="1975">
                  <c:v>0.93</c:v>
                </c:pt>
                <c:pt idx="1976">
                  <c:v>0.93</c:v>
                </c:pt>
                <c:pt idx="1977">
                  <c:v>1.26</c:v>
                </c:pt>
                <c:pt idx="1978">
                  <c:v>0.9</c:v>
                </c:pt>
                <c:pt idx="1979">
                  <c:v>0.96</c:v>
                </c:pt>
                <c:pt idx="1980">
                  <c:v>1.04</c:v>
                </c:pt>
                <c:pt idx="1981">
                  <c:v>1.06</c:v>
                </c:pt>
                <c:pt idx="1982">
                  <c:v>1.29</c:v>
                </c:pt>
                <c:pt idx="1983">
                  <c:v>1.52</c:v>
                </c:pt>
                <c:pt idx="1984">
                  <c:v>2.2799999999999998</c:v>
                </c:pt>
                <c:pt idx="1985">
                  <c:v>0.86</c:v>
                </c:pt>
                <c:pt idx="1986">
                  <c:v>1.45</c:v>
                </c:pt>
                <c:pt idx="1987">
                  <c:v>2.44</c:v>
                </c:pt>
                <c:pt idx="1988">
                  <c:v>1.5</c:v>
                </c:pt>
                <c:pt idx="1989">
                  <c:v>1.1000000000000001</c:v>
                </c:pt>
                <c:pt idx="1990">
                  <c:v>0.8</c:v>
                </c:pt>
                <c:pt idx="1991">
                  <c:v>0.63</c:v>
                </c:pt>
                <c:pt idx="1992">
                  <c:v>0.83</c:v>
                </c:pt>
                <c:pt idx="1993">
                  <c:v>0.49</c:v>
                </c:pt>
                <c:pt idx="1994">
                  <c:v>0.56999999999999995</c:v>
                </c:pt>
                <c:pt idx="1995">
                  <c:v>1.28</c:v>
                </c:pt>
                <c:pt idx="1996">
                  <c:v>0.67</c:v>
                </c:pt>
                <c:pt idx="1997">
                  <c:v>1.06</c:v>
                </c:pt>
                <c:pt idx="1998">
                  <c:v>0.86</c:v>
                </c:pt>
                <c:pt idx="1999">
                  <c:v>0.91</c:v>
                </c:pt>
                <c:pt idx="2000">
                  <c:v>0.68</c:v>
                </c:pt>
                <c:pt idx="2001">
                  <c:v>0.66</c:v>
                </c:pt>
                <c:pt idx="2002">
                  <c:v>1.92</c:v>
                </c:pt>
                <c:pt idx="2003">
                  <c:v>0.78</c:v>
                </c:pt>
                <c:pt idx="2004">
                  <c:v>0.78</c:v>
                </c:pt>
                <c:pt idx="2005">
                  <c:v>1.42</c:v>
                </c:pt>
                <c:pt idx="2006">
                  <c:v>2.13</c:v>
                </c:pt>
                <c:pt idx="2007">
                  <c:v>3.35</c:v>
                </c:pt>
                <c:pt idx="2008">
                  <c:v>13.77</c:v>
                </c:pt>
                <c:pt idx="2009">
                  <c:v>1.27</c:v>
                </c:pt>
                <c:pt idx="2010">
                  <c:v>3.53</c:v>
                </c:pt>
                <c:pt idx="2011">
                  <c:v>4.2300000000000004</c:v>
                </c:pt>
                <c:pt idx="2012">
                  <c:v>6.13</c:v>
                </c:pt>
                <c:pt idx="2013">
                  <c:v>0.82</c:v>
                </c:pt>
                <c:pt idx="2014">
                  <c:v>0.77</c:v>
                </c:pt>
                <c:pt idx="2015">
                  <c:v>0.54</c:v>
                </c:pt>
                <c:pt idx="2016">
                  <c:v>0.64</c:v>
                </c:pt>
                <c:pt idx="2017">
                  <c:v>1.08</c:v>
                </c:pt>
                <c:pt idx="2018">
                  <c:v>1.06</c:v>
                </c:pt>
                <c:pt idx="2019">
                  <c:v>1.0900000000000001</c:v>
                </c:pt>
                <c:pt idx="2020">
                  <c:v>3.18</c:v>
                </c:pt>
                <c:pt idx="2021">
                  <c:v>0.88</c:v>
                </c:pt>
                <c:pt idx="2022">
                  <c:v>1.1599999999999999</c:v>
                </c:pt>
                <c:pt idx="2023">
                  <c:v>1.24</c:v>
                </c:pt>
                <c:pt idx="2024">
                  <c:v>1</c:v>
                </c:pt>
                <c:pt idx="2025">
                  <c:v>0.88</c:v>
                </c:pt>
                <c:pt idx="2026">
                  <c:v>1.83</c:v>
                </c:pt>
                <c:pt idx="2027">
                  <c:v>1.27</c:v>
                </c:pt>
                <c:pt idx="2028">
                  <c:v>3.44</c:v>
                </c:pt>
                <c:pt idx="2029">
                  <c:v>0.81</c:v>
                </c:pt>
                <c:pt idx="2030">
                  <c:v>0.64</c:v>
                </c:pt>
                <c:pt idx="2031">
                  <c:v>1.81</c:v>
                </c:pt>
                <c:pt idx="2032">
                  <c:v>0.73</c:v>
                </c:pt>
                <c:pt idx="2033">
                  <c:v>1.1299999999999999</c:v>
                </c:pt>
                <c:pt idx="2034">
                  <c:v>5.44</c:v>
                </c:pt>
                <c:pt idx="2035">
                  <c:v>0.7</c:v>
                </c:pt>
                <c:pt idx="2036">
                  <c:v>1.47</c:v>
                </c:pt>
                <c:pt idx="2037">
                  <c:v>1.38</c:v>
                </c:pt>
                <c:pt idx="2038">
                  <c:v>1.59</c:v>
                </c:pt>
                <c:pt idx="2039">
                  <c:v>0.99</c:v>
                </c:pt>
                <c:pt idx="2040">
                  <c:v>1.33</c:v>
                </c:pt>
                <c:pt idx="2041">
                  <c:v>1.4</c:v>
                </c:pt>
                <c:pt idx="2042">
                  <c:v>0.91</c:v>
                </c:pt>
                <c:pt idx="2043">
                  <c:v>1.57</c:v>
                </c:pt>
                <c:pt idx="2044">
                  <c:v>2.88</c:v>
                </c:pt>
                <c:pt idx="2045">
                  <c:v>4.97</c:v>
                </c:pt>
                <c:pt idx="2046">
                  <c:v>2.2200000000000002</c:v>
                </c:pt>
                <c:pt idx="2047">
                  <c:v>2.42</c:v>
                </c:pt>
                <c:pt idx="2048">
                  <c:v>4.76</c:v>
                </c:pt>
                <c:pt idx="2049">
                  <c:v>4.76</c:v>
                </c:pt>
                <c:pt idx="2050">
                  <c:v>3.27</c:v>
                </c:pt>
                <c:pt idx="2051">
                  <c:v>5.0999999999999996</c:v>
                </c:pt>
                <c:pt idx="2052">
                  <c:v>6.29</c:v>
                </c:pt>
                <c:pt idx="2053">
                  <c:v>1.53</c:v>
                </c:pt>
                <c:pt idx="2054">
                  <c:v>1.53</c:v>
                </c:pt>
                <c:pt idx="2055">
                  <c:v>2.46</c:v>
                </c:pt>
                <c:pt idx="2056">
                  <c:v>3.7</c:v>
                </c:pt>
                <c:pt idx="2057">
                  <c:v>3.76</c:v>
                </c:pt>
                <c:pt idx="2058">
                  <c:v>11.49</c:v>
                </c:pt>
                <c:pt idx="2059">
                  <c:v>4.63</c:v>
                </c:pt>
                <c:pt idx="2060">
                  <c:v>5</c:v>
                </c:pt>
                <c:pt idx="2061">
                  <c:v>5.05</c:v>
                </c:pt>
                <c:pt idx="2062">
                  <c:v>3.28</c:v>
                </c:pt>
                <c:pt idx="2063">
                  <c:v>5.4</c:v>
                </c:pt>
                <c:pt idx="2064">
                  <c:v>7.27</c:v>
                </c:pt>
                <c:pt idx="2065">
                  <c:v>7.27</c:v>
                </c:pt>
                <c:pt idx="2066">
                  <c:v>22.81</c:v>
                </c:pt>
                <c:pt idx="2067">
                  <c:v>28.53</c:v>
                </c:pt>
                <c:pt idx="2068">
                  <c:v>30.43</c:v>
                </c:pt>
                <c:pt idx="2069">
                  <c:v>3.17</c:v>
                </c:pt>
                <c:pt idx="2070">
                  <c:v>3.58</c:v>
                </c:pt>
                <c:pt idx="2071">
                  <c:v>6.98</c:v>
                </c:pt>
                <c:pt idx="2072">
                  <c:v>11.38</c:v>
                </c:pt>
                <c:pt idx="2073">
                  <c:v>2.77</c:v>
                </c:pt>
                <c:pt idx="2074">
                  <c:v>1.49</c:v>
                </c:pt>
                <c:pt idx="2075">
                  <c:v>1.4</c:v>
                </c:pt>
                <c:pt idx="2076">
                  <c:v>1.4</c:v>
                </c:pt>
                <c:pt idx="2077">
                  <c:v>1.38</c:v>
                </c:pt>
                <c:pt idx="2078">
                  <c:v>4.93</c:v>
                </c:pt>
                <c:pt idx="2079">
                  <c:v>2.87</c:v>
                </c:pt>
                <c:pt idx="2080">
                  <c:v>2.87</c:v>
                </c:pt>
                <c:pt idx="2081">
                  <c:v>1.78</c:v>
                </c:pt>
                <c:pt idx="2082">
                  <c:v>1.25</c:v>
                </c:pt>
                <c:pt idx="2083">
                  <c:v>10.69</c:v>
                </c:pt>
                <c:pt idx="2084">
                  <c:v>4.12</c:v>
                </c:pt>
                <c:pt idx="2085">
                  <c:v>3.41</c:v>
                </c:pt>
                <c:pt idx="2086">
                  <c:v>3.35</c:v>
                </c:pt>
                <c:pt idx="2087">
                  <c:v>6.1</c:v>
                </c:pt>
                <c:pt idx="2088">
                  <c:v>3.26</c:v>
                </c:pt>
                <c:pt idx="2089">
                  <c:v>5.04</c:v>
                </c:pt>
                <c:pt idx="2090">
                  <c:v>1.98</c:v>
                </c:pt>
                <c:pt idx="2091">
                  <c:v>1.49</c:v>
                </c:pt>
                <c:pt idx="2092">
                  <c:v>4.16</c:v>
                </c:pt>
                <c:pt idx="2093">
                  <c:v>2.35</c:v>
                </c:pt>
                <c:pt idx="2094">
                  <c:v>4.5</c:v>
                </c:pt>
                <c:pt idx="2095">
                  <c:v>2.67</c:v>
                </c:pt>
                <c:pt idx="2096">
                  <c:v>2.33</c:v>
                </c:pt>
                <c:pt idx="2097">
                  <c:v>1.98</c:v>
                </c:pt>
                <c:pt idx="2098">
                  <c:v>3.07</c:v>
                </c:pt>
                <c:pt idx="2099">
                  <c:v>2.72</c:v>
                </c:pt>
                <c:pt idx="2100">
                  <c:v>3.62</c:v>
                </c:pt>
                <c:pt idx="2101">
                  <c:v>4.3499999999999996</c:v>
                </c:pt>
                <c:pt idx="2102">
                  <c:v>2.94</c:v>
                </c:pt>
                <c:pt idx="2103">
                  <c:v>5.53</c:v>
                </c:pt>
                <c:pt idx="2104">
                  <c:v>7.86</c:v>
                </c:pt>
                <c:pt idx="2105">
                  <c:v>6.34</c:v>
                </c:pt>
                <c:pt idx="2106">
                  <c:v>13.64</c:v>
                </c:pt>
                <c:pt idx="2107">
                  <c:v>8.59</c:v>
                </c:pt>
                <c:pt idx="2108">
                  <c:v>11.57</c:v>
                </c:pt>
                <c:pt idx="2109">
                  <c:v>9.48</c:v>
                </c:pt>
                <c:pt idx="2110">
                  <c:v>16.02</c:v>
                </c:pt>
                <c:pt idx="2111">
                  <c:v>301.47000000000003</c:v>
                </c:pt>
                <c:pt idx="2112">
                  <c:v>13.78</c:v>
                </c:pt>
                <c:pt idx="2113">
                  <c:v>5.14</c:v>
                </c:pt>
                <c:pt idx="2114">
                  <c:v>20.5</c:v>
                </c:pt>
                <c:pt idx="2115">
                  <c:v>3.59</c:v>
                </c:pt>
                <c:pt idx="2116">
                  <c:v>6.26</c:v>
                </c:pt>
                <c:pt idx="2117">
                  <c:v>3.77</c:v>
                </c:pt>
                <c:pt idx="2118">
                  <c:v>4.29</c:v>
                </c:pt>
                <c:pt idx="2119">
                  <c:v>7.18</c:v>
                </c:pt>
                <c:pt idx="2120">
                  <c:v>3.44</c:v>
                </c:pt>
                <c:pt idx="2121">
                  <c:v>3.3</c:v>
                </c:pt>
                <c:pt idx="2122">
                  <c:v>6.08</c:v>
                </c:pt>
                <c:pt idx="2123">
                  <c:v>6.08</c:v>
                </c:pt>
                <c:pt idx="2124">
                  <c:v>6.84</c:v>
                </c:pt>
                <c:pt idx="2125">
                  <c:v>9.2799999999999994</c:v>
                </c:pt>
                <c:pt idx="2126">
                  <c:v>16.21</c:v>
                </c:pt>
                <c:pt idx="2127">
                  <c:v>19.64</c:v>
                </c:pt>
                <c:pt idx="2128">
                  <c:v>13.18</c:v>
                </c:pt>
                <c:pt idx="2129">
                  <c:v>7.68</c:v>
                </c:pt>
                <c:pt idx="2130">
                  <c:v>30.88</c:v>
                </c:pt>
                <c:pt idx="2131">
                  <c:v>13.36</c:v>
                </c:pt>
                <c:pt idx="2132">
                  <c:v>13.36</c:v>
                </c:pt>
                <c:pt idx="2133">
                  <c:v>13.36</c:v>
                </c:pt>
                <c:pt idx="2134">
                  <c:v>21.47</c:v>
                </c:pt>
                <c:pt idx="2135">
                  <c:v>49.91</c:v>
                </c:pt>
                <c:pt idx="2136">
                  <c:v>32.840000000000003</c:v>
                </c:pt>
                <c:pt idx="2137">
                  <c:v>54.01</c:v>
                </c:pt>
                <c:pt idx="2138">
                  <c:v>301.66000000000003</c:v>
                </c:pt>
                <c:pt idx="2139">
                  <c:v>4.57</c:v>
                </c:pt>
                <c:pt idx="2140">
                  <c:v>3.96</c:v>
                </c:pt>
                <c:pt idx="2141">
                  <c:v>3.37</c:v>
                </c:pt>
                <c:pt idx="2142">
                  <c:v>6.09</c:v>
                </c:pt>
                <c:pt idx="2143">
                  <c:v>2.46</c:v>
                </c:pt>
                <c:pt idx="2144">
                  <c:v>3.43</c:v>
                </c:pt>
                <c:pt idx="2145">
                  <c:v>5.25</c:v>
                </c:pt>
                <c:pt idx="2146">
                  <c:v>4.2699999999999996</c:v>
                </c:pt>
                <c:pt idx="2147">
                  <c:v>3.27</c:v>
                </c:pt>
                <c:pt idx="2148">
                  <c:v>4.28</c:v>
                </c:pt>
                <c:pt idx="2149">
                  <c:v>2.5099999999999998</c:v>
                </c:pt>
                <c:pt idx="2150">
                  <c:v>2.89</c:v>
                </c:pt>
                <c:pt idx="2151">
                  <c:v>7.35</c:v>
                </c:pt>
                <c:pt idx="2152">
                  <c:v>2.1800000000000002</c:v>
                </c:pt>
                <c:pt idx="2153">
                  <c:v>1.76</c:v>
                </c:pt>
                <c:pt idx="2154">
                  <c:v>5.15</c:v>
                </c:pt>
                <c:pt idx="2155">
                  <c:v>1.3</c:v>
                </c:pt>
                <c:pt idx="2156">
                  <c:v>2.29</c:v>
                </c:pt>
                <c:pt idx="2157">
                  <c:v>1.22</c:v>
                </c:pt>
                <c:pt idx="2158">
                  <c:v>1.38</c:v>
                </c:pt>
                <c:pt idx="2159">
                  <c:v>2.91</c:v>
                </c:pt>
                <c:pt idx="2160">
                  <c:v>2.95</c:v>
                </c:pt>
                <c:pt idx="2161">
                  <c:v>1.35</c:v>
                </c:pt>
                <c:pt idx="2162">
                  <c:v>1.76</c:v>
                </c:pt>
                <c:pt idx="2163">
                  <c:v>1.45</c:v>
                </c:pt>
                <c:pt idx="2164">
                  <c:v>1.42</c:v>
                </c:pt>
                <c:pt idx="2165">
                  <c:v>1.35</c:v>
                </c:pt>
                <c:pt idx="2166">
                  <c:v>1.35</c:v>
                </c:pt>
                <c:pt idx="2167">
                  <c:v>1.35</c:v>
                </c:pt>
                <c:pt idx="2168">
                  <c:v>1.08</c:v>
                </c:pt>
                <c:pt idx="2169">
                  <c:v>1.4</c:v>
                </c:pt>
                <c:pt idx="2170">
                  <c:v>0.84</c:v>
                </c:pt>
                <c:pt idx="2171">
                  <c:v>0.84</c:v>
                </c:pt>
                <c:pt idx="2172">
                  <c:v>1.44</c:v>
                </c:pt>
                <c:pt idx="2173">
                  <c:v>0.86</c:v>
                </c:pt>
                <c:pt idx="2174">
                  <c:v>3.34</c:v>
                </c:pt>
                <c:pt idx="2175">
                  <c:v>3</c:v>
                </c:pt>
                <c:pt idx="2176">
                  <c:v>1.92</c:v>
                </c:pt>
                <c:pt idx="2177">
                  <c:v>2.4300000000000002</c:v>
                </c:pt>
                <c:pt idx="2178">
                  <c:v>1.22</c:v>
                </c:pt>
                <c:pt idx="2179">
                  <c:v>0.88</c:v>
                </c:pt>
                <c:pt idx="2180">
                  <c:v>1.41</c:v>
                </c:pt>
                <c:pt idx="2181">
                  <c:v>2.09</c:v>
                </c:pt>
                <c:pt idx="2182">
                  <c:v>4.59</c:v>
                </c:pt>
                <c:pt idx="2183">
                  <c:v>3.68</c:v>
                </c:pt>
                <c:pt idx="2184">
                  <c:v>3.72</c:v>
                </c:pt>
                <c:pt idx="2185">
                  <c:v>4.8600000000000003</c:v>
                </c:pt>
                <c:pt idx="2186">
                  <c:v>3.43</c:v>
                </c:pt>
                <c:pt idx="2187">
                  <c:v>2.2200000000000002</c:v>
                </c:pt>
                <c:pt idx="2188">
                  <c:v>2.2599999999999998</c:v>
                </c:pt>
                <c:pt idx="2189">
                  <c:v>5.33</c:v>
                </c:pt>
                <c:pt idx="2190">
                  <c:v>10.3</c:v>
                </c:pt>
                <c:pt idx="2191">
                  <c:v>17.32</c:v>
                </c:pt>
                <c:pt idx="2192">
                  <c:v>8.11</c:v>
                </c:pt>
                <c:pt idx="2193">
                  <c:v>3.85</c:v>
                </c:pt>
                <c:pt idx="2194">
                  <c:v>3.48</c:v>
                </c:pt>
                <c:pt idx="2195">
                  <c:v>2.36</c:v>
                </c:pt>
                <c:pt idx="2196">
                  <c:v>2.4500000000000002</c:v>
                </c:pt>
                <c:pt idx="2197">
                  <c:v>5.75</c:v>
                </c:pt>
                <c:pt idx="2198">
                  <c:v>14.43</c:v>
                </c:pt>
                <c:pt idx="2199">
                  <c:v>4.5199999999999996</c:v>
                </c:pt>
                <c:pt idx="2200">
                  <c:v>2.7</c:v>
                </c:pt>
                <c:pt idx="2201">
                  <c:v>2.35</c:v>
                </c:pt>
                <c:pt idx="2202">
                  <c:v>4.74</c:v>
                </c:pt>
                <c:pt idx="2203">
                  <c:v>3.61</c:v>
                </c:pt>
                <c:pt idx="2204">
                  <c:v>5.3</c:v>
                </c:pt>
                <c:pt idx="2205">
                  <c:v>15.87</c:v>
                </c:pt>
                <c:pt idx="2206">
                  <c:v>11.99</c:v>
                </c:pt>
                <c:pt idx="2207">
                  <c:v>52.9</c:v>
                </c:pt>
                <c:pt idx="2208">
                  <c:v>5.5</c:v>
                </c:pt>
                <c:pt idx="2209">
                  <c:v>3.45</c:v>
                </c:pt>
                <c:pt idx="2210">
                  <c:v>4.57</c:v>
                </c:pt>
                <c:pt idx="2211">
                  <c:v>28.2</c:v>
                </c:pt>
                <c:pt idx="2212">
                  <c:v>3.77</c:v>
                </c:pt>
                <c:pt idx="2213">
                  <c:v>3.07</c:v>
                </c:pt>
                <c:pt idx="2214">
                  <c:v>1.08</c:v>
                </c:pt>
                <c:pt idx="2215">
                  <c:v>1.64</c:v>
                </c:pt>
                <c:pt idx="2216">
                  <c:v>1.87</c:v>
                </c:pt>
                <c:pt idx="2217">
                  <c:v>3.76</c:v>
                </c:pt>
                <c:pt idx="2218">
                  <c:v>3.71</c:v>
                </c:pt>
                <c:pt idx="2219">
                  <c:v>2.12</c:v>
                </c:pt>
                <c:pt idx="2220">
                  <c:v>4.2300000000000004</c:v>
                </c:pt>
                <c:pt idx="2221">
                  <c:v>6.68</c:v>
                </c:pt>
                <c:pt idx="2222">
                  <c:v>3.59</c:v>
                </c:pt>
                <c:pt idx="2223">
                  <c:v>21.86</c:v>
                </c:pt>
                <c:pt idx="2224">
                  <c:v>4.26</c:v>
                </c:pt>
                <c:pt idx="2225">
                  <c:v>3.48</c:v>
                </c:pt>
                <c:pt idx="2226">
                  <c:v>3.48</c:v>
                </c:pt>
                <c:pt idx="2227">
                  <c:v>3.48</c:v>
                </c:pt>
                <c:pt idx="2228">
                  <c:v>3.48</c:v>
                </c:pt>
                <c:pt idx="2229">
                  <c:v>3.48</c:v>
                </c:pt>
                <c:pt idx="2230">
                  <c:v>3.48</c:v>
                </c:pt>
                <c:pt idx="2231">
                  <c:v>3.48</c:v>
                </c:pt>
                <c:pt idx="2232">
                  <c:v>2.11</c:v>
                </c:pt>
                <c:pt idx="2233">
                  <c:v>2.39</c:v>
                </c:pt>
                <c:pt idx="2234">
                  <c:v>4.18</c:v>
                </c:pt>
                <c:pt idx="2235">
                  <c:v>7.54</c:v>
                </c:pt>
                <c:pt idx="2236">
                  <c:v>6.76</c:v>
                </c:pt>
                <c:pt idx="2237">
                  <c:v>4.5599999999999996</c:v>
                </c:pt>
                <c:pt idx="2238">
                  <c:v>7.76</c:v>
                </c:pt>
                <c:pt idx="2239">
                  <c:v>6.9</c:v>
                </c:pt>
                <c:pt idx="2240">
                  <c:v>5.47</c:v>
                </c:pt>
                <c:pt idx="2241">
                  <c:v>8.17</c:v>
                </c:pt>
                <c:pt idx="2242">
                  <c:v>9.4700000000000006</c:v>
                </c:pt>
                <c:pt idx="2243">
                  <c:v>21.39</c:v>
                </c:pt>
                <c:pt idx="2244">
                  <c:v>10.4</c:v>
                </c:pt>
                <c:pt idx="2245">
                  <c:v>6.59</c:v>
                </c:pt>
                <c:pt idx="2246">
                  <c:v>8.6199999999999992</c:v>
                </c:pt>
                <c:pt idx="2247">
                  <c:v>23.21</c:v>
                </c:pt>
                <c:pt idx="2248">
                  <c:v>11.17</c:v>
                </c:pt>
                <c:pt idx="2249">
                  <c:v>9.18</c:v>
                </c:pt>
                <c:pt idx="2250">
                  <c:v>10.01</c:v>
                </c:pt>
                <c:pt idx="2251">
                  <c:v>10.98</c:v>
                </c:pt>
                <c:pt idx="2252">
                  <c:v>12.73</c:v>
                </c:pt>
                <c:pt idx="2253">
                  <c:v>10.88</c:v>
                </c:pt>
                <c:pt idx="2254">
                  <c:v>20.18</c:v>
                </c:pt>
                <c:pt idx="2255">
                  <c:v>14.48</c:v>
                </c:pt>
                <c:pt idx="2256">
                  <c:v>34.380000000000003</c:v>
                </c:pt>
                <c:pt idx="2257">
                  <c:v>24.23</c:v>
                </c:pt>
                <c:pt idx="2258">
                  <c:v>25.9</c:v>
                </c:pt>
                <c:pt idx="2259">
                  <c:v>10.84</c:v>
                </c:pt>
                <c:pt idx="2260">
                  <c:v>14.7</c:v>
                </c:pt>
                <c:pt idx="2261">
                  <c:v>13.8</c:v>
                </c:pt>
                <c:pt idx="2262">
                  <c:v>13.59</c:v>
                </c:pt>
                <c:pt idx="2263">
                  <c:v>16.260000000000002</c:v>
                </c:pt>
                <c:pt idx="2264">
                  <c:v>32.75</c:v>
                </c:pt>
                <c:pt idx="2265">
                  <c:v>32.75</c:v>
                </c:pt>
                <c:pt idx="2266">
                  <c:v>61.05</c:v>
                </c:pt>
                <c:pt idx="2267">
                  <c:v>27.23</c:v>
                </c:pt>
                <c:pt idx="2268">
                  <c:v>19.8</c:v>
                </c:pt>
                <c:pt idx="2269">
                  <c:v>18</c:v>
                </c:pt>
                <c:pt idx="2270">
                  <c:v>19.88</c:v>
                </c:pt>
                <c:pt idx="2271">
                  <c:v>21.04</c:v>
                </c:pt>
                <c:pt idx="2272">
                  <c:v>27.34</c:v>
                </c:pt>
                <c:pt idx="2273">
                  <c:v>33.76</c:v>
                </c:pt>
                <c:pt idx="2274">
                  <c:v>29.9</c:v>
                </c:pt>
                <c:pt idx="2275">
                  <c:v>23.47</c:v>
                </c:pt>
                <c:pt idx="2276">
                  <c:v>55.41</c:v>
                </c:pt>
                <c:pt idx="2277">
                  <c:v>86.1</c:v>
                </c:pt>
                <c:pt idx="2278">
                  <c:v>98.74</c:v>
                </c:pt>
                <c:pt idx="2279">
                  <c:v>79.22</c:v>
                </c:pt>
                <c:pt idx="2280">
                  <c:v>50.21</c:v>
                </c:pt>
                <c:pt idx="2281">
                  <c:v>185.98</c:v>
                </c:pt>
                <c:pt idx="2282">
                  <c:v>65.040000000000006</c:v>
                </c:pt>
                <c:pt idx="2283">
                  <c:v>278.81</c:v>
                </c:pt>
                <c:pt idx="2284">
                  <c:v>119.6</c:v>
                </c:pt>
                <c:pt idx="2285">
                  <c:v>142.06</c:v>
                </c:pt>
                <c:pt idx="2286">
                  <c:v>423.43</c:v>
                </c:pt>
                <c:pt idx="2287">
                  <c:v>878.54</c:v>
                </c:pt>
                <c:pt idx="2288">
                  <c:v>134.78</c:v>
                </c:pt>
                <c:pt idx="2289">
                  <c:v>941.8</c:v>
                </c:pt>
                <c:pt idx="2290">
                  <c:v>46.09</c:v>
                </c:pt>
                <c:pt idx="2291">
                  <c:v>50.72</c:v>
                </c:pt>
                <c:pt idx="2292">
                  <c:v>64.02</c:v>
                </c:pt>
                <c:pt idx="2293">
                  <c:v>158.81</c:v>
                </c:pt>
                <c:pt idx="2294">
                  <c:v>128.66999999999999</c:v>
                </c:pt>
                <c:pt idx="2295">
                  <c:v>148.71</c:v>
                </c:pt>
                <c:pt idx="2296">
                  <c:v>209.93</c:v>
                </c:pt>
                <c:pt idx="2297">
                  <c:v>1459.82</c:v>
                </c:pt>
                <c:pt idx="2298">
                  <c:v>210</c:v>
                </c:pt>
                <c:pt idx="2299">
                  <c:v>301.61</c:v>
                </c:pt>
                <c:pt idx="2300">
                  <c:v>813.7</c:v>
                </c:pt>
                <c:pt idx="2301">
                  <c:v>41.12</c:v>
                </c:pt>
                <c:pt idx="2302">
                  <c:v>459.03</c:v>
                </c:pt>
                <c:pt idx="2303">
                  <c:v>7.57</c:v>
                </c:pt>
                <c:pt idx="2304">
                  <c:v>9.0500000000000007</c:v>
                </c:pt>
                <c:pt idx="2305">
                  <c:v>16.940000000000001</c:v>
                </c:pt>
                <c:pt idx="2306">
                  <c:v>9.0299999999999994</c:v>
                </c:pt>
                <c:pt idx="2307">
                  <c:v>3.19</c:v>
                </c:pt>
                <c:pt idx="2308">
                  <c:v>4.1100000000000003</c:v>
                </c:pt>
                <c:pt idx="2309">
                  <c:v>7.95</c:v>
                </c:pt>
                <c:pt idx="2310">
                  <c:v>9.49</c:v>
                </c:pt>
                <c:pt idx="2311">
                  <c:v>20.23</c:v>
                </c:pt>
                <c:pt idx="2312">
                  <c:v>13.62</c:v>
                </c:pt>
                <c:pt idx="2313">
                  <c:v>8.69</c:v>
                </c:pt>
                <c:pt idx="2314">
                  <c:v>3.2</c:v>
                </c:pt>
                <c:pt idx="2315">
                  <c:v>3.2</c:v>
                </c:pt>
                <c:pt idx="2316">
                  <c:v>3.34</c:v>
                </c:pt>
                <c:pt idx="2317">
                  <c:v>1.74</c:v>
                </c:pt>
                <c:pt idx="2318">
                  <c:v>3.28</c:v>
                </c:pt>
                <c:pt idx="2319">
                  <c:v>3.01</c:v>
                </c:pt>
                <c:pt idx="2320">
                  <c:v>4.82</c:v>
                </c:pt>
                <c:pt idx="2321">
                  <c:v>5.77</c:v>
                </c:pt>
                <c:pt idx="2322">
                  <c:v>3.41</c:v>
                </c:pt>
                <c:pt idx="2323">
                  <c:v>7.48</c:v>
                </c:pt>
                <c:pt idx="2324">
                  <c:v>17.34</c:v>
                </c:pt>
                <c:pt idx="2325">
                  <c:v>8.07</c:v>
                </c:pt>
                <c:pt idx="2326">
                  <c:v>6.32</c:v>
                </c:pt>
                <c:pt idx="2327">
                  <c:v>4.41</c:v>
                </c:pt>
                <c:pt idx="2328">
                  <c:v>6.04</c:v>
                </c:pt>
                <c:pt idx="2329">
                  <c:v>7.51</c:v>
                </c:pt>
                <c:pt idx="2330">
                  <c:v>10</c:v>
                </c:pt>
                <c:pt idx="2331">
                  <c:v>15.83</c:v>
                </c:pt>
                <c:pt idx="2332">
                  <c:v>6.75</c:v>
                </c:pt>
                <c:pt idx="2333">
                  <c:v>4.87</c:v>
                </c:pt>
                <c:pt idx="2334">
                  <c:v>11.03</c:v>
                </c:pt>
                <c:pt idx="2335">
                  <c:v>11.03</c:v>
                </c:pt>
                <c:pt idx="2336">
                  <c:v>10.130000000000001</c:v>
                </c:pt>
                <c:pt idx="2337">
                  <c:v>10.130000000000001</c:v>
                </c:pt>
                <c:pt idx="2338">
                  <c:v>5.8</c:v>
                </c:pt>
                <c:pt idx="2339">
                  <c:v>5.8</c:v>
                </c:pt>
                <c:pt idx="2340">
                  <c:v>5.83</c:v>
                </c:pt>
                <c:pt idx="2341">
                  <c:v>5.83</c:v>
                </c:pt>
                <c:pt idx="2342">
                  <c:v>9.92</c:v>
                </c:pt>
                <c:pt idx="2343">
                  <c:v>8.68</c:v>
                </c:pt>
                <c:pt idx="2344">
                  <c:v>17.440000000000001</c:v>
                </c:pt>
                <c:pt idx="2345">
                  <c:v>8.9499999999999993</c:v>
                </c:pt>
                <c:pt idx="2346">
                  <c:v>10.55</c:v>
                </c:pt>
                <c:pt idx="2347">
                  <c:v>9.91</c:v>
                </c:pt>
                <c:pt idx="2348">
                  <c:v>16.149999999999999</c:v>
                </c:pt>
                <c:pt idx="2349">
                  <c:v>15.21</c:v>
                </c:pt>
                <c:pt idx="2350">
                  <c:v>15.23</c:v>
                </c:pt>
                <c:pt idx="2351">
                  <c:v>35.29</c:v>
                </c:pt>
                <c:pt idx="2352">
                  <c:v>80.92</c:v>
                </c:pt>
                <c:pt idx="2353">
                  <c:v>121.89</c:v>
                </c:pt>
                <c:pt idx="2354">
                  <c:v>92.65</c:v>
                </c:pt>
                <c:pt idx="2355">
                  <c:v>268.58999999999997</c:v>
                </c:pt>
                <c:pt idx="2356">
                  <c:v>313.25</c:v>
                </c:pt>
                <c:pt idx="2357">
                  <c:v>1.97</c:v>
                </c:pt>
                <c:pt idx="2358">
                  <c:v>2.13</c:v>
                </c:pt>
                <c:pt idx="2359">
                  <c:v>2.39</c:v>
                </c:pt>
                <c:pt idx="2360">
                  <c:v>3.12</c:v>
                </c:pt>
                <c:pt idx="2361">
                  <c:v>1.74</c:v>
                </c:pt>
                <c:pt idx="2362">
                  <c:v>0.92</c:v>
                </c:pt>
                <c:pt idx="2363">
                  <c:v>1.34</c:v>
                </c:pt>
                <c:pt idx="2364">
                  <c:v>1.93</c:v>
                </c:pt>
                <c:pt idx="2365">
                  <c:v>1.46</c:v>
                </c:pt>
                <c:pt idx="2366">
                  <c:v>3.76</c:v>
                </c:pt>
                <c:pt idx="2367">
                  <c:v>1.46</c:v>
                </c:pt>
                <c:pt idx="2368">
                  <c:v>1.79</c:v>
                </c:pt>
                <c:pt idx="2369">
                  <c:v>1.69</c:v>
                </c:pt>
                <c:pt idx="2370">
                  <c:v>2.41</c:v>
                </c:pt>
                <c:pt idx="2371">
                  <c:v>2.2000000000000002</c:v>
                </c:pt>
                <c:pt idx="2372">
                  <c:v>11.27</c:v>
                </c:pt>
                <c:pt idx="2373">
                  <c:v>2.68</c:v>
                </c:pt>
                <c:pt idx="2374">
                  <c:v>1.93</c:v>
                </c:pt>
                <c:pt idx="2375">
                  <c:v>1.55</c:v>
                </c:pt>
                <c:pt idx="2376">
                  <c:v>1.75</c:v>
                </c:pt>
                <c:pt idx="2377">
                  <c:v>1.93</c:v>
                </c:pt>
                <c:pt idx="2378">
                  <c:v>0.25</c:v>
                </c:pt>
                <c:pt idx="2379">
                  <c:v>0.67</c:v>
                </c:pt>
                <c:pt idx="2380">
                  <c:v>1.86</c:v>
                </c:pt>
                <c:pt idx="2381">
                  <c:v>1.66</c:v>
                </c:pt>
                <c:pt idx="2382">
                  <c:v>3.65</c:v>
                </c:pt>
                <c:pt idx="2383">
                  <c:v>2.16</c:v>
                </c:pt>
                <c:pt idx="2384">
                  <c:v>2.16</c:v>
                </c:pt>
                <c:pt idx="2385">
                  <c:v>4.2</c:v>
                </c:pt>
                <c:pt idx="2386">
                  <c:v>12.94</c:v>
                </c:pt>
                <c:pt idx="2387">
                  <c:v>0.98</c:v>
                </c:pt>
                <c:pt idx="2388">
                  <c:v>2.0299999999999998</c:v>
                </c:pt>
                <c:pt idx="2389">
                  <c:v>3.45</c:v>
                </c:pt>
                <c:pt idx="2390">
                  <c:v>2.72</c:v>
                </c:pt>
                <c:pt idx="2391">
                  <c:v>0.99</c:v>
                </c:pt>
                <c:pt idx="2392">
                  <c:v>2.98</c:v>
                </c:pt>
                <c:pt idx="2393">
                  <c:v>5.49</c:v>
                </c:pt>
                <c:pt idx="2394">
                  <c:v>1.18</c:v>
                </c:pt>
                <c:pt idx="2395">
                  <c:v>2.06</c:v>
                </c:pt>
                <c:pt idx="2396">
                  <c:v>2.13</c:v>
                </c:pt>
                <c:pt idx="2397">
                  <c:v>1.66</c:v>
                </c:pt>
                <c:pt idx="2398">
                  <c:v>1.95</c:v>
                </c:pt>
                <c:pt idx="2399">
                  <c:v>3.53</c:v>
                </c:pt>
                <c:pt idx="2400">
                  <c:v>2.0699999999999998</c:v>
                </c:pt>
                <c:pt idx="2401">
                  <c:v>4.0999999999999996</c:v>
                </c:pt>
                <c:pt idx="2402">
                  <c:v>15.99</c:v>
                </c:pt>
                <c:pt idx="2403">
                  <c:v>9.74</c:v>
                </c:pt>
                <c:pt idx="2404">
                  <c:v>3.41</c:v>
                </c:pt>
                <c:pt idx="2405">
                  <c:v>3.24</c:v>
                </c:pt>
                <c:pt idx="2406">
                  <c:v>3.24</c:v>
                </c:pt>
                <c:pt idx="2407">
                  <c:v>3.24</c:v>
                </c:pt>
                <c:pt idx="2408">
                  <c:v>0.95</c:v>
                </c:pt>
                <c:pt idx="2409">
                  <c:v>0.96</c:v>
                </c:pt>
                <c:pt idx="2410">
                  <c:v>1.21</c:v>
                </c:pt>
                <c:pt idx="2411">
                  <c:v>0.92</c:v>
                </c:pt>
                <c:pt idx="2412">
                  <c:v>0.51</c:v>
                </c:pt>
                <c:pt idx="2413">
                  <c:v>1.1100000000000001</c:v>
                </c:pt>
                <c:pt idx="2414">
                  <c:v>0.68</c:v>
                </c:pt>
                <c:pt idx="2415">
                  <c:v>1.51</c:v>
                </c:pt>
                <c:pt idx="2416">
                  <c:v>2.14</c:v>
                </c:pt>
                <c:pt idx="2417">
                  <c:v>2.6</c:v>
                </c:pt>
                <c:pt idx="2418">
                  <c:v>3.2</c:v>
                </c:pt>
                <c:pt idx="2419">
                  <c:v>4.4000000000000004</c:v>
                </c:pt>
                <c:pt idx="2420">
                  <c:v>6.27</c:v>
                </c:pt>
                <c:pt idx="2421">
                  <c:v>12.11</c:v>
                </c:pt>
                <c:pt idx="2422">
                  <c:v>3.67</c:v>
                </c:pt>
                <c:pt idx="2423">
                  <c:v>2.95</c:v>
                </c:pt>
                <c:pt idx="2424">
                  <c:v>2.94</c:v>
                </c:pt>
                <c:pt idx="2425">
                  <c:v>19.52</c:v>
                </c:pt>
                <c:pt idx="2426">
                  <c:v>6.63</c:v>
                </c:pt>
                <c:pt idx="2427">
                  <c:v>6.63</c:v>
                </c:pt>
                <c:pt idx="2428">
                  <c:v>0.7</c:v>
                </c:pt>
                <c:pt idx="2429">
                  <c:v>0.69</c:v>
                </c:pt>
                <c:pt idx="2430">
                  <c:v>2.2200000000000002</c:v>
                </c:pt>
                <c:pt idx="2431">
                  <c:v>4.1100000000000003</c:v>
                </c:pt>
                <c:pt idx="2432">
                  <c:v>5.1100000000000003</c:v>
                </c:pt>
                <c:pt idx="2433">
                  <c:v>1.28</c:v>
                </c:pt>
                <c:pt idx="2434">
                  <c:v>2.14</c:v>
                </c:pt>
                <c:pt idx="2435">
                  <c:v>1.18</c:v>
                </c:pt>
                <c:pt idx="2436">
                  <c:v>1.62</c:v>
                </c:pt>
                <c:pt idx="2437">
                  <c:v>4.88</c:v>
                </c:pt>
                <c:pt idx="2438">
                  <c:v>5.96</c:v>
                </c:pt>
                <c:pt idx="2439">
                  <c:v>1.1499999999999999</c:v>
                </c:pt>
                <c:pt idx="2440">
                  <c:v>0.79</c:v>
                </c:pt>
                <c:pt idx="2441">
                  <c:v>6.72</c:v>
                </c:pt>
                <c:pt idx="2442">
                  <c:v>3.34</c:v>
                </c:pt>
                <c:pt idx="2443">
                  <c:v>1.0900000000000001</c:v>
                </c:pt>
                <c:pt idx="2444">
                  <c:v>1.35</c:v>
                </c:pt>
                <c:pt idx="2445">
                  <c:v>1.26</c:v>
                </c:pt>
                <c:pt idx="2446">
                  <c:v>0.89</c:v>
                </c:pt>
                <c:pt idx="2447">
                  <c:v>1.4</c:v>
                </c:pt>
                <c:pt idx="2448">
                  <c:v>1.17</c:v>
                </c:pt>
                <c:pt idx="2449">
                  <c:v>0.71</c:v>
                </c:pt>
                <c:pt idx="2450">
                  <c:v>0.84</c:v>
                </c:pt>
                <c:pt idx="2451">
                  <c:v>0.76</c:v>
                </c:pt>
                <c:pt idx="2452">
                  <c:v>1.27</c:v>
                </c:pt>
                <c:pt idx="2453">
                  <c:v>1.38</c:v>
                </c:pt>
                <c:pt idx="2454">
                  <c:v>1.33</c:v>
                </c:pt>
                <c:pt idx="2455">
                  <c:v>2.64</c:v>
                </c:pt>
                <c:pt idx="2456">
                  <c:v>2.46</c:v>
                </c:pt>
                <c:pt idx="2457">
                  <c:v>3.62</c:v>
                </c:pt>
                <c:pt idx="2458">
                  <c:v>2.54</c:v>
                </c:pt>
                <c:pt idx="2459">
                  <c:v>2.23</c:v>
                </c:pt>
                <c:pt idx="2460">
                  <c:v>1.73</c:v>
                </c:pt>
                <c:pt idx="2461">
                  <c:v>2.86</c:v>
                </c:pt>
                <c:pt idx="2462">
                  <c:v>3.76</c:v>
                </c:pt>
                <c:pt idx="2463">
                  <c:v>6.89</c:v>
                </c:pt>
                <c:pt idx="2464">
                  <c:v>2.36</c:v>
                </c:pt>
                <c:pt idx="2465">
                  <c:v>1.74</c:v>
                </c:pt>
                <c:pt idx="2466">
                  <c:v>1.51</c:v>
                </c:pt>
                <c:pt idx="2467">
                  <c:v>4.42</c:v>
                </c:pt>
                <c:pt idx="2468">
                  <c:v>6.86</c:v>
                </c:pt>
                <c:pt idx="2469">
                  <c:v>2.89</c:v>
                </c:pt>
                <c:pt idx="2470">
                  <c:v>6.3</c:v>
                </c:pt>
                <c:pt idx="2471">
                  <c:v>8.35</c:v>
                </c:pt>
                <c:pt idx="2472">
                  <c:v>6.05</c:v>
                </c:pt>
                <c:pt idx="2473">
                  <c:v>13.17</c:v>
                </c:pt>
                <c:pt idx="2474">
                  <c:v>41.84</c:v>
                </c:pt>
                <c:pt idx="2475">
                  <c:v>6.53</c:v>
                </c:pt>
                <c:pt idx="2476">
                  <c:v>12.14</c:v>
                </c:pt>
                <c:pt idx="2477">
                  <c:v>30.38</c:v>
                </c:pt>
                <c:pt idx="2478">
                  <c:v>119.24</c:v>
                </c:pt>
                <c:pt idx="2479">
                  <c:v>5.97</c:v>
                </c:pt>
                <c:pt idx="2480">
                  <c:v>11.6</c:v>
                </c:pt>
                <c:pt idx="2481">
                  <c:v>93.92</c:v>
                </c:pt>
                <c:pt idx="2482">
                  <c:v>7.95</c:v>
                </c:pt>
                <c:pt idx="2483">
                  <c:v>2.72</c:v>
                </c:pt>
                <c:pt idx="2484">
                  <c:v>2.82</c:v>
                </c:pt>
                <c:pt idx="2485">
                  <c:v>2.41</c:v>
                </c:pt>
                <c:pt idx="2486">
                  <c:v>2</c:v>
                </c:pt>
                <c:pt idx="2487">
                  <c:v>2.58</c:v>
                </c:pt>
                <c:pt idx="2488">
                  <c:v>3.5</c:v>
                </c:pt>
                <c:pt idx="2489">
                  <c:v>2.97</c:v>
                </c:pt>
                <c:pt idx="2490">
                  <c:v>1.91</c:v>
                </c:pt>
                <c:pt idx="2491">
                  <c:v>1.91</c:v>
                </c:pt>
                <c:pt idx="2492">
                  <c:v>0.92</c:v>
                </c:pt>
                <c:pt idx="2493">
                  <c:v>2.48</c:v>
                </c:pt>
                <c:pt idx="2494">
                  <c:v>0.95</c:v>
                </c:pt>
                <c:pt idx="2495">
                  <c:v>1.69</c:v>
                </c:pt>
                <c:pt idx="2496">
                  <c:v>4.21</c:v>
                </c:pt>
                <c:pt idx="2497">
                  <c:v>3.2</c:v>
                </c:pt>
                <c:pt idx="2498">
                  <c:v>2.75</c:v>
                </c:pt>
                <c:pt idx="2499">
                  <c:v>5.2</c:v>
                </c:pt>
                <c:pt idx="2500">
                  <c:v>1.96</c:v>
                </c:pt>
                <c:pt idx="2501">
                  <c:v>2.04</c:v>
                </c:pt>
                <c:pt idx="2502">
                  <c:v>2.04</c:v>
                </c:pt>
                <c:pt idx="2503">
                  <c:v>2.04</c:v>
                </c:pt>
                <c:pt idx="2504">
                  <c:v>2.04</c:v>
                </c:pt>
                <c:pt idx="2505">
                  <c:v>3.4</c:v>
                </c:pt>
                <c:pt idx="2506">
                  <c:v>4.3</c:v>
                </c:pt>
                <c:pt idx="2507">
                  <c:v>4.76</c:v>
                </c:pt>
                <c:pt idx="2508">
                  <c:v>3.19</c:v>
                </c:pt>
                <c:pt idx="2509">
                  <c:v>3.32</c:v>
                </c:pt>
                <c:pt idx="2510">
                  <c:v>3.33</c:v>
                </c:pt>
                <c:pt idx="2511">
                  <c:v>0.99</c:v>
                </c:pt>
                <c:pt idx="2512">
                  <c:v>0.85</c:v>
                </c:pt>
                <c:pt idx="2513">
                  <c:v>4.05</c:v>
                </c:pt>
                <c:pt idx="2514">
                  <c:v>2.96</c:v>
                </c:pt>
                <c:pt idx="2515">
                  <c:v>6.14</c:v>
                </c:pt>
                <c:pt idx="2516">
                  <c:v>1.01</c:v>
                </c:pt>
                <c:pt idx="2517">
                  <c:v>2.31</c:v>
                </c:pt>
                <c:pt idx="2518">
                  <c:v>1.39</c:v>
                </c:pt>
                <c:pt idx="2519">
                  <c:v>2.82</c:v>
                </c:pt>
                <c:pt idx="2520">
                  <c:v>3.61</c:v>
                </c:pt>
                <c:pt idx="2521">
                  <c:v>6.74</c:v>
                </c:pt>
                <c:pt idx="2522">
                  <c:v>3.01</c:v>
                </c:pt>
                <c:pt idx="2523">
                  <c:v>4.01</c:v>
                </c:pt>
                <c:pt idx="2524">
                  <c:v>2.52</c:v>
                </c:pt>
                <c:pt idx="2525">
                  <c:v>3.19</c:v>
                </c:pt>
                <c:pt idx="2526">
                  <c:v>3.19</c:v>
                </c:pt>
                <c:pt idx="2527">
                  <c:v>11.43</c:v>
                </c:pt>
                <c:pt idx="2528">
                  <c:v>4.38</c:v>
                </c:pt>
                <c:pt idx="2529">
                  <c:v>2.5099999999999998</c:v>
                </c:pt>
                <c:pt idx="2530">
                  <c:v>4.03</c:v>
                </c:pt>
                <c:pt idx="2531">
                  <c:v>3.64</c:v>
                </c:pt>
                <c:pt idx="2532">
                  <c:v>2.5299999999999998</c:v>
                </c:pt>
                <c:pt idx="2533">
                  <c:v>7.57</c:v>
                </c:pt>
                <c:pt idx="2534">
                  <c:v>9.1</c:v>
                </c:pt>
                <c:pt idx="2535">
                  <c:v>5.73</c:v>
                </c:pt>
                <c:pt idx="2536">
                  <c:v>4.0999999999999996</c:v>
                </c:pt>
                <c:pt idx="2537">
                  <c:v>4.75</c:v>
                </c:pt>
                <c:pt idx="2538">
                  <c:v>3.53</c:v>
                </c:pt>
                <c:pt idx="2539">
                  <c:v>2.23</c:v>
                </c:pt>
                <c:pt idx="2540">
                  <c:v>3.82</c:v>
                </c:pt>
                <c:pt idx="2541">
                  <c:v>6.48</c:v>
                </c:pt>
                <c:pt idx="2542">
                  <c:v>5.09</c:v>
                </c:pt>
                <c:pt idx="2543">
                  <c:v>8.23</c:v>
                </c:pt>
                <c:pt idx="2544">
                  <c:v>7.95</c:v>
                </c:pt>
                <c:pt idx="2545">
                  <c:v>19.309999999999999</c:v>
                </c:pt>
                <c:pt idx="2546">
                  <c:v>27.03</c:v>
                </c:pt>
                <c:pt idx="2547">
                  <c:v>11.22</c:v>
                </c:pt>
                <c:pt idx="2548">
                  <c:v>44.99</c:v>
                </c:pt>
                <c:pt idx="2549">
                  <c:v>4.99</c:v>
                </c:pt>
                <c:pt idx="2550">
                  <c:v>8.1300000000000008</c:v>
                </c:pt>
                <c:pt idx="2551">
                  <c:v>5</c:v>
                </c:pt>
                <c:pt idx="2552">
                  <c:v>5.97</c:v>
                </c:pt>
                <c:pt idx="2553">
                  <c:v>13.49</c:v>
                </c:pt>
                <c:pt idx="2554">
                  <c:v>4.72</c:v>
                </c:pt>
                <c:pt idx="2555">
                  <c:v>10.19</c:v>
                </c:pt>
                <c:pt idx="2556">
                  <c:v>10.62</c:v>
                </c:pt>
                <c:pt idx="2557">
                  <c:v>13.69</c:v>
                </c:pt>
                <c:pt idx="2558">
                  <c:v>14.77</c:v>
                </c:pt>
                <c:pt idx="2559">
                  <c:v>10.88</c:v>
                </c:pt>
                <c:pt idx="2560">
                  <c:v>23.47</c:v>
                </c:pt>
                <c:pt idx="2561">
                  <c:v>45.96</c:v>
                </c:pt>
                <c:pt idx="2562">
                  <c:v>45.27</c:v>
                </c:pt>
                <c:pt idx="2563">
                  <c:v>77.84</c:v>
                </c:pt>
                <c:pt idx="2564">
                  <c:v>30.94</c:v>
                </c:pt>
                <c:pt idx="2565">
                  <c:v>103.79</c:v>
                </c:pt>
                <c:pt idx="2566">
                  <c:v>21.12</c:v>
                </c:pt>
                <c:pt idx="2567">
                  <c:v>171.34</c:v>
                </c:pt>
                <c:pt idx="2568">
                  <c:v>12.92</c:v>
                </c:pt>
                <c:pt idx="2569">
                  <c:v>30.38</c:v>
                </c:pt>
                <c:pt idx="2570">
                  <c:v>4.5</c:v>
                </c:pt>
                <c:pt idx="2571">
                  <c:v>4</c:v>
                </c:pt>
                <c:pt idx="2572">
                  <c:v>7.2</c:v>
                </c:pt>
                <c:pt idx="2573">
                  <c:v>41.33</c:v>
                </c:pt>
                <c:pt idx="2574">
                  <c:v>9.91</c:v>
                </c:pt>
                <c:pt idx="2575">
                  <c:v>4.08</c:v>
                </c:pt>
                <c:pt idx="2576">
                  <c:v>4.08</c:v>
                </c:pt>
                <c:pt idx="2577">
                  <c:v>3.53</c:v>
                </c:pt>
                <c:pt idx="2578">
                  <c:v>6.74</c:v>
                </c:pt>
                <c:pt idx="2579">
                  <c:v>5.37</c:v>
                </c:pt>
                <c:pt idx="2580">
                  <c:v>3.2</c:v>
                </c:pt>
                <c:pt idx="2581">
                  <c:v>7.05</c:v>
                </c:pt>
                <c:pt idx="2582">
                  <c:v>4.16</c:v>
                </c:pt>
                <c:pt idx="2583">
                  <c:v>13.57</c:v>
                </c:pt>
                <c:pt idx="2584">
                  <c:v>12.18</c:v>
                </c:pt>
                <c:pt idx="2585">
                  <c:v>58.13</c:v>
                </c:pt>
                <c:pt idx="2586">
                  <c:v>7.42</c:v>
                </c:pt>
                <c:pt idx="2587">
                  <c:v>8.89</c:v>
                </c:pt>
                <c:pt idx="2588">
                  <c:v>6.99</c:v>
                </c:pt>
                <c:pt idx="2589">
                  <c:v>5.17</c:v>
                </c:pt>
                <c:pt idx="2590">
                  <c:v>5.35</c:v>
                </c:pt>
                <c:pt idx="2591">
                  <c:v>5.19</c:v>
                </c:pt>
                <c:pt idx="2592">
                  <c:v>12.58</c:v>
                </c:pt>
                <c:pt idx="2593">
                  <c:v>11.37</c:v>
                </c:pt>
                <c:pt idx="2594">
                  <c:v>18.809999999999999</c:v>
                </c:pt>
                <c:pt idx="2595">
                  <c:v>45.45</c:v>
                </c:pt>
                <c:pt idx="2596">
                  <c:v>30.08</c:v>
                </c:pt>
                <c:pt idx="2597">
                  <c:v>30.08</c:v>
                </c:pt>
                <c:pt idx="2598">
                  <c:v>30.08</c:v>
                </c:pt>
                <c:pt idx="2599">
                  <c:v>40.35</c:v>
                </c:pt>
                <c:pt idx="2600">
                  <c:v>19.940000000000001</c:v>
                </c:pt>
                <c:pt idx="2601">
                  <c:v>23.71</c:v>
                </c:pt>
                <c:pt idx="2602">
                  <c:v>159.47</c:v>
                </c:pt>
                <c:pt idx="2603">
                  <c:v>9.94</c:v>
                </c:pt>
                <c:pt idx="2604">
                  <c:v>7.52</c:v>
                </c:pt>
                <c:pt idx="2605">
                  <c:v>32.19</c:v>
                </c:pt>
                <c:pt idx="2606">
                  <c:v>3.74</c:v>
                </c:pt>
                <c:pt idx="2607">
                  <c:v>5.35</c:v>
                </c:pt>
                <c:pt idx="2608">
                  <c:v>1.99</c:v>
                </c:pt>
                <c:pt idx="2609">
                  <c:v>3.5</c:v>
                </c:pt>
                <c:pt idx="2610">
                  <c:v>3.46</c:v>
                </c:pt>
                <c:pt idx="2611">
                  <c:v>2.2400000000000002</c:v>
                </c:pt>
                <c:pt idx="2612">
                  <c:v>3.1</c:v>
                </c:pt>
                <c:pt idx="2613">
                  <c:v>3.94</c:v>
                </c:pt>
                <c:pt idx="2614">
                  <c:v>3.94</c:v>
                </c:pt>
                <c:pt idx="2615">
                  <c:v>3.84</c:v>
                </c:pt>
                <c:pt idx="2616">
                  <c:v>5.62</c:v>
                </c:pt>
                <c:pt idx="2617">
                  <c:v>5.78</c:v>
                </c:pt>
                <c:pt idx="2618">
                  <c:v>3.1</c:v>
                </c:pt>
                <c:pt idx="2619">
                  <c:v>6.21</c:v>
                </c:pt>
                <c:pt idx="2620">
                  <c:v>2.29</c:v>
                </c:pt>
                <c:pt idx="2621">
                  <c:v>1.61</c:v>
                </c:pt>
                <c:pt idx="2622">
                  <c:v>2.1800000000000002</c:v>
                </c:pt>
                <c:pt idx="2623">
                  <c:v>1.98</c:v>
                </c:pt>
                <c:pt idx="2624">
                  <c:v>7.93</c:v>
                </c:pt>
                <c:pt idx="2625">
                  <c:v>2.57</c:v>
                </c:pt>
                <c:pt idx="2626">
                  <c:v>4.32</c:v>
                </c:pt>
                <c:pt idx="2627">
                  <c:v>4.8499999999999996</c:v>
                </c:pt>
                <c:pt idx="2628">
                  <c:v>6.97</c:v>
                </c:pt>
                <c:pt idx="2629">
                  <c:v>52.85</c:v>
                </c:pt>
                <c:pt idx="2630">
                  <c:v>5.81</c:v>
                </c:pt>
                <c:pt idx="2631">
                  <c:v>2.5499999999999998</c:v>
                </c:pt>
                <c:pt idx="2632">
                  <c:v>2.77</c:v>
                </c:pt>
                <c:pt idx="2633">
                  <c:v>11.96</c:v>
                </c:pt>
                <c:pt idx="2634">
                  <c:v>27.96</c:v>
                </c:pt>
                <c:pt idx="2635">
                  <c:v>1.78</c:v>
                </c:pt>
                <c:pt idx="2636">
                  <c:v>1.4</c:v>
                </c:pt>
                <c:pt idx="2637">
                  <c:v>1.31</c:v>
                </c:pt>
                <c:pt idx="2638">
                  <c:v>1.93</c:v>
                </c:pt>
                <c:pt idx="2639">
                  <c:v>2.76</c:v>
                </c:pt>
                <c:pt idx="2640">
                  <c:v>1.71</c:v>
                </c:pt>
                <c:pt idx="2641">
                  <c:v>2.95</c:v>
                </c:pt>
                <c:pt idx="2642">
                  <c:v>0.65</c:v>
                </c:pt>
                <c:pt idx="2643">
                  <c:v>1.6</c:v>
                </c:pt>
                <c:pt idx="2644">
                  <c:v>1.41</c:v>
                </c:pt>
                <c:pt idx="2645">
                  <c:v>1.41</c:v>
                </c:pt>
                <c:pt idx="2646">
                  <c:v>0.71</c:v>
                </c:pt>
                <c:pt idx="2647">
                  <c:v>0.91</c:v>
                </c:pt>
                <c:pt idx="2648">
                  <c:v>0.84</c:v>
                </c:pt>
                <c:pt idx="2649">
                  <c:v>1.1000000000000001</c:v>
                </c:pt>
                <c:pt idx="2650">
                  <c:v>1.3</c:v>
                </c:pt>
                <c:pt idx="2651">
                  <c:v>0.64</c:v>
                </c:pt>
                <c:pt idx="2652">
                  <c:v>0.84</c:v>
                </c:pt>
                <c:pt idx="2653">
                  <c:v>0.95</c:v>
                </c:pt>
                <c:pt idx="2654">
                  <c:v>0.91</c:v>
                </c:pt>
                <c:pt idx="2655">
                  <c:v>1.57</c:v>
                </c:pt>
                <c:pt idx="2656">
                  <c:v>3.52</c:v>
                </c:pt>
                <c:pt idx="2657">
                  <c:v>3.9</c:v>
                </c:pt>
                <c:pt idx="2658">
                  <c:v>1.58</c:v>
                </c:pt>
                <c:pt idx="2659">
                  <c:v>1.58</c:v>
                </c:pt>
                <c:pt idx="2660">
                  <c:v>1.58</c:v>
                </c:pt>
                <c:pt idx="2661">
                  <c:v>1.58</c:v>
                </c:pt>
                <c:pt idx="2662">
                  <c:v>2.63</c:v>
                </c:pt>
                <c:pt idx="2663">
                  <c:v>7.65</c:v>
                </c:pt>
                <c:pt idx="2664">
                  <c:v>4.49</c:v>
                </c:pt>
                <c:pt idx="2665">
                  <c:v>2.42</c:v>
                </c:pt>
                <c:pt idx="2666">
                  <c:v>1.93</c:v>
                </c:pt>
                <c:pt idx="2667">
                  <c:v>1.23</c:v>
                </c:pt>
                <c:pt idx="2668">
                  <c:v>2.89</c:v>
                </c:pt>
                <c:pt idx="2669">
                  <c:v>1.91</c:v>
                </c:pt>
                <c:pt idx="2670">
                  <c:v>3.92</c:v>
                </c:pt>
                <c:pt idx="2671">
                  <c:v>3.38</c:v>
                </c:pt>
                <c:pt idx="2672">
                  <c:v>4.1100000000000003</c:v>
                </c:pt>
                <c:pt idx="2673">
                  <c:v>7.39</c:v>
                </c:pt>
                <c:pt idx="2674">
                  <c:v>4.22</c:v>
                </c:pt>
                <c:pt idx="2675">
                  <c:v>3.92</c:v>
                </c:pt>
                <c:pt idx="2676">
                  <c:v>12.28</c:v>
                </c:pt>
                <c:pt idx="2677">
                  <c:v>11.15</c:v>
                </c:pt>
                <c:pt idx="2678">
                  <c:v>16.77</c:v>
                </c:pt>
                <c:pt idx="2679">
                  <c:v>24.8</c:v>
                </c:pt>
                <c:pt idx="2680">
                  <c:v>30.97</c:v>
                </c:pt>
                <c:pt idx="2681">
                  <c:v>21.81</c:v>
                </c:pt>
                <c:pt idx="2682">
                  <c:v>56.22</c:v>
                </c:pt>
                <c:pt idx="2683">
                  <c:v>145.13</c:v>
                </c:pt>
                <c:pt idx="2684">
                  <c:v>5.98</c:v>
                </c:pt>
                <c:pt idx="2685">
                  <c:v>1.61</c:v>
                </c:pt>
                <c:pt idx="2686">
                  <c:v>3.1</c:v>
                </c:pt>
                <c:pt idx="2687">
                  <c:v>3.1</c:v>
                </c:pt>
                <c:pt idx="2688">
                  <c:v>3.1</c:v>
                </c:pt>
                <c:pt idx="2689">
                  <c:v>1.49</c:v>
                </c:pt>
                <c:pt idx="2690">
                  <c:v>1.88</c:v>
                </c:pt>
                <c:pt idx="2691">
                  <c:v>2.0099999999999998</c:v>
                </c:pt>
                <c:pt idx="2692">
                  <c:v>2.0099999999999998</c:v>
                </c:pt>
                <c:pt idx="2693">
                  <c:v>1.84</c:v>
                </c:pt>
                <c:pt idx="2694">
                  <c:v>1.56</c:v>
                </c:pt>
                <c:pt idx="2695">
                  <c:v>2.0099999999999998</c:v>
                </c:pt>
                <c:pt idx="2696">
                  <c:v>1.1100000000000001</c:v>
                </c:pt>
                <c:pt idx="2697">
                  <c:v>1.07</c:v>
                </c:pt>
                <c:pt idx="2698">
                  <c:v>2.0499999999999998</c:v>
                </c:pt>
                <c:pt idx="2699">
                  <c:v>6.52</c:v>
                </c:pt>
                <c:pt idx="2700">
                  <c:v>3.36</c:v>
                </c:pt>
                <c:pt idx="2701">
                  <c:v>2.4700000000000002</c:v>
                </c:pt>
                <c:pt idx="2702">
                  <c:v>7.98</c:v>
                </c:pt>
                <c:pt idx="2703">
                  <c:v>6.5</c:v>
                </c:pt>
                <c:pt idx="2704">
                  <c:v>25.24</c:v>
                </c:pt>
                <c:pt idx="2705">
                  <c:v>8.0399999999999991</c:v>
                </c:pt>
                <c:pt idx="2706">
                  <c:v>46.31</c:v>
                </c:pt>
                <c:pt idx="2707">
                  <c:v>1.47</c:v>
                </c:pt>
                <c:pt idx="2708">
                  <c:v>2.86</c:v>
                </c:pt>
                <c:pt idx="2709">
                  <c:v>1.1599999999999999</c:v>
                </c:pt>
                <c:pt idx="2710">
                  <c:v>2.36</c:v>
                </c:pt>
                <c:pt idx="2711">
                  <c:v>5.09</c:v>
                </c:pt>
                <c:pt idx="2712">
                  <c:v>2.0699999999999998</c:v>
                </c:pt>
                <c:pt idx="2713">
                  <c:v>2.42</c:v>
                </c:pt>
                <c:pt idx="2714">
                  <c:v>3.02</c:v>
                </c:pt>
                <c:pt idx="2715">
                  <c:v>3.11</c:v>
                </c:pt>
                <c:pt idx="2716">
                  <c:v>1.84</c:v>
                </c:pt>
                <c:pt idx="2717">
                  <c:v>1.96</c:v>
                </c:pt>
                <c:pt idx="2718">
                  <c:v>4.07</c:v>
                </c:pt>
                <c:pt idx="2719">
                  <c:v>4.0199999999999996</c:v>
                </c:pt>
                <c:pt idx="2720">
                  <c:v>2.89</c:v>
                </c:pt>
                <c:pt idx="2721">
                  <c:v>3.95</c:v>
                </c:pt>
                <c:pt idx="2722">
                  <c:v>3.04</c:v>
                </c:pt>
                <c:pt idx="2723">
                  <c:v>4.25</c:v>
                </c:pt>
                <c:pt idx="2724">
                  <c:v>5.89</c:v>
                </c:pt>
                <c:pt idx="2725">
                  <c:v>7.21</c:v>
                </c:pt>
                <c:pt idx="2726">
                  <c:v>7.86</c:v>
                </c:pt>
                <c:pt idx="2727">
                  <c:v>11.76</c:v>
                </c:pt>
                <c:pt idx="2728">
                  <c:v>10.47</c:v>
                </c:pt>
                <c:pt idx="2729">
                  <c:v>11.18</c:v>
                </c:pt>
                <c:pt idx="2730">
                  <c:v>21.35</c:v>
                </c:pt>
                <c:pt idx="2731">
                  <c:v>18.36</c:v>
                </c:pt>
                <c:pt idx="2732">
                  <c:v>26.15</c:v>
                </c:pt>
                <c:pt idx="2733">
                  <c:v>133.28</c:v>
                </c:pt>
                <c:pt idx="2734">
                  <c:v>277.74</c:v>
                </c:pt>
                <c:pt idx="2735">
                  <c:v>22.87</c:v>
                </c:pt>
                <c:pt idx="2736">
                  <c:v>42.28</c:v>
                </c:pt>
                <c:pt idx="2737">
                  <c:v>5.71</c:v>
                </c:pt>
                <c:pt idx="2738">
                  <c:v>10.37</c:v>
                </c:pt>
                <c:pt idx="2739">
                  <c:v>11.22</c:v>
                </c:pt>
                <c:pt idx="2740">
                  <c:v>11.46</c:v>
                </c:pt>
                <c:pt idx="2741">
                  <c:v>29.04</c:v>
                </c:pt>
                <c:pt idx="2742">
                  <c:v>10.220000000000001</c:v>
                </c:pt>
                <c:pt idx="2743">
                  <c:v>10.37</c:v>
                </c:pt>
                <c:pt idx="2744">
                  <c:v>15.29</c:v>
                </c:pt>
                <c:pt idx="2745">
                  <c:v>20.32</c:v>
                </c:pt>
                <c:pt idx="2746">
                  <c:v>25.3</c:v>
                </c:pt>
                <c:pt idx="2747">
                  <c:v>25.3</c:v>
                </c:pt>
                <c:pt idx="2748">
                  <c:v>147.44999999999999</c:v>
                </c:pt>
                <c:pt idx="2749">
                  <c:v>36.229999999999997</c:v>
                </c:pt>
                <c:pt idx="2750">
                  <c:v>32.159999999999997</c:v>
                </c:pt>
                <c:pt idx="2751">
                  <c:v>71.27</c:v>
                </c:pt>
                <c:pt idx="2752">
                  <c:v>110.94</c:v>
                </c:pt>
                <c:pt idx="2753">
                  <c:v>615.49</c:v>
                </c:pt>
                <c:pt idx="2754">
                  <c:v>310.42</c:v>
                </c:pt>
                <c:pt idx="2755">
                  <c:v>310.42</c:v>
                </c:pt>
                <c:pt idx="2756">
                  <c:v>310.42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2-4417-BD57-2D59CDC44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74229888"/>
        <c:axId val="1534786912"/>
      </c:barChart>
      <c:lineChart>
        <c:grouping val="standard"/>
        <c:varyColors val="0"/>
        <c:ser>
          <c:idx val="1"/>
          <c:order val="0"/>
          <c:tx>
            <c:strRef>
              <c:f>주가!$D$14</c:f>
              <c:strCache>
                <c:ptCount val="1"/>
                <c:pt idx="0">
                  <c:v>수정주가(원)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주가!$A$15:$A$4090</c:f>
              <c:numCache>
                <c:formatCode>m/d/yyyy</c:formatCode>
                <c:ptCount val="4076"/>
                <c:pt idx="0">
                  <c:v>46132</c:v>
                </c:pt>
                <c:pt idx="1">
                  <c:v>46129</c:v>
                </c:pt>
                <c:pt idx="2">
                  <c:v>46128</c:v>
                </c:pt>
                <c:pt idx="3">
                  <c:v>46127</c:v>
                </c:pt>
                <c:pt idx="4">
                  <c:v>46126</c:v>
                </c:pt>
                <c:pt idx="5">
                  <c:v>46125</c:v>
                </c:pt>
                <c:pt idx="6">
                  <c:v>46122</c:v>
                </c:pt>
                <c:pt idx="7">
                  <c:v>46121</c:v>
                </c:pt>
                <c:pt idx="8">
                  <c:v>46120</c:v>
                </c:pt>
                <c:pt idx="9">
                  <c:v>46119</c:v>
                </c:pt>
                <c:pt idx="10">
                  <c:v>46118</c:v>
                </c:pt>
                <c:pt idx="11">
                  <c:v>46115</c:v>
                </c:pt>
                <c:pt idx="12">
                  <c:v>46114</c:v>
                </c:pt>
                <c:pt idx="13">
                  <c:v>46113</c:v>
                </c:pt>
                <c:pt idx="14">
                  <c:v>46112</c:v>
                </c:pt>
                <c:pt idx="15">
                  <c:v>46111</c:v>
                </c:pt>
                <c:pt idx="16">
                  <c:v>46108</c:v>
                </c:pt>
                <c:pt idx="17">
                  <c:v>46107</c:v>
                </c:pt>
                <c:pt idx="18">
                  <c:v>46106</c:v>
                </c:pt>
                <c:pt idx="19">
                  <c:v>46105</c:v>
                </c:pt>
                <c:pt idx="20">
                  <c:v>46104</c:v>
                </c:pt>
                <c:pt idx="21">
                  <c:v>46101</c:v>
                </c:pt>
                <c:pt idx="22">
                  <c:v>46100</c:v>
                </c:pt>
                <c:pt idx="23">
                  <c:v>46099</c:v>
                </c:pt>
                <c:pt idx="24">
                  <c:v>46098</c:v>
                </c:pt>
                <c:pt idx="25">
                  <c:v>46097</c:v>
                </c:pt>
                <c:pt idx="26">
                  <c:v>46094</c:v>
                </c:pt>
                <c:pt idx="27">
                  <c:v>46093</c:v>
                </c:pt>
                <c:pt idx="28">
                  <c:v>46092</c:v>
                </c:pt>
                <c:pt idx="29">
                  <c:v>46091</c:v>
                </c:pt>
                <c:pt idx="30">
                  <c:v>46090</c:v>
                </c:pt>
                <c:pt idx="31">
                  <c:v>46087</c:v>
                </c:pt>
                <c:pt idx="32">
                  <c:v>46086</c:v>
                </c:pt>
                <c:pt idx="33">
                  <c:v>46085</c:v>
                </c:pt>
                <c:pt idx="34">
                  <c:v>46084</c:v>
                </c:pt>
                <c:pt idx="35">
                  <c:v>46083</c:v>
                </c:pt>
                <c:pt idx="36">
                  <c:v>46080</c:v>
                </c:pt>
                <c:pt idx="37">
                  <c:v>46079</c:v>
                </c:pt>
                <c:pt idx="38">
                  <c:v>46078</c:v>
                </c:pt>
                <c:pt idx="39">
                  <c:v>46077</c:v>
                </c:pt>
                <c:pt idx="40">
                  <c:v>46076</c:v>
                </c:pt>
                <c:pt idx="41">
                  <c:v>46073</c:v>
                </c:pt>
                <c:pt idx="42">
                  <c:v>46072</c:v>
                </c:pt>
                <c:pt idx="43">
                  <c:v>46071</c:v>
                </c:pt>
                <c:pt idx="44">
                  <c:v>46070</c:v>
                </c:pt>
                <c:pt idx="45">
                  <c:v>46069</c:v>
                </c:pt>
                <c:pt idx="46">
                  <c:v>46066</c:v>
                </c:pt>
                <c:pt idx="47">
                  <c:v>46065</c:v>
                </c:pt>
                <c:pt idx="48">
                  <c:v>46064</c:v>
                </c:pt>
                <c:pt idx="49">
                  <c:v>46063</c:v>
                </c:pt>
                <c:pt idx="50">
                  <c:v>46062</c:v>
                </c:pt>
                <c:pt idx="51">
                  <c:v>46059</c:v>
                </c:pt>
                <c:pt idx="52">
                  <c:v>46058</c:v>
                </c:pt>
                <c:pt idx="53">
                  <c:v>46057</c:v>
                </c:pt>
                <c:pt idx="54">
                  <c:v>46056</c:v>
                </c:pt>
                <c:pt idx="55">
                  <c:v>46055</c:v>
                </c:pt>
                <c:pt idx="56">
                  <c:v>46052</c:v>
                </c:pt>
                <c:pt idx="57">
                  <c:v>46051</c:v>
                </c:pt>
                <c:pt idx="58">
                  <c:v>46050</c:v>
                </c:pt>
                <c:pt idx="59">
                  <c:v>46049</c:v>
                </c:pt>
                <c:pt idx="60">
                  <c:v>46048</c:v>
                </c:pt>
                <c:pt idx="61">
                  <c:v>46045</c:v>
                </c:pt>
                <c:pt idx="62">
                  <c:v>46044</c:v>
                </c:pt>
                <c:pt idx="63">
                  <c:v>46043</c:v>
                </c:pt>
                <c:pt idx="64">
                  <c:v>46042</c:v>
                </c:pt>
                <c:pt idx="65">
                  <c:v>46041</c:v>
                </c:pt>
                <c:pt idx="66">
                  <c:v>46038</c:v>
                </c:pt>
                <c:pt idx="67">
                  <c:v>46037</c:v>
                </c:pt>
                <c:pt idx="68">
                  <c:v>46036</c:v>
                </c:pt>
                <c:pt idx="69">
                  <c:v>46035</c:v>
                </c:pt>
                <c:pt idx="70">
                  <c:v>46034</c:v>
                </c:pt>
                <c:pt idx="71">
                  <c:v>46031</c:v>
                </c:pt>
                <c:pt idx="72">
                  <c:v>46030</c:v>
                </c:pt>
                <c:pt idx="73">
                  <c:v>46029</c:v>
                </c:pt>
                <c:pt idx="74">
                  <c:v>46028</c:v>
                </c:pt>
                <c:pt idx="75">
                  <c:v>46027</c:v>
                </c:pt>
                <c:pt idx="76">
                  <c:v>46024</c:v>
                </c:pt>
                <c:pt idx="77">
                  <c:v>46023</c:v>
                </c:pt>
                <c:pt idx="78">
                  <c:v>46022</c:v>
                </c:pt>
                <c:pt idx="79">
                  <c:v>46021</c:v>
                </c:pt>
                <c:pt idx="80">
                  <c:v>46020</c:v>
                </c:pt>
                <c:pt idx="81">
                  <c:v>46017</c:v>
                </c:pt>
                <c:pt idx="82">
                  <c:v>46016</c:v>
                </c:pt>
                <c:pt idx="83">
                  <c:v>46015</c:v>
                </c:pt>
                <c:pt idx="84">
                  <c:v>46014</c:v>
                </c:pt>
                <c:pt idx="85">
                  <c:v>46013</c:v>
                </c:pt>
                <c:pt idx="86">
                  <c:v>46010</c:v>
                </c:pt>
                <c:pt idx="87">
                  <c:v>46009</c:v>
                </c:pt>
                <c:pt idx="88">
                  <c:v>46008</c:v>
                </c:pt>
                <c:pt idx="89">
                  <c:v>46007</c:v>
                </c:pt>
                <c:pt idx="90">
                  <c:v>46006</c:v>
                </c:pt>
                <c:pt idx="91">
                  <c:v>46003</c:v>
                </c:pt>
                <c:pt idx="92">
                  <c:v>46002</c:v>
                </c:pt>
                <c:pt idx="93">
                  <c:v>46001</c:v>
                </c:pt>
                <c:pt idx="94">
                  <c:v>46000</c:v>
                </c:pt>
                <c:pt idx="95">
                  <c:v>45999</c:v>
                </c:pt>
                <c:pt idx="96">
                  <c:v>45996</c:v>
                </c:pt>
                <c:pt idx="97">
                  <c:v>45995</c:v>
                </c:pt>
                <c:pt idx="98">
                  <c:v>45994</c:v>
                </c:pt>
                <c:pt idx="99">
                  <c:v>45993</c:v>
                </c:pt>
                <c:pt idx="100">
                  <c:v>45992</c:v>
                </c:pt>
                <c:pt idx="101">
                  <c:v>45989</c:v>
                </c:pt>
                <c:pt idx="102">
                  <c:v>45988</c:v>
                </c:pt>
                <c:pt idx="103">
                  <c:v>45987</c:v>
                </c:pt>
                <c:pt idx="104">
                  <c:v>45986</c:v>
                </c:pt>
                <c:pt idx="105">
                  <c:v>45985</c:v>
                </c:pt>
                <c:pt idx="106">
                  <c:v>45982</c:v>
                </c:pt>
                <c:pt idx="107">
                  <c:v>45981</c:v>
                </c:pt>
                <c:pt idx="108">
                  <c:v>45980</c:v>
                </c:pt>
                <c:pt idx="109">
                  <c:v>45979</c:v>
                </c:pt>
                <c:pt idx="110">
                  <c:v>45978</c:v>
                </c:pt>
                <c:pt idx="111">
                  <c:v>45975</c:v>
                </c:pt>
                <c:pt idx="112">
                  <c:v>45974</c:v>
                </c:pt>
                <c:pt idx="113">
                  <c:v>45973</c:v>
                </c:pt>
                <c:pt idx="114">
                  <c:v>45972</c:v>
                </c:pt>
                <c:pt idx="115">
                  <c:v>45971</c:v>
                </c:pt>
                <c:pt idx="116">
                  <c:v>45968</c:v>
                </c:pt>
                <c:pt idx="117">
                  <c:v>45967</c:v>
                </c:pt>
                <c:pt idx="118">
                  <c:v>45966</c:v>
                </c:pt>
                <c:pt idx="119">
                  <c:v>45965</c:v>
                </c:pt>
                <c:pt idx="120">
                  <c:v>45964</c:v>
                </c:pt>
                <c:pt idx="121">
                  <c:v>45961</c:v>
                </c:pt>
                <c:pt idx="122">
                  <c:v>45960</c:v>
                </c:pt>
                <c:pt idx="123">
                  <c:v>45959</c:v>
                </c:pt>
                <c:pt idx="124">
                  <c:v>45958</c:v>
                </c:pt>
                <c:pt idx="125">
                  <c:v>45957</c:v>
                </c:pt>
                <c:pt idx="126">
                  <c:v>45954</c:v>
                </c:pt>
                <c:pt idx="127">
                  <c:v>45953</c:v>
                </c:pt>
                <c:pt idx="128">
                  <c:v>45952</c:v>
                </c:pt>
                <c:pt idx="129">
                  <c:v>45951</c:v>
                </c:pt>
                <c:pt idx="130">
                  <c:v>45950</c:v>
                </c:pt>
                <c:pt idx="131">
                  <c:v>45947</c:v>
                </c:pt>
                <c:pt idx="132">
                  <c:v>45946</c:v>
                </c:pt>
                <c:pt idx="133">
                  <c:v>45945</c:v>
                </c:pt>
                <c:pt idx="134">
                  <c:v>45944</c:v>
                </c:pt>
                <c:pt idx="135">
                  <c:v>45943</c:v>
                </c:pt>
                <c:pt idx="136">
                  <c:v>45940</c:v>
                </c:pt>
                <c:pt idx="137">
                  <c:v>45939</c:v>
                </c:pt>
                <c:pt idx="138">
                  <c:v>45938</c:v>
                </c:pt>
                <c:pt idx="139">
                  <c:v>45937</c:v>
                </c:pt>
                <c:pt idx="140">
                  <c:v>45936</c:v>
                </c:pt>
                <c:pt idx="141">
                  <c:v>45933</c:v>
                </c:pt>
                <c:pt idx="142">
                  <c:v>45932</c:v>
                </c:pt>
                <c:pt idx="143">
                  <c:v>45931</c:v>
                </c:pt>
                <c:pt idx="144">
                  <c:v>45930</c:v>
                </c:pt>
                <c:pt idx="145">
                  <c:v>45929</c:v>
                </c:pt>
                <c:pt idx="146">
                  <c:v>45926</c:v>
                </c:pt>
                <c:pt idx="147">
                  <c:v>45925</c:v>
                </c:pt>
                <c:pt idx="148">
                  <c:v>45924</c:v>
                </c:pt>
                <c:pt idx="149">
                  <c:v>45923</c:v>
                </c:pt>
                <c:pt idx="150">
                  <c:v>45922</c:v>
                </c:pt>
                <c:pt idx="151">
                  <c:v>45919</c:v>
                </c:pt>
                <c:pt idx="152">
                  <c:v>45918</c:v>
                </c:pt>
                <c:pt idx="153">
                  <c:v>45917</c:v>
                </c:pt>
                <c:pt idx="154">
                  <c:v>45916</c:v>
                </c:pt>
                <c:pt idx="155">
                  <c:v>45915</c:v>
                </c:pt>
                <c:pt idx="156">
                  <c:v>45912</c:v>
                </c:pt>
                <c:pt idx="157">
                  <c:v>45911</c:v>
                </c:pt>
                <c:pt idx="158">
                  <c:v>45910</c:v>
                </c:pt>
                <c:pt idx="159">
                  <c:v>45909</c:v>
                </c:pt>
                <c:pt idx="160">
                  <c:v>45908</c:v>
                </c:pt>
                <c:pt idx="161">
                  <c:v>45905</c:v>
                </c:pt>
                <c:pt idx="162">
                  <c:v>45904</c:v>
                </c:pt>
                <c:pt idx="163">
                  <c:v>45903</c:v>
                </c:pt>
                <c:pt idx="164">
                  <c:v>45902</c:v>
                </c:pt>
                <c:pt idx="165">
                  <c:v>45901</c:v>
                </c:pt>
                <c:pt idx="166">
                  <c:v>45898</c:v>
                </c:pt>
                <c:pt idx="167">
                  <c:v>45897</c:v>
                </c:pt>
                <c:pt idx="168">
                  <c:v>45896</c:v>
                </c:pt>
                <c:pt idx="169">
                  <c:v>45895</c:v>
                </c:pt>
                <c:pt idx="170">
                  <c:v>45894</c:v>
                </c:pt>
                <c:pt idx="171">
                  <c:v>45891</c:v>
                </c:pt>
                <c:pt idx="172">
                  <c:v>45890</c:v>
                </c:pt>
                <c:pt idx="173">
                  <c:v>45889</c:v>
                </c:pt>
                <c:pt idx="174">
                  <c:v>45888</c:v>
                </c:pt>
                <c:pt idx="175">
                  <c:v>45887</c:v>
                </c:pt>
                <c:pt idx="176">
                  <c:v>45884</c:v>
                </c:pt>
                <c:pt idx="177">
                  <c:v>45883</c:v>
                </c:pt>
                <c:pt idx="178">
                  <c:v>45882</c:v>
                </c:pt>
                <c:pt idx="179">
                  <c:v>45881</c:v>
                </c:pt>
                <c:pt idx="180">
                  <c:v>45880</c:v>
                </c:pt>
                <c:pt idx="181">
                  <c:v>45877</c:v>
                </c:pt>
                <c:pt idx="182">
                  <c:v>45876</c:v>
                </c:pt>
                <c:pt idx="183">
                  <c:v>45875</c:v>
                </c:pt>
                <c:pt idx="184">
                  <c:v>45874</c:v>
                </c:pt>
                <c:pt idx="185">
                  <c:v>45873</c:v>
                </c:pt>
                <c:pt idx="186">
                  <c:v>45870</c:v>
                </c:pt>
                <c:pt idx="187">
                  <c:v>45869</c:v>
                </c:pt>
                <c:pt idx="188">
                  <c:v>45868</c:v>
                </c:pt>
                <c:pt idx="189">
                  <c:v>45867</c:v>
                </c:pt>
                <c:pt idx="190">
                  <c:v>45866</c:v>
                </c:pt>
                <c:pt idx="191">
                  <c:v>45863</c:v>
                </c:pt>
                <c:pt idx="192">
                  <c:v>45862</c:v>
                </c:pt>
                <c:pt idx="193">
                  <c:v>45861</c:v>
                </c:pt>
                <c:pt idx="194">
                  <c:v>45860</c:v>
                </c:pt>
                <c:pt idx="195">
                  <c:v>45859</c:v>
                </c:pt>
                <c:pt idx="196">
                  <c:v>45856</c:v>
                </c:pt>
                <c:pt idx="197">
                  <c:v>45855</c:v>
                </c:pt>
                <c:pt idx="198">
                  <c:v>45854</c:v>
                </c:pt>
                <c:pt idx="199">
                  <c:v>45853</c:v>
                </c:pt>
                <c:pt idx="200">
                  <c:v>45852</c:v>
                </c:pt>
                <c:pt idx="201">
                  <c:v>45849</c:v>
                </c:pt>
                <c:pt idx="202">
                  <c:v>45848</c:v>
                </c:pt>
                <c:pt idx="203">
                  <c:v>45847</c:v>
                </c:pt>
                <c:pt idx="204">
                  <c:v>45846</c:v>
                </c:pt>
                <c:pt idx="205">
                  <c:v>45845</c:v>
                </c:pt>
                <c:pt idx="206">
                  <c:v>45842</c:v>
                </c:pt>
                <c:pt idx="207">
                  <c:v>45841</c:v>
                </c:pt>
                <c:pt idx="208">
                  <c:v>45840</c:v>
                </c:pt>
                <c:pt idx="209">
                  <c:v>45839</c:v>
                </c:pt>
                <c:pt idx="210">
                  <c:v>45838</c:v>
                </c:pt>
                <c:pt idx="211">
                  <c:v>45835</c:v>
                </c:pt>
                <c:pt idx="212">
                  <c:v>45834</c:v>
                </c:pt>
                <c:pt idx="213">
                  <c:v>45833</c:v>
                </c:pt>
                <c:pt idx="214">
                  <c:v>45832</c:v>
                </c:pt>
                <c:pt idx="215">
                  <c:v>45831</c:v>
                </c:pt>
                <c:pt idx="216">
                  <c:v>45828</c:v>
                </c:pt>
                <c:pt idx="217">
                  <c:v>45827</c:v>
                </c:pt>
                <c:pt idx="218">
                  <c:v>45826</c:v>
                </c:pt>
                <c:pt idx="219">
                  <c:v>45825</c:v>
                </c:pt>
                <c:pt idx="220">
                  <c:v>45824</c:v>
                </c:pt>
                <c:pt idx="221">
                  <c:v>45821</c:v>
                </c:pt>
                <c:pt idx="222">
                  <c:v>45820</c:v>
                </c:pt>
                <c:pt idx="223">
                  <c:v>45819</c:v>
                </c:pt>
                <c:pt idx="224">
                  <c:v>45818</c:v>
                </c:pt>
                <c:pt idx="225">
                  <c:v>45817</c:v>
                </c:pt>
                <c:pt idx="226">
                  <c:v>45814</c:v>
                </c:pt>
                <c:pt idx="227">
                  <c:v>45813</c:v>
                </c:pt>
                <c:pt idx="228">
                  <c:v>45812</c:v>
                </c:pt>
                <c:pt idx="229">
                  <c:v>45811</c:v>
                </c:pt>
                <c:pt idx="230">
                  <c:v>45810</c:v>
                </c:pt>
                <c:pt idx="231">
                  <c:v>45807</c:v>
                </c:pt>
                <c:pt idx="232">
                  <c:v>45806</c:v>
                </c:pt>
                <c:pt idx="233">
                  <c:v>45805</c:v>
                </c:pt>
                <c:pt idx="234">
                  <c:v>45804</c:v>
                </c:pt>
                <c:pt idx="235">
                  <c:v>45803</c:v>
                </c:pt>
                <c:pt idx="236">
                  <c:v>45800</c:v>
                </c:pt>
                <c:pt idx="237">
                  <c:v>45799</c:v>
                </c:pt>
                <c:pt idx="238">
                  <c:v>45798</c:v>
                </c:pt>
                <c:pt idx="239">
                  <c:v>45797</c:v>
                </c:pt>
                <c:pt idx="240">
                  <c:v>45796</c:v>
                </c:pt>
                <c:pt idx="241">
                  <c:v>45793</c:v>
                </c:pt>
                <c:pt idx="242">
                  <c:v>45792</c:v>
                </c:pt>
                <c:pt idx="243">
                  <c:v>45791</c:v>
                </c:pt>
                <c:pt idx="244">
                  <c:v>45790</c:v>
                </c:pt>
                <c:pt idx="245">
                  <c:v>45789</c:v>
                </c:pt>
                <c:pt idx="246">
                  <c:v>45786</c:v>
                </c:pt>
                <c:pt idx="247">
                  <c:v>45785</c:v>
                </c:pt>
                <c:pt idx="248">
                  <c:v>45784</c:v>
                </c:pt>
                <c:pt idx="249">
                  <c:v>45783</c:v>
                </c:pt>
                <c:pt idx="250">
                  <c:v>45782</c:v>
                </c:pt>
                <c:pt idx="251">
                  <c:v>45779</c:v>
                </c:pt>
                <c:pt idx="252">
                  <c:v>45778</c:v>
                </c:pt>
                <c:pt idx="253">
                  <c:v>45777</c:v>
                </c:pt>
                <c:pt idx="254">
                  <c:v>45776</c:v>
                </c:pt>
                <c:pt idx="255">
                  <c:v>45775</c:v>
                </c:pt>
                <c:pt idx="256">
                  <c:v>45772</c:v>
                </c:pt>
                <c:pt idx="257">
                  <c:v>45771</c:v>
                </c:pt>
                <c:pt idx="258">
                  <c:v>45770</c:v>
                </c:pt>
                <c:pt idx="259">
                  <c:v>45769</c:v>
                </c:pt>
                <c:pt idx="260">
                  <c:v>45768</c:v>
                </c:pt>
                <c:pt idx="261">
                  <c:v>45765</c:v>
                </c:pt>
                <c:pt idx="262">
                  <c:v>45764</c:v>
                </c:pt>
                <c:pt idx="263">
                  <c:v>45763</c:v>
                </c:pt>
                <c:pt idx="264">
                  <c:v>45762</c:v>
                </c:pt>
                <c:pt idx="265">
                  <c:v>45761</c:v>
                </c:pt>
                <c:pt idx="266">
                  <c:v>45758</c:v>
                </c:pt>
                <c:pt idx="267">
                  <c:v>45757</c:v>
                </c:pt>
                <c:pt idx="268">
                  <c:v>45756</c:v>
                </c:pt>
                <c:pt idx="269">
                  <c:v>45755</c:v>
                </c:pt>
                <c:pt idx="270">
                  <c:v>45754</c:v>
                </c:pt>
                <c:pt idx="271">
                  <c:v>45751</c:v>
                </c:pt>
                <c:pt idx="272">
                  <c:v>45750</c:v>
                </c:pt>
                <c:pt idx="273">
                  <c:v>45749</c:v>
                </c:pt>
                <c:pt idx="274">
                  <c:v>45748</c:v>
                </c:pt>
                <c:pt idx="275">
                  <c:v>45747</c:v>
                </c:pt>
                <c:pt idx="276">
                  <c:v>45744</c:v>
                </c:pt>
                <c:pt idx="277">
                  <c:v>45743</c:v>
                </c:pt>
                <c:pt idx="278">
                  <c:v>45742</c:v>
                </c:pt>
                <c:pt idx="279">
                  <c:v>45741</c:v>
                </c:pt>
                <c:pt idx="280">
                  <c:v>45740</c:v>
                </c:pt>
                <c:pt idx="281">
                  <c:v>45737</c:v>
                </c:pt>
                <c:pt idx="282">
                  <c:v>45736</c:v>
                </c:pt>
                <c:pt idx="283">
                  <c:v>45735</c:v>
                </c:pt>
                <c:pt idx="284">
                  <c:v>45734</c:v>
                </c:pt>
                <c:pt idx="285">
                  <c:v>45733</c:v>
                </c:pt>
                <c:pt idx="286">
                  <c:v>45730</c:v>
                </c:pt>
                <c:pt idx="287">
                  <c:v>45729</c:v>
                </c:pt>
                <c:pt idx="288">
                  <c:v>45728</c:v>
                </c:pt>
                <c:pt idx="289">
                  <c:v>45727</c:v>
                </c:pt>
                <c:pt idx="290">
                  <c:v>45726</c:v>
                </c:pt>
                <c:pt idx="291">
                  <c:v>45723</c:v>
                </c:pt>
                <c:pt idx="292">
                  <c:v>45722</c:v>
                </c:pt>
                <c:pt idx="293">
                  <c:v>45721</c:v>
                </c:pt>
                <c:pt idx="294">
                  <c:v>45720</c:v>
                </c:pt>
                <c:pt idx="295">
                  <c:v>45719</c:v>
                </c:pt>
                <c:pt idx="296">
                  <c:v>45716</c:v>
                </c:pt>
                <c:pt idx="297">
                  <c:v>45715</c:v>
                </c:pt>
                <c:pt idx="298">
                  <c:v>45714</c:v>
                </c:pt>
                <c:pt idx="299">
                  <c:v>45713</c:v>
                </c:pt>
                <c:pt idx="300">
                  <c:v>45712</c:v>
                </c:pt>
                <c:pt idx="301">
                  <c:v>45709</c:v>
                </c:pt>
                <c:pt idx="302">
                  <c:v>45708</c:v>
                </c:pt>
                <c:pt idx="303">
                  <c:v>45707</c:v>
                </c:pt>
                <c:pt idx="304">
                  <c:v>45706</c:v>
                </c:pt>
                <c:pt idx="305">
                  <c:v>45705</c:v>
                </c:pt>
                <c:pt idx="306">
                  <c:v>45702</c:v>
                </c:pt>
                <c:pt idx="307">
                  <c:v>45701</c:v>
                </c:pt>
                <c:pt idx="308">
                  <c:v>45700</c:v>
                </c:pt>
                <c:pt idx="309">
                  <c:v>45699</c:v>
                </c:pt>
                <c:pt idx="310">
                  <c:v>45698</c:v>
                </c:pt>
                <c:pt idx="311">
                  <c:v>45695</c:v>
                </c:pt>
                <c:pt idx="312">
                  <c:v>45694</c:v>
                </c:pt>
                <c:pt idx="313">
                  <c:v>45693</c:v>
                </c:pt>
                <c:pt idx="314">
                  <c:v>45692</c:v>
                </c:pt>
                <c:pt idx="315">
                  <c:v>45691</c:v>
                </c:pt>
                <c:pt idx="316">
                  <c:v>45688</c:v>
                </c:pt>
                <c:pt idx="317">
                  <c:v>45687</c:v>
                </c:pt>
                <c:pt idx="318">
                  <c:v>45686</c:v>
                </c:pt>
                <c:pt idx="319">
                  <c:v>45685</c:v>
                </c:pt>
                <c:pt idx="320">
                  <c:v>45684</c:v>
                </c:pt>
                <c:pt idx="321">
                  <c:v>45681</c:v>
                </c:pt>
                <c:pt idx="322">
                  <c:v>45680</c:v>
                </c:pt>
                <c:pt idx="323">
                  <c:v>45679</c:v>
                </c:pt>
                <c:pt idx="324">
                  <c:v>45678</c:v>
                </c:pt>
                <c:pt idx="325">
                  <c:v>45677</c:v>
                </c:pt>
                <c:pt idx="326">
                  <c:v>45674</c:v>
                </c:pt>
                <c:pt idx="327">
                  <c:v>45673</c:v>
                </c:pt>
                <c:pt idx="328">
                  <c:v>45672</c:v>
                </c:pt>
                <c:pt idx="329">
                  <c:v>45671</c:v>
                </c:pt>
                <c:pt idx="330">
                  <c:v>45670</c:v>
                </c:pt>
                <c:pt idx="331">
                  <c:v>45667</c:v>
                </c:pt>
                <c:pt idx="332">
                  <c:v>45666</c:v>
                </c:pt>
                <c:pt idx="333">
                  <c:v>45665</c:v>
                </c:pt>
                <c:pt idx="334">
                  <c:v>45664</c:v>
                </c:pt>
                <c:pt idx="335">
                  <c:v>45663</c:v>
                </c:pt>
                <c:pt idx="336">
                  <c:v>45660</c:v>
                </c:pt>
                <c:pt idx="337">
                  <c:v>45659</c:v>
                </c:pt>
                <c:pt idx="338">
                  <c:v>45658</c:v>
                </c:pt>
                <c:pt idx="339">
                  <c:v>45657</c:v>
                </c:pt>
                <c:pt idx="340">
                  <c:v>45656</c:v>
                </c:pt>
                <c:pt idx="341">
                  <c:v>45653</c:v>
                </c:pt>
                <c:pt idx="342">
                  <c:v>45652</c:v>
                </c:pt>
                <c:pt idx="343">
                  <c:v>45651</c:v>
                </c:pt>
                <c:pt idx="344">
                  <c:v>45650</c:v>
                </c:pt>
                <c:pt idx="345">
                  <c:v>45649</c:v>
                </c:pt>
                <c:pt idx="346">
                  <c:v>45646</c:v>
                </c:pt>
                <c:pt idx="347">
                  <c:v>45645</c:v>
                </c:pt>
                <c:pt idx="348">
                  <c:v>45644</c:v>
                </c:pt>
                <c:pt idx="349">
                  <c:v>45643</c:v>
                </c:pt>
                <c:pt idx="350">
                  <c:v>45642</c:v>
                </c:pt>
                <c:pt idx="351">
                  <c:v>45639</c:v>
                </c:pt>
                <c:pt idx="352">
                  <c:v>45638</c:v>
                </c:pt>
                <c:pt idx="353">
                  <c:v>45637</c:v>
                </c:pt>
                <c:pt idx="354">
                  <c:v>45636</c:v>
                </c:pt>
                <c:pt idx="355">
                  <c:v>45635</c:v>
                </c:pt>
                <c:pt idx="356">
                  <c:v>45632</c:v>
                </c:pt>
                <c:pt idx="357">
                  <c:v>45631</c:v>
                </c:pt>
                <c:pt idx="358">
                  <c:v>45630</c:v>
                </c:pt>
                <c:pt idx="359">
                  <c:v>45629</c:v>
                </c:pt>
                <c:pt idx="360">
                  <c:v>45628</c:v>
                </c:pt>
                <c:pt idx="361">
                  <c:v>45625</c:v>
                </c:pt>
                <c:pt idx="362">
                  <c:v>45624</c:v>
                </c:pt>
                <c:pt idx="363">
                  <c:v>45623</c:v>
                </c:pt>
                <c:pt idx="364">
                  <c:v>45622</c:v>
                </c:pt>
                <c:pt idx="365">
                  <c:v>45621</c:v>
                </c:pt>
                <c:pt idx="366">
                  <c:v>45618</c:v>
                </c:pt>
                <c:pt idx="367">
                  <c:v>45617</c:v>
                </c:pt>
                <c:pt idx="368">
                  <c:v>45616</c:v>
                </c:pt>
                <c:pt idx="369">
                  <c:v>45615</c:v>
                </c:pt>
                <c:pt idx="370">
                  <c:v>45614</c:v>
                </c:pt>
                <c:pt idx="371">
                  <c:v>45611</c:v>
                </c:pt>
                <c:pt idx="372">
                  <c:v>45610</c:v>
                </c:pt>
                <c:pt idx="373">
                  <c:v>45609</c:v>
                </c:pt>
                <c:pt idx="374">
                  <c:v>45608</c:v>
                </c:pt>
                <c:pt idx="375">
                  <c:v>45607</c:v>
                </c:pt>
                <c:pt idx="376">
                  <c:v>45604</c:v>
                </c:pt>
                <c:pt idx="377">
                  <c:v>45603</c:v>
                </c:pt>
                <c:pt idx="378">
                  <c:v>45602</c:v>
                </c:pt>
                <c:pt idx="379">
                  <c:v>45601</c:v>
                </c:pt>
                <c:pt idx="380">
                  <c:v>45600</c:v>
                </c:pt>
                <c:pt idx="381">
                  <c:v>45597</c:v>
                </c:pt>
                <c:pt idx="382">
                  <c:v>45596</c:v>
                </c:pt>
                <c:pt idx="383">
                  <c:v>45595</c:v>
                </c:pt>
                <c:pt idx="384">
                  <c:v>45594</c:v>
                </c:pt>
                <c:pt idx="385">
                  <c:v>45593</c:v>
                </c:pt>
                <c:pt idx="386">
                  <c:v>45590</c:v>
                </c:pt>
                <c:pt idx="387">
                  <c:v>45589</c:v>
                </c:pt>
                <c:pt idx="388">
                  <c:v>45588</c:v>
                </c:pt>
                <c:pt idx="389">
                  <c:v>45587</c:v>
                </c:pt>
                <c:pt idx="390">
                  <c:v>45586</c:v>
                </c:pt>
                <c:pt idx="391">
                  <c:v>45583</c:v>
                </c:pt>
                <c:pt idx="392">
                  <c:v>45582</c:v>
                </c:pt>
                <c:pt idx="393">
                  <c:v>45581</c:v>
                </c:pt>
                <c:pt idx="394">
                  <c:v>45580</c:v>
                </c:pt>
                <c:pt idx="395">
                  <c:v>45579</c:v>
                </c:pt>
                <c:pt idx="396">
                  <c:v>45576</c:v>
                </c:pt>
                <c:pt idx="397">
                  <c:v>45575</c:v>
                </c:pt>
                <c:pt idx="398">
                  <c:v>45574</c:v>
                </c:pt>
                <c:pt idx="399">
                  <c:v>45573</c:v>
                </c:pt>
                <c:pt idx="400">
                  <c:v>45572</c:v>
                </c:pt>
                <c:pt idx="401">
                  <c:v>45569</c:v>
                </c:pt>
                <c:pt idx="402">
                  <c:v>45568</c:v>
                </c:pt>
                <c:pt idx="403">
                  <c:v>45567</c:v>
                </c:pt>
                <c:pt idx="404">
                  <c:v>45566</c:v>
                </c:pt>
                <c:pt idx="405">
                  <c:v>45565</c:v>
                </c:pt>
                <c:pt idx="406">
                  <c:v>45562</c:v>
                </c:pt>
                <c:pt idx="407">
                  <c:v>45561</c:v>
                </c:pt>
                <c:pt idx="408">
                  <c:v>45560</c:v>
                </c:pt>
                <c:pt idx="409">
                  <c:v>45559</c:v>
                </c:pt>
                <c:pt idx="410">
                  <c:v>45558</c:v>
                </c:pt>
                <c:pt idx="411">
                  <c:v>45555</c:v>
                </c:pt>
                <c:pt idx="412">
                  <c:v>45554</c:v>
                </c:pt>
                <c:pt idx="413">
                  <c:v>45553</c:v>
                </c:pt>
                <c:pt idx="414">
                  <c:v>45552</c:v>
                </c:pt>
                <c:pt idx="415">
                  <c:v>45551</c:v>
                </c:pt>
                <c:pt idx="416">
                  <c:v>45548</c:v>
                </c:pt>
                <c:pt idx="417">
                  <c:v>45547</c:v>
                </c:pt>
                <c:pt idx="418">
                  <c:v>45546</c:v>
                </c:pt>
                <c:pt idx="419">
                  <c:v>45545</c:v>
                </c:pt>
                <c:pt idx="420">
                  <c:v>45544</c:v>
                </c:pt>
                <c:pt idx="421">
                  <c:v>45541</c:v>
                </c:pt>
                <c:pt idx="422">
                  <c:v>45540</c:v>
                </c:pt>
                <c:pt idx="423">
                  <c:v>45539</c:v>
                </c:pt>
                <c:pt idx="424">
                  <c:v>45538</c:v>
                </c:pt>
                <c:pt idx="425">
                  <c:v>45537</c:v>
                </c:pt>
                <c:pt idx="426">
                  <c:v>45534</c:v>
                </c:pt>
                <c:pt idx="427">
                  <c:v>45533</c:v>
                </c:pt>
                <c:pt idx="428">
                  <c:v>45532</c:v>
                </c:pt>
                <c:pt idx="429">
                  <c:v>45531</c:v>
                </c:pt>
                <c:pt idx="430">
                  <c:v>45530</c:v>
                </c:pt>
                <c:pt idx="431">
                  <c:v>45527</c:v>
                </c:pt>
                <c:pt idx="432">
                  <c:v>45526</c:v>
                </c:pt>
                <c:pt idx="433">
                  <c:v>45525</c:v>
                </c:pt>
                <c:pt idx="434">
                  <c:v>45524</c:v>
                </c:pt>
                <c:pt idx="435">
                  <c:v>45523</c:v>
                </c:pt>
                <c:pt idx="436">
                  <c:v>45520</c:v>
                </c:pt>
                <c:pt idx="437">
                  <c:v>45519</c:v>
                </c:pt>
                <c:pt idx="438">
                  <c:v>45518</c:v>
                </c:pt>
                <c:pt idx="439">
                  <c:v>45517</c:v>
                </c:pt>
                <c:pt idx="440">
                  <c:v>45516</c:v>
                </c:pt>
                <c:pt idx="441">
                  <c:v>45513</c:v>
                </c:pt>
                <c:pt idx="442">
                  <c:v>45512</c:v>
                </c:pt>
                <c:pt idx="443">
                  <c:v>45511</c:v>
                </c:pt>
                <c:pt idx="444">
                  <c:v>45510</c:v>
                </c:pt>
                <c:pt idx="445">
                  <c:v>45509</c:v>
                </c:pt>
                <c:pt idx="446">
                  <c:v>45506</c:v>
                </c:pt>
                <c:pt idx="447">
                  <c:v>45505</c:v>
                </c:pt>
                <c:pt idx="448">
                  <c:v>45504</c:v>
                </c:pt>
                <c:pt idx="449">
                  <c:v>45503</c:v>
                </c:pt>
                <c:pt idx="450">
                  <c:v>45502</c:v>
                </c:pt>
                <c:pt idx="451">
                  <c:v>45499</c:v>
                </c:pt>
                <c:pt idx="452">
                  <c:v>45498</c:v>
                </c:pt>
                <c:pt idx="453">
                  <c:v>45497</c:v>
                </c:pt>
                <c:pt idx="454">
                  <c:v>45496</c:v>
                </c:pt>
                <c:pt idx="455">
                  <c:v>45495</c:v>
                </c:pt>
                <c:pt idx="456">
                  <c:v>45492</c:v>
                </c:pt>
                <c:pt idx="457">
                  <c:v>45491</c:v>
                </c:pt>
                <c:pt idx="458">
                  <c:v>45490</c:v>
                </c:pt>
                <c:pt idx="459">
                  <c:v>45489</c:v>
                </c:pt>
                <c:pt idx="460">
                  <c:v>45488</c:v>
                </c:pt>
                <c:pt idx="461">
                  <c:v>45485</c:v>
                </c:pt>
                <c:pt idx="462">
                  <c:v>45484</c:v>
                </c:pt>
                <c:pt idx="463">
                  <c:v>45483</c:v>
                </c:pt>
                <c:pt idx="464">
                  <c:v>45482</c:v>
                </c:pt>
                <c:pt idx="465">
                  <c:v>45481</c:v>
                </c:pt>
                <c:pt idx="466">
                  <c:v>45478</c:v>
                </c:pt>
                <c:pt idx="467">
                  <c:v>45477</c:v>
                </c:pt>
                <c:pt idx="468">
                  <c:v>45476</c:v>
                </c:pt>
                <c:pt idx="469">
                  <c:v>45475</c:v>
                </c:pt>
                <c:pt idx="470">
                  <c:v>45474</c:v>
                </c:pt>
                <c:pt idx="471">
                  <c:v>45471</c:v>
                </c:pt>
                <c:pt idx="472">
                  <c:v>45470</c:v>
                </c:pt>
                <c:pt idx="473">
                  <c:v>45469</c:v>
                </c:pt>
                <c:pt idx="474">
                  <c:v>45468</c:v>
                </c:pt>
                <c:pt idx="475">
                  <c:v>45467</c:v>
                </c:pt>
                <c:pt idx="476">
                  <c:v>45464</c:v>
                </c:pt>
                <c:pt idx="477">
                  <c:v>45463</c:v>
                </c:pt>
                <c:pt idx="478">
                  <c:v>45462</c:v>
                </c:pt>
                <c:pt idx="479">
                  <c:v>45461</c:v>
                </c:pt>
                <c:pt idx="480">
                  <c:v>45460</c:v>
                </c:pt>
                <c:pt idx="481">
                  <c:v>45457</c:v>
                </c:pt>
                <c:pt idx="482">
                  <c:v>45456</c:v>
                </c:pt>
                <c:pt idx="483">
                  <c:v>45455</c:v>
                </c:pt>
                <c:pt idx="484">
                  <c:v>45454</c:v>
                </c:pt>
                <c:pt idx="485">
                  <c:v>45453</c:v>
                </c:pt>
                <c:pt idx="486">
                  <c:v>45450</c:v>
                </c:pt>
                <c:pt idx="487">
                  <c:v>45449</c:v>
                </c:pt>
                <c:pt idx="488">
                  <c:v>45448</c:v>
                </c:pt>
                <c:pt idx="489">
                  <c:v>45447</c:v>
                </c:pt>
                <c:pt idx="490">
                  <c:v>45446</c:v>
                </c:pt>
                <c:pt idx="491">
                  <c:v>45443</c:v>
                </c:pt>
                <c:pt idx="492">
                  <c:v>45442</c:v>
                </c:pt>
                <c:pt idx="493">
                  <c:v>45441</c:v>
                </c:pt>
                <c:pt idx="494">
                  <c:v>45440</c:v>
                </c:pt>
                <c:pt idx="495">
                  <c:v>45439</c:v>
                </c:pt>
                <c:pt idx="496">
                  <c:v>45436</c:v>
                </c:pt>
                <c:pt idx="497">
                  <c:v>45435</c:v>
                </c:pt>
                <c:pt idx="498">
                  <c:v>45434</c:v>
                </c:pt>
                <c:pt idx="499">
                  <c:v>45433</c:v>
                </c:pt>
                <c:pt idx="500">
                  <c:v>45432</c:v>
                </c:pt>
                <c:pt idx="501">
                  <c:v>45429</c:v>
                </c:pt>
                <c:pt idx="502">
                  <c:v>45428</c:v>
                </c:pt>
                <c:pt idx="503">
                  <c:v>45427</c:v>
                </c:pt>
                <c:pt idx="504">
                  <c:v>45426</c:v>
                </c:pt>
                <c:pt idx="505">
                  <c:v>45425</c:v>
                </c:pt>
                <c:pt idx="506">
                  <c:v>45422</c:v>
                </c:pt>
                <c:pt idx="507">
                  <c:v>45421</c:v>
                </c:pt>
                <c:pt idx="508">
                  <c:v>45420</c:v>
                </c:pt>
                <c:pt idx="509">
                  <c:v>45419</c:v>
                </c:pt>
                <c:pt idx="510">
                  <c:v>45418</c:v>
                </c:pt>
                <c:pt idx="511">
                  <c:v>45415</c:v>
                </c:pt>
                <c:pt idx="512">
                  <c:v>45414</c:v>
                </c:pt>
                <c:pt idx="513">
                  <c:v>45413</c:v>
                </c:pt>
                <c:pt idx="514">
                  <c:v>45412</c:v>
                </c:pt>
                <c:pt idx="515">
                  <c:v>45411</c:v>
                </c:pt>
                <c:pt idx="516">
                  <c:v>45408</c:v>
                </c:pt>
                <c:pt idx="517">
                  <c:v>45407</c:v>
                </c:pt>
                <c:pt idx="518">
                  <c:v>45406</c:v>
                </c:pt>
                <c:pt idx="519">
                  <c:v>45405</c:v>
                </c:pt>
                <c:pt idx="520">
                  <c:v>45404</c:v>
                </c:pt>
                <c:pt idx="521">
                  <c:v>45401</c:v>
                </c:pt>
                <c:pt idx="522">
                  <c:v>45400</c:v>
                </c:pt>
                <c:pt idx="523">
                  <c:v>45399</c:v>
                </c:pt>
                <c:pt idx="524">
                  <c:v>45398</c:v>
                </c:pt>
                <c:pt idx="525">
                  <c:v>45397</c:v>
                </c:pt>
                <c:pt idx="526">
                  <c:v>45394</c:v>
                </c:pt>
                <c:pt idx="527">
                  <c:v>45393</c:v>
                </c:pt>
                <c:pt idx="528">
                  <c:v>45392</c:v>
                </c:pt>
                <c:pt idx="529">
                  <c:v>45391</c:v>
                </c:pt>
                <c:pt idx="530">
                  <c:v>45390</c:v>
                </c:pt>
                <c:pt idx="531">
                  <c:v>45387</c:v>
                </c:pt>
                <c:pt idx="532">
                  <c:v>45386</c:v>
                </c:pt>
                <c:pt idx="533">
                  <c:v>45385</c:v>
                </c:pt>
                <c:pt idx="534">
                  <c:v>45384</c:v>
                </c:pt>
                <c:pt idx="535">
                  <c:v>45383</c:v>
                </c:pt>
                <c:pt idx="536">
                  <c:v>45380</c:v>
                </c:pt>
                <c:pt idx="537">
                  <c:v>45379</c:v>
                </c:pt>
                <c:pt idx="538">
                  <c:v>45378</c:v>
                </c:pt>
                <c:pt idx="539">
                  <c:v>45377</c:v>
                </c:pt>
                <c:pt idx="540">
                  <c:v>45376</c:v>
                </c:pt>
                <c:pt idx="541">
                  <c:v>45373</c:v>
                </c:pt>
                <c:pt idx="542">
                  <c:v>45372</c:v>
                </c:pt>
                <c:pt idx="543">
                  <c:v>45371</c:v>
                </c:pt>
                <c:pt idx="544">
                  <c:v>45370</c:v>
                </c:pt>
                <c:pt idx="545">
                  <c:v>45369</c:v>
                </c:pt>
                <c:pt idx="546">
                  <c:v>45366</c:v>
                </c:pt>
                <c:pt idx="547">
                  <c:v>45365</c:v>
                </c:pt>
                <c:pt idx="548">
                  <c:v>45364</c:v>
                </c:pt>
                <c:pt idx="549">
                  <c:v>45363</c:v>
                </c:pt>
                <c:pt idx="550">
                  <c:v>45362</c:v>
                </c:pt>
                <c:pt idx="551">
                  <c:v>45359</c:v>
                </c:pt>
                <c:pt idx="552">
                  <c:v>45358</c:v>
                </c:pt>
                <c:pt idx="553">
                  <c:v>45357</c:v>
                </c:pt>
                <c:pt idx="554">
                  <c:v>45356</c:v>
                </c:pt>
                <c:pt idx="555">
                  <c:v>45355</c:v>
                </c:pt>
                <c:pt idx="556">
                  <c:v>45352</c:v>
                </c:pt>
                <c:pt idx="557">
                  <c:v>45351</c:v>
                </c:pt>
                <c:pt idx="558">
                  <c:v>45350</c:v>
                </c:pt>
                <c:pt idx="559">
                  <c:v>45349</c:v>
                </c:pt>
                <c:pt idx="560">
                  <c:v>45348</c:v>
                </c:pt>
                <c:pt idx="561">
                  <c:v>45345</c:v>
                </c:pt>
                <c:pt idx="562">
                  <c:v>45344</c:v>
                </c:pt>
                <c:pt idx="563">
                  <c:v>45343</c:v>
                </c:pt>
                <c:pt idx="564">
                  <c:v>45342</c:v>
                </c:pt>
                <c:pt idx="565">
                  <c:v>45341</c:v>
                </c:pt>
                <c:pt idx="566">
                  <c:v>45338</c:v>
                </c:pt>
                <c:pt idx="567">
                  <c:v>45337</c:v>
                </c:pt>
                <c:pt idx="568">
                  <c:v>45336</c:v>
                </c:pt>
                <c:pt idx="569">
                  <c:v>45335</c:v>
                </c:pt>
                <c:pt idx="570">
                  <c:v>45334</c:v>
                </c:pt>
                <c:pt idx="571">
                  <c:v>45331</c:v>
                </c:pt>
                <c:pt idx="572">
                  <c:v>45330</c:v>
                </c:pt>
                <c:pt idx="573">
                  <c:v>45329</c:v>
                </c:pt>
                <c:pt idx="574">
                  <c:v>45328</c:v>
                </c:pt>
                <c:pt idx="575">
                  <c:v>45327</c:v>
                </c:pt>
                <c:pt idx="576">
                  <c:v>45324</c:v>
                </c:pt>
                <c:pt idx="577">
                  <c:v>45323</c:v>
                </c:pt>
                <c:pt idx="578">
                  <c:v>45322</c:v>
                </c:pt>
                <c:pt idx="579">
                  <c:v>45321</c:v>
                </c:pt>
                <c:pt idx="580">
                  <c:v>45320</c:v>
                </c:pt>
                <c:pt idx="581">
                  <c:v>45317</c:v>
                </c:pt>
                <c:pt idx="582">
                  <c:v>45316</c:v>
                </c:pt>
                <c:pt idx="583">
                  <c:v>45315</c:v>
                </c:pt>
                <c:pt idx="584">
                  <c:v>45314</c:v>
                </c:pt>
                <c:pt idx="585">
                  <c:v>45313</c:v>
                </c:pt>
                <c:pt idx="586">
                  <c:v>45310</c:v>
                </c:pt>
                <c:pt idx="587">
                  <c:v>45309</c:v>
                </c:pt>
                <c:pt idx="588">
                  <c:v>45308</c:v>
                </c:pt>
                <c:pt idx="589">
                  <c:v>45307</c:v>
                </c:pt>
                <c:pt idx="590">
                  <c:v>45306</c:v>
                </c:pt>
                <c:pt idx="591">
                  <c:v>45303</c:v>
                </c:pt>
                <c:pt idx="592">
                  <c:v>45302</c:v>
                </c:pt>
                <c:pt idx="593">
                  <c:v>45301</c:v>
                </c:pt>
                <c:pt idx="594">
                  <c:v>45300</c:v>
                </c:pt>
                <c:pt idx="595">
                  <c:v>45299</c:v>
                </c:pt>
                <c:pt idx="596">
                  <c:v>45296</c:v>
                </c:pt>
                <c:pt idx="597">
                  <c:v>45295</c:v>
                </c:pt>
                <c:pt idx="598">
                  <c:v>45294</c:v>
                </c:pt>
                <c:pt idx="599">
                  <c:v>45293</c:v>
                </c:pt>
                <c:pt idx="600">
                  <c:v>45292</c:v>
                </c:pt>
                <c:pt idx="601">
                  <c:v>45289</c:v>
                </c:pt>
                <c:pt idx="602">
                  <c:v>45288</c:v>
                </c:pt>
                <c:pt idx="603">
                  <c:v>45287</c:v>
                </c:pt>
                <c:pt idx="604">
                  <c:v>45286</c:v>
                </c:pt>
                <c:pt idx="605">
                  <c:v>45285</c:v>
                </c:pt>
                <c:pt idx="606">
                  <c:v>45282</c:v>
                </c:pt>
                <c:pt idx="607">
                  <c:v>45281</c:v>
                </c:pt>
                <c:pt idx="608">
                  <c:v>45280</c:v>
                </c:pt>
                <c:pt idx="609">
                  <c:v>45279</c:v>
                </c:pt>
                <c:pt idx="610">
                  <c:v>45278</c:v>
                </c:pt>
                <c:pt idx="611">
                  <c:v>45275</c:v>
                </c:pt>
                <c:pt idx="612">
                  <c:v>45274</c:v>
                </c:pt>
                <c:pt idx="613">
                  <c:v>45273</c:v>
                </c:pt>
                <c:pt idx="614">
                  <c:v>45272</c:v>
                </c:pt>
                <c:pt idx="615">
                  <c:v>45271</c:v>
                </c:pt>
                <c:pt idx="616">
                  <c:v>45268</c:v>
                </c:pt>
                <c:pt idx="617">
                  <c:v>45267</c:v>
                </c:pt>
                <c:pt idx="618">
                  <c:v>45266</c:v>
                </c:pt>
                <c:pt idx="619">
                  <c:v>45265</c:v>
                </c:pt>
                <c:pt idx="620">
                  <c:v>45264</c:v>
                </c:pt>
                <c:pt idx="621">
                  <c:v>45261</c:v>
                </c:pt>
                <c:pt idx="622">
                  <c:v>45260</c:v>
                </c:pt>
                <c:pt idx="623">
                  <c:v>45259</c:v>
                </c:pt>
                <c:pt idx="624">
                  <c:v>45258</c:v>
                </c:pt>
                <c:pt idx="625">
                  <c:v>45257</c:v>
                </c:pt>
                <c:pt idx="626">
                  <c:v>45254</c:v>
                </c:pt>
                <c:pt idx="627">
                  <c:v>45253</c:v>
                </c:pt>
                <c:pt idx="628">
                  <c:v>45252</c:v>
                </c:pt>
                <c:pt idx="629">
                  <c:v>45251</c:v>
                </c:pt>
                <c:pt idx="630">
                  <c:v>45250</c:v>
                </c:pt>
                <c:pt idx="631">
                  <c:v>45247</c:v>
                </c:pt>
                <c:pt idx="632">
                  <c:v>45246</c:v>
                </c:pt>
                <c:pt idx="633">
                  <c:v>45245</c:v>
                </c:pt>
                <c:pt idx="634">
                  <c:v>45244</c:v>
                </c:pt>
                <c:pt idx="635">
                  <c:v>45243</c:v>
                </c:pt>
                <c:pt idx="636">
                  <c:v>45240</c:v>
                </c:pt>
                <c:pt idx="637">
                  <c:v>45239</c:v>
                </c:pt>
                <c:pt idx="638">
                  <c:v>45238</c:v>
                </c:pt>
                <c:pt idx="639">
                  <c:v>45237</c:v>
                </c:pt>
                <c:pt idx="640">
                  <c:v>45236</c:v>
                </c:pt>
                <c:pt idx="641">
                  <c:v>45233</c:v>
                </c:pt>
                <c:pt idx="642">
                  <c:v>45232</c:v>
                </c:pt>
                <c:pt idx="643">
                  <c:v>45231</c:v>
                </c:pt>
                <c:pt idx="644">
                  <c:v>45230</c:v>
                </c:pt>
                <c:pt idx="645">
                  <c:v>45229</c:v>
                </c:pt>
                <c:pt idx="646">
                  <c:v>45226</c:v>
                </c:pt>
                <c:pt idx="647">
                  <c:v>45225</c:v>
                </c:pt>
                <c:pt idx="648">
                  <c:v>45224</c:v>
                </c:pt>
                <c:pt idx="649">
                  <c:v>45223</c:v>
                </c:pt>
                <c:pt idx="650">
                  <c:v>45222</c:v>
                </c:pt>
                <c:pt idx="651">
                  <c:v>45219</c:v>
                </c:pt>
                <c:pt idx="652">
                  <c:v>45218</c:v>
                </c:pt>
                <c:pt idx="653">
                  <c:v>45217</c:v>
                </c:pt>
                <c:pt idx="654">
                  <c:v>45216</c:v>
                </c:pt>
                <c:pt idx="655">
                  <c:v>45215</c:v>
                </c:pt>
                <c:pt idx="656">
                  <c:v>45212</c:v>
                </c:pt>
                <c:pt idx="657">
                  <c:v>45211</c:v>
                </c:pt>
                <c:pt idx="658">
                  <c:v>45210</c:v>
                </c:pt>
                <c:pt idx="659">
                  <c:v>45209</c:v>
                </c:pt>
                <c:pt idx="660">
                  <c:v>45208</c:v>
                </c:pt>
                <c:pt idx="661">
                  <c:v>45205</c:v>
                </c:pt>
                <c:pt idx="662">
                  <c:v>45204</c:v>
                </c:pt>
                <c:pt idx="663">
                  <c:v>45203</c:v>
                </c:pt>
                <c:pt idx="664">
                  <c:v>45202</c:v>
                </c:pt>
                <c:pt idx="665">
                  <c:v>45201</c:v>
                </c:pt>
                <c:pt idx="666">
                  <c:v>45198</c:v>
                </c:pt>
                <c:pt idx="667">
                  <c:v>45197</c:v>
                </c:pt>
                <c:pt idx="668">
                  <c:v>45196</c:v>
                </c:pt>
                <c:pt idx="669">
                  <c:v>45195</c:v>
                </c:pt>
                <c:pt idx="670">
                  <c:v>45194</c:v>
                </c:pt>
                <c:pt idx="671">
                  <c:v>45191</c:v>
                </c:pt>
                <c:pt idx="672">
                  <c:v>45190</c:v>
                </c:pt>
                <c:pt idx="673">
                  <c:v>45189</c:v>
                </c:pt>
                <c:pt idx="674">
                  <c:v>45188</c:v>
                </c:pt>
                <c:pt idx="675">
                  <c:v>45187</c:v>
                </c:pt>
                <c:pt idx="676">
                  <c:v>45184</c:v>
                </c:pt>
                <c:pt idx="677">
                  <c:v>45183</c:v>
                </c:pt>
                <c:pt idx="678">
                  <c:v>45182</c:v>
                </c:pt>
                <c:pt idx="679">
                  <c:v>45181</c:v>
                </c:pt>
                <c:pt idx="680">
                  <c:v>45180</c:v>
                </c:pt>
                <c:pt idx="681">
                  <c:v>45177</c:v>
                </c:pt>
                <c:pt idx="682">
                  <c:v>45176</c:v>
                </c:pt>
                <c:pt idx="683">
                  <c:v>45175</c:v>
                </c:pt>
                <c:pt idx="684">
                  <c:v>45174</c:v>
                </c:pt>
                <c:pt idx="685">
                  <c:v>45173</c:v>
                </c:pt>
                <c:pt idx="686">
                  <c:v>45170</c:v>
                </c:pt>
                <c:pt idx="687">
                  <c:v>45169</c:v>
                </c:pt>
                <c:pt idx="688">
                  <c:v>45168</c:v>
                </c:pt>
                <c:pt idx="689">
                  <c:v>45167</c:v>
                </c:pt>
                <c:pt idx="690">
                  <c:v>45166</c:v>
                </c:pt>
                <c:pt idx="691">
                  <c:v>45163</c:v>
                </c:pt>
                <c:pt idx="692">
                  <c:v>45162</c:v>
                </c:pt>
                <c:pt idx="693">
                  <c:v>45161</c:v>
                </c:pt>
                <c:pt idx="694">
                  <c:v>45160</c:v>
                </c:pt>
                <c:pt idx="695">
                  <c:v>45159</c:v>
                </c:pt>
                <c:pt idx="696">
                  <c:v>45156</c:v>
                </c:pt>
                <c:pt idx="697">
                  <c:v>45155</c:v>
                </c:pt>
                <c:pt idx="698">
                  <c:v>45154</c:v>
                </c:pt>
                <c:pt idx="699">
                  <c:v>45153</c:v>
                </c:pt>
                <c:pt idx="700">
                  <c:v>45152</c:v>
                </c:pt>
                <c:pt idx="701">
                  <c:v>45149</c:v>
                </c:pt>
                <c:pt idx="702">
                  <c:v>45148</c:v>
                </c:pt>
                <c:pt idx="703">
                  <c:v>45147</c:v>
                </c:pt>
                <c:pt idx="704">
                  <c:v>45146</c:v>
                </c:pt>
                <c:pt idx="705">
                  <c:v>45145</c:v>
                </c:pt>
                <c:pt idx="706">
                  <c:v>45142</c:v>
                </c:pt>
                <c:pt idx="707">
                  <c:v>45141</c:v>
                </c:pt>
                <c:pt idx="708">
                  <c:v>45140</c:v>
                </c:pt>
                <c:pt idx="709">
                  <c:v>45139</c:v>
                </c:pt>
                <c:pt idx="710">
                  <c:v>45138</c:v>
                </c:pt>
                <c:pt idx="711">
                  <c:v>45135</c:v>
                </c:pt>
                <c:pt idx="712">
                  <c:v>45134</c:v>
                </c:pt>
                <c:pt idx="713">
                  <c:v>45133</c:v>
                </c:pt>
                <c:pt idx="714">
                  <c:v>45132</c:v>
                </c:pt>
                <c:pt idx="715">
                  <c:v>45131</c:v>
                </c:pt>
                <c:pt idx="716">
                  <c:v>45128</c:v>
                </c:pt>
                <c:pt idx="717">
                  <c:v>45127</c:v>
                </c:pt>
                <c:pt idx="718">
                  <c:v>45126</c:v>
                </c:pt>
                <c:pt idx="719">
                  <c:v>45125</c:v>
                </c:pt>
                <c:pt idx="720">
                  <c:v>45124</c:v>
                </c:pt>
                <c:pt idx="721">
                  <c:v>45121</c:v>
                </c:pt>
                <c:pt idx="722">
                  <c:v>45120</c:v>
                </c:pt>
                <c:pt idx="723">
                  <c:v>45119</c:v>
                </c:pt>
                <c:pt idx="724">
                  <c:v>45118</c:v>
                </c:pt>
                <c:pt idx="725">
                  <c:v>45117</c:v>
                </c:pt>
                <c:pt idx="726">
                  <c:v>45114</c:v>
                </c:pt>
                <c:pt idx="727">
                  <c:v>45113</c:v>
                </c:pt>
                <c:pt idx="728">
                  <c:v>45112</c:v>
                </c:pt>
                <c:pt idx="729">
                  <c:v>45111</c:v>
                </c:pt>
                <c:pt idx="730">
                  <c:v>45110</c:v>
                </c:pt>
                <c:pt idx="731">
                  <c:v>45107</c:v>
                </c:pt>
                <c:pt idx="732">
                  <c:v>45106</c:v>
                </c:pt>
                <c:pt idx="733">
                  <c:v>45105</c:v>
                </c:pt>
                <c:pt idx="734">
                  <c:v>45104</c:v>
                </c:pt>
                <c:pt idx="735">
                  <c:v>45103</c:v>
                </c:pt>
                <c:pt idx="736">
                  <c:v>45100</c:v>
                </c:pt>
                <c:pt idx="737">
                  <c:v>45099</c:v>
                </c:pt>
                <c:pt idx="738">
                  <c:v>45098</c:v>
                </c:pt>
                <c:pt idx="739">
                  <c:v>45097</c:v>
                </c:pt>
                <c:pt idx="740">
                  <c:v>45096</c:v>
                </c:pt>
                <c:pt idx="741">
                  <c:v>45093</c:v>
                </c:pt>
                <c:pt idx="742">
                  <c:v>45092</c:v>
                </c:pt>
                <c:pt idx="743">
                  <c:v>45091</c:v>
                </c:pt>
                <c:pt idx="744">
                  <c:v>45090</c:v>
                </c:pt>
                <c:pt idx="745">
                  <c:v>45089</c:v>
                </c:pt>
                <c:pt idx="746">
                  <c:v>45086</c:v>
                </c:pt>
                <c:pt idx="747">
                  <c:v>45085</c:v>
                </c:pt>
                <c:pt idx="748">
                  <c:v>45084</c:v>
                </c:pt>
                <c:pt idx="749">
                  <c:v>45083</c:v>
                </c:pt>
                <c:pt idx="750">
                  <c:v>45082</c:v>
                </c:pt>
                <c:pt idx="751">
                  <c:v>45079</c:v>
                </c:pt>
                <c:pt idx="752">
                  <c:v>45078</c:v>
                </c:pt>
                <c:pt idx="753">
                  <c:v>45077</c:v>
                </c:pt>
                <c:pt idx="754">
                  <c:v>45076</c:v>
                </c:pt>
                <c:pt idx="755">
                  <c:v>45075</c:v>
                </c:pt>
                <c:pt idx="756">
                  <c:v>45072</c:v>
                </c:pt>
                <c:pt idx="757">
                  <c:v>45071</c:v>
                </c:pt>
                <c:pt idx="758">
                  <c:v>45070</c:v>
                </c:pt>
                <c:pt idx="759">
                  <c:v>45069</c:v>
                </c:pt>
                <c:pt idx="760">
                  <c:v>45068</c:v>
                </c:pt>
                <c:pt idx="761">
                  <c:v>45065</c:v>
                </c:pt>
                <c:pt idx="762">
                  <c:v>45064</c:v>
                </c:pt>
                <c:pt idx="763">
                  <c:v>45063</c:v>
                </c:pt>
                <c:pt idx="764">
                  <c:v>45062</c:v>
                </c:pt>
                <c:pt idx="765">
                  <c:v>45061</c:v>
                </c:pt>
                <c:pt idx="766">
                  <c:v>45058</c:v>
                </c:pt>
                <c:pt idx="767">
                  <c:v>45057</c:v>
                </c:pt>
                <c:pt idx="768">
                  <c:v>45056</c:v>
                </c:pt>
                <c:pt idx="769">
                  <c:v>45055</c:v>
                </c:pt>
                <c:pt idx="770">
                  <c:v>45054</c:v>
                </c:pt>
                <c:pt idx="771">
                  <c:v>45051</c:v>
                </c:pt>
                <c:pt idx="772">
                  <c:v>45050</c:v>
                </c:pt>
                <c:pt idx="773">
                  <c:v>45049</c:v>
                </c:pt>
                <c:pt idx="774">
                  <c:v>45048</c:v>
                </c:pt>
                <c:pt idx="775">
                  <c:v>45047</c:v>
                </c:pt>
                <c:pt idx="776">
                  <c:v>45044</c:v>
                </c:pt>
                <c:pt idx="777">
                  <c:v>45043</c:v>
                </c:pt>
                <c:pt idx="778">
                  <c:v>45042</c:v>
                </c:pt>
                <c:pt idx="779">
                  <c:v>45041</c:v>
                </c:pt>
                <c:pt idx="780">
                  <c:v>45040</c:v>
                </c:pt>
                <c:pt idx="781">
                  <c:v>45037</c:v>
                </c:pt>
                <c:pt idx="782">
                  <c:v>45036</c:v>
                </c:pt>
                <c:pt idx="783">
                  <c:v>45035</c:v>
                </c:pt>
                <c:pt idx="784">
                  <c:v>45034</c:v>
                </c:pt>
                <c:pt idx="785">
                  <c:v>45033</c:v>
                </c:pt>
                <c:pt idx="786">
                  <c:v>45030</c:v>
                </c:pt>
                <c:pt idx="787">
                  <c:v>45029</c:v>
                </c:pt>
                <c:pt idx="788">
                  <c:v>45028</c:v>
                </c:pt>
                <c:pt idx="789">
                  <c:v>45027</c:v>
                </c:pt>
                <c:pt idx="790">
                  <c:v>45026</c:v>
                </c:pt>
                <c:pt idx="791">
                  <c:v>45023</c:v>
                </c:pt>
                <c:pt idx="792">
                  <c:v>45022</c:v>
                </c:pt>
                <c:pt idx="793">
                  <c:v>45021</c:v>
                </c:pt>
                <c:pt idx="794">
                  <c:v>45020</c:v>
                </c:pt>
                <c:pt idx="795">
                  <c:v>45019</c:v>
                </c:pt>
                <c:pt idx="796">
                  <c:v>45016</c:v>
                </c:pt>
                <c:pt idx="797">
                  <c:v>45015</c:v>
                </c:pt>
                <c:pt idx="798">
                  <c:v>45014</c:v>
                </c:pt>
                <c:pt idx="799">
                  <c:v>45013</c:v>
                </c:pt>
                <c:pt idx="800">
                  <c:v>45012</c:v>
                </c:pt>
                <c:pt idx="801">
                  <c:v>45009</c:v>
                </c:pt>
                <c:pt idx="802">
                  <c:v>45008</c:v>
                </c:pt>
                <c:pt idx="803">
                  <c:v>45007</c:v>
                </c:pt>
                <c:pt idx="804">
                  <c:v>45006</c:v>
                </c:pt>
                <c:pt idx="805">
                  <c:v>45005</c:v>
                </c:pt>
                <c:pt idx="806">
                  <c:v>45002</c:v>
                </c:pt>
                <c:pt idx="807">
                  <c:v>45001</c:v>
                </c:pt>
                <c:pt idx="808">
                  <c:v>45000</c:v>
                </c:pt>
                <c:pt idx="809">
                  <c:v>44999</c:v>
                </c:pt>
                <c:pt idx="810">
                  <c:v>44998</c:v>
                </c:pt>
                <c:pt idx="811">
                  <c:v>44995</c:v>
                </c:pt>
                <c:pt idx="812">
                  <c:v>44994</c:v>
                </c:pt>
                <c:pt idx="813">
                  <c:v>44993</c:v>
                </c:pt>
                <c:pt idx="814">
                  <c:v>44992</c:v>
                </c:pt>
                <c:pt idx="815">
                  <c:v>44991</c:v>
                </c:pt>
                <c:pt idx="816">
                  <c:v>44988</c:v>
                </c:pt>
                <c:pt idx="817">
                  <c:v>44987</c:v>
                </c:pt>
                <c:pt idx="818">
                  <c:v>44986</c:v>
                </c:pt>
                <c:pt idx="819">
                  <c:v>44985</c:v>
                </c:pt>
                <c:pt idx="820">
                  <c:v>44984</c:v>
                </c:pt>
                <c:pt idx="821">
                  <c:v>44981</c:v>
                </c:pt>
                <c:pt idx="822">
                  <c:v>44980</c:v>
                </c:pt>
                <c:pt idx="823">
                  <c:v>44979</c:v>
                </c:pt>
                <c:pt idx="824">
                  <c:v>44978</c:v>
                </c:pt>
                <c:pt idx="825">
                  <c:v>44977</c:v>
                </c:pt>
                <c:pt idx="826">
                  <c:v>44974</c:v>
                </c:pt>
                <c:pt idx="827">
                  <c:v>44973</c:v>
                </c:pt>
                <c:pt idx="828">
                  <c:v>44972</c:v>
                </c:pt>
                <c:pt idx="829">
                  <c:v>44971</c:v>
                </c:pt>
                <c:pt idx="830">
                  <c:v>44970</c:v>
                </c:pt>
                <c:pt idx="831">
                  <c:v>44967</c:v>
                </c:pt>
                <c:pt idx="832">
                  <c:v>44966</c:v>
                </c:pt>
                <c:pt idx="833">
                  <c:v>44965</c:v>
                </c:pt>
                <c:pt idx="834">
                  <c:v>44964</c:v>
                </c:pt>
                <c:pt idx="835">
                  <c:v>44963</c:v>
                </c:pt>
                <c:pt idx="836">
                  <c:v>44960</c:v>
                </c:pt>
                <c:pt idx="837">
                  <c:v>44959</c:v>
                </c:pt>
                <c:pt idx="838">
                  <c:v>44958</c:v>
                </c:pt>
                <c:pt idx="839">
                  <c:v>44957</c:v>
                </c:pt>
                <c:pt idx="840">
                  <c:v>44956</c:v>
                </c:pt>
                <c:pt idx="841">
                  <c:v>44953</c:v>
                </c:pt>
                <c:pt idx="842">
                  <c:v>44952</c:v>
                </c:pt>
                <c:pt idx="843">
                  <c:v>44951</c:v>
                </c:pt>
                <c:pt idx="844">
                  <c:v>44950</c:v>
                </c:pt>
                <c:pt idx="845">
                  <c:v>44949</c:v>
                </c:pt>
                <c:pt idx="846">
                  <c:v>44946</c:v>
                </c:pt>
                <c:pt idx="847">
                  <c:v>44945</c:v>
                </c:pt>
                <c:pt idx="848">
                  <c:v>44944</c:v>
                </c:pt>
                <c:pt idx="849">
                  <c:v>44943</c:v>
                </c:pt>
                <c:pt idx="850">
                  <c:v>44942</c:v>
                </c:pt>
                <c:pt idx="851">
                  <c:v>44939</c:v>
                </c:pt>
                <c:pt idx="852">
                  <c:v>44938</c:v>
                </c:pt>
                <c:pt idx="853">
                  <c:v>44937</c:v>
                </c:pt>
                <c:pt idx="854">
                  <c:v>44936</c:v>
                </c:pt>
                <c:pt idx="855">
                  <c:v>44935</c:v>
                </c:pt>
                <c:pt idx="856">
                  <c:v>44932</c:v>
                </c:pt>
                <c:pt idx="857">
                  <c:v>44931</c:v>
                </c:pt>
                <c:pt idx="858">
                  <c:v>44930</c:v>
                </c:pt>
                <c:pt idx="859">
                  <c:v>44929</c:v>
                </c:pt>
                <c:pt idx="860">
                  <c:v>44928</c:v>
                </c:pt>
                <c:pt idx="861">
                  <c:v>44925</c:v>
                </c:pt>
                <c:pt idx="862">
                  <c:v>44924</c:v>
                </c:pt>
                <c:pt idx="863">
                  <c:v>44923</c:v>
                </c:pt>
                <c:pt idx="864">
                  <c:v>44922</c:v>
                </c:pt>
                <c:pt idx="865">
                  <c:v>44921</c:v>
                </c:pt>
                <c:pt idx="866">
                  <c:v>44918</c:v>
                </c:pt>
                <c:pt idx="867">
                  <c:v>44917</c:v>
                </c:pt>
                <c:pt idx="868">
                  <c:v>44916</c:v>
                </c:pt>
                <c:pt idx="869">
                  <c:v>44915</c:v>
                </c:pt>
                <c:pt idx="870">
                  <c:v>44914</c:v>
                </c:pt>
                <c:pt idx="871">
                  <c:v>44911</c:v>
                </c:pt>
                <c:pt idx="872">
                  <c:v>44910</c:v>
                </c:pt>
                <c:pt idx="873">
                  <c:v>44909</c:v>
                </c:pt>
                <c:pt idx="874">
                  <c:v>44908</c:v>
                </c:pt>
                <c:pt idx="875">
                  <c:v>44907</c:v>
                </c:pt>
                <c:pt idx="876">
                  <c:v>44904</c:v>
                </c:pt>
                <c:pt idx="877">
                  <c:v>44903</c:v>
                </c:pt>
                <c:pt idx="878">
                  <c:v>44902</c:v>
                </c:pt>
                <c:pt idx="879">
                  <c:v>44901</c:v>
                </c:pt>
                <c:pt idx="880">
                  <c:v>44900</c:v>
                </c:pt>
                <c:pt idx="881">
                  <c:v>44897</c:v>
                </c:pt>
                <c:pt idx="882">
                  <c:v>44896</c:v>
                </c:pt>
                <c:pt idx="883">
                  <c:v>44895</c:v>
                </c:pt>
                <c:pt idx="884">
                  <c:v>44894</c:v>
                </c:pt>
                <c:pt idx="885">
                  <c:v>44893</c:v>
                </c:pt>
                <c:pt idx="886">
                  <c:v>44890</c:v>
                </c:pt>
                <c:pt idx="887">
                  <c:v>44889</c:v>
                </c:pt>
                <c:pt idx="888">
                  <c:v>44888</c:v>
                </c:pt>
                <c:pt idx="889">
                  <c:v>44887</c:v>
                </c:pt>
                <c:pt idx="890">
                  <c:v>44886</c:v>
                </c:pt>
                <c:pt idx="891">
                  <c:v>44883</c:v>
                </c:pt>
                <c:pt idx="892">
                  <c:v>44882</c:v>
                </c:pt>
                <c:pt idx="893">
                  <c:v>44881</c:v>
                </c:pt>
                <c:pt idx="894">
                  <c:v>44880</c:v>
                </c:pt>
                <c:pt idx="895">
                  <c:v>44879</c:v>
                </c:pt>
                <c:pt idx="896">
                  <c:v>44876</c:v>
                </c:pt>
                <c:pt idx="897">
                  <c:v>44875</c:v>
                </c:pt>
                <c:pt idx="898">
                  <c:v>44874</c:v>
                </c:pt>
                <c:pt idx="899">
                  <c:v>44873</c:v>
                </c:pt>
                <c:pt idx="900">
                  <c:v>44872</c:v>
                </c:pt>
                <c:pt idx="901">
                  <c:v>44869</c:v>
                </c:pt>
                <c:pt idx="902">
                  <c:v>44868</c:v>
                </c:pt>
                <c:pt idx="903">
                  <c:v>44867</c:v>
                </c:pt>
                <c:pt idx="904">
                  <c:v>44866</c:v>
                </c:pt>
                <c:pt idx="905">
                  <c:v>44865</c:v>
                </c:pt>
                <c:pt idx="906">
                  <c:v>44862</c:v>
                </c:pt>
                <c:pt idx="907">
                  <c:v>44861</c:v>
                </c:pt>
                <c:pt idx="908">
                  <c:v>44860</c:v>
                </c:pt>
                <c:pt idx="909">
                  <c:v>44859</c:v>
                </c:pt>
                <c:pt idx="910">
                  <c:v>44858</c:v>
                </c:pt>
                <c:pt idx="911">
                  <c:v>44855</c:v>
                </c:pt>
                <c:pt idx="912">
                  <c:v>44854</c:v>
                </c:pt>
                <c:pt idx="913">
                  <c:v>44853</c:v>
                </c:pt>
                <c:pt idx="914">
                  <c:v>44852</c:v>
                </c:pt>
                <c:pt idx="915">
                  <c:v>44851</c:v>
                </c:pt>
                <c:pt idx="916">
                  <c:v>44848</c:v>
                </c:pt>
                <c:pt idx="917">
                  <c:v>44847</c:v>
                </c:pt>
                <c:pt idx="918">
                  <c:v>44846</c:v>
                </c:pt>
                <c:pt idx="919">
                  <c:v>44845</c:v>
                </c:pt>
                <c:pt idx="920">
                  <c:v>44844</c:v>
                </c:pt>
                <c:pt idx="921">
                  <c:v>44841</c:v>
                </c:pt>
                <c:pt idx="922">
                  <c:v>44840</c:v>
                </c:pt>
                <c:pt idx="923">
                  <c:v>44839</c:v>
                </c:pt>
                <c:pt idx="924">
                  <c:v>44838</c:v>
                </c:pt>
                <c:pt idx="925">
                  <c:v>44837</c:v>
                </c:pt>
                <c:pt idx="926">
                  <c:v>44834</c:v>
                </c:pt>
                <c:pt idx="927">
                  <c:v>44833</c:v>
                </c:pt>
                <c:pt idx="928">
                  <c:v>44832</c:v>
                </c:pt>
                <c:pt idx="929">
                  <c:v>44831</c:v>
                </c:pt>
                <c:pt idx="930">
                  <c:v>44830</c:v>
                </c:pt>
                <c:pt idx="931">
                  <c:v>44827</c:v>
                </c:pt>
                <c:pt idx="932">
                  <c:v>44826</c:v>
                </c:pt>
                <c:pt idx="933">
                  <c:v>44825</c:v>
                </c:pt>
                <c:pt idx="934">
                  <c:v>44824</c:v>
                </c:pt>
                <c:pt idx="935">
                  <c:v>44823</c:v>
                </c:pt>
                <c:pt idx="936">
                  <c:v>44820</c:v>
                </c:pt>
                <c:pt idx="937">
                  <c:v>44819</c:v>
                </c:pt>
                <c:pt idx="938">
                  <c:v>44818</c:v>
                </c:pt>
                <c:pt idx="939">
                  <c:v>44817</c:v>
                </c:pt>
                <c:pt idx="940">
                  <c:v>44816</c:v>
                </c:pt>
                <c:pt idx="941">
                  <c:v>44813</c:v>
                </c:pt>
                <c:pt idx="942">
                  <c:v>44812</c:v>
                </c:pt>
                <c:pt idx="943">
                  <c:v>44811</c:v>
                </c:pt>
                <c:pt idx="944">
                  <c:v>44810</c:v>
                </c:pt>
                <c:pt idx="945">
                  <c:v>44809</c:v>
                </c:pt>
                <c:pt idx="946">
                  <c:v>44806</c:v>
                </c:pt>
                <c:pt idx="947">
                  <c:v>44805</c:v>
                </c:pt>
                <c:pt idx="948">
                  <c:v>44804</c:v>
                </c:pt>
                <c:pt idx="949">
                  <c:v>44803</c:v>
                </c:pt>
                <c:pt idx="950">
                  <c:v>44802</c:v>
                </c:pt>
                <c:pt idx="951">
                  <c:v>44799</c:v>
                </c:pt>
                <c:pt idx="952">
                  <c:v>44798</c:v>
                </c:pt>
                <c:pt idx="953">
                  <c:v>44797</c:v>
                </c:pt>
                <c:pt idx="954">
                  <c:v>44796</c:v>
                </c:pt>
                <c:pt idx="955">
                  <c:v>44795</c:v>
                </c:pt>
                <c:pt idx="956">
                  <c:v>44792</c:v>
                </c:pt>
                <c:pt idx="957">
                  <c:v>44791</c:v>
                </c:pt>
                <c:pt idx="958">
                  <c:v>44790</c:v>
                </c:pt>
                <c:pt idx="959">
                  <c:v>44789</c:v>
                </c:pt>
                <c:pt idx="960">
                  <c:v>44788</c:v>
                </c:pt>
                <c:pt idx="961">
                  <c:v>44785</c:v>
                </c:pt>
                <c:pt idx="962">
                  <c:v>44784</c:v>
                </c:pt>
                <c:pt idx="963">
                  <c:v>44783</c:v>
                </c:pt>
                <c:pt idx="964">
                  <c:v>44782</c:v>
                </c:pt>
                <c:pt idx="965">
                  <c:v>44781</c:v>
                </c:pt>
                <c:pt idx="966">
                  <c:v>44778</c:v>
                </c:pt>
                <c:pt idx="967">
                  <c:v>44777</c:v>
                </c:pt>
                <c:pt idx="968">
                  <c:v>44776</c:v>
                </c:pt>
                <c:pt idx="969">
                  <c:v>44775</c:v>
                </c:pt>
                <c:pt idx="970">
                  <c:v>44774</c:v>
                </c:pt>
                <c:pt idx="971">
                  <c:v>44771</c:v>
                </c:pt>
                <c:pt idx="972">
                  <c:v>44770</c:v>
                </c:pt>
                <c:pt idx="973">
                  <c:v>44769</c:v>
                </c:pt>
                <c:pt idx="974">
                  <c:v>44768</c:v>
                </c:pt>
                <c:pt idx="975">
                  <c:v>44767</c:v>
                </c:pt>
                <c:pt idx="976">
                  <c:v>44764</c:v>
                </c:pt>
                <c:pt idx="977">
                  <c:v>44763</c:v>
                </c:pt>
                <c:pt idx="978">
                  <c:v>44762</c:v>
                </c:pt>
                <c:pt idx="979">
                  <c:v>44761</c:v>
                </c:pt>
                <c:pt idx="980">
                  <c:v>44760</c:v>
                </c:pt>
                <c:pt idx="981">
                  <c:v>44757</c:v>
                </c:pt>
                <c:pt idx="982">
                  <c:v>44756</c:v>
                </c:pt>
                <c:pt idx="983">
                  <c:v>44755</c:v>
                </c:pt>
                <c:pt idx="984">
                  <c:v>44754</c:v>
                </c:pt>
                <c:pt idx="985">
                  <c:v>44753</c:v>
                </c:pt>
                <c:pt idx="986">
                  <c:v>44750</c:v>
                </c:pt>
                <c:pt idx="987">
                  <c:v>44749</c:v>
                </c:pt>
                <c:pt idx="988">
                  <c:v>44748</c:v>
                </c:pt>
                <c:pt idx="989">
                  <c:v>44747</c:v>
                </c:pt>
                <c:pt idx="990">
                  <c:v>44746</c:v>
                </c:pt>
                <c:pt idx="991">
                  <c:v>44743</c:v>
                </c:pt>
                <c:pt idx="992">
                  <c:v>44742</c:v>
                </c:pt>
                <c:pt idx="993">
                  <c:v>44741</c:v>
                </c:pt>
                <c:pt idx="994">
                  <c:v>44740</c:v>
                </c:pt>
                <c:pt idx="995">
                  <c:v>44739</c:v>
                </c:pt>
                <c:pt idx="996">
                  <c:v>44736</c:v>
                </c:pt>
                <c:pt idx="997">
                  <c:v>44735</c:v>
                </c:pt>
                <c:pt idx="998">
                  <c:v>44734</c:v>
                </c:pt>
                <c:pt idx="999">
                  <c:v>44733</c:v>
                </c:pt>
                <c:pt idx="1000">
                  <c:v>44732</c:v>
                </c:pt>
                <c:pt idx="1001">
                  <c:v>44729</c:v>
                </c:pt>
                <c:pt idx="1002">
                  <c:v>44728</c:v>
                </c:pt>
                <c:pt idx="1003">
                  <c:v>44727</c:v>
                </c:pt>
                <c:pt idx="1004">
                  <c:v>44726</c:v>
                </c:pt>
                <c:pt idx="1005">
                  <c:v>44725</c:v>
                </c:pt>
                <c:pt idx="1006">
                  <c:v>44722</c:v>
                </c:pt>
                <c:pt idx="1007">
                  <c:v>44721</c:v>
                </c:pt>
                <c:pt idx="1008">
                  <c:v>44720</c:v>
                </c:pt>
                <c:pt idx="1009">
                  <c:v>44719</c:v>
                </c:pt>
                <c:pt idx="1010">
                  <c:v>44718</c:v>
                </c:pt>
                <c:pt idx="1011">
                  <c:v>44715</c:v>
                </c:pt>
                <c:pt idx="1012">
                  <c:v>44714</c:v>
                </c:pt>
                <c:pt idx="1013">
                  <c:v>44713</c:v>
                </c:pt>
                <c:pt idx="1014">
                  <c:v>44712</c:v>
                </c:pt>
                <c:pt idx="1015">
                  <c:v>44711</c:v>
                </c:pt>
                <c:pt idx="1016">
                  <c:v>44708</c:v>
                </c:pt>
                <c:pt idx="1017">
                  <c:v>44707</c:v>
                </c:pt>
                <c:pt idx="1018">
                  <c:v>44706</c:v>
                </c:pt>
                <c:pt idx="1019">
                  <c:v>44705</c:v>
                </c:pt>
                <c:pt idx="1020">
                  <c:v>44704</c:v>
                </c:pt>
                <c:pt idx="1021">
                  <c:v>44701</c:v>
                </c:pt>
                <c:pt idx="1022">
                  <c:v>44700</c:v>
                </c:pt>
                <c:pt idx="1023">
                  <c:v>44699</c:v>
                </c:pt>
                <c:pt idx="1024">
                  <c:v>44698</c:v>
                </c:pt>
                <c:pt idx="1025">
                  <c:v>44697</c:v>
                </c:pt>
                <c:pt idx="1026">
                  <c:v>44694</c:v>
                </c:pt>
                <c:pt idx="1027">
                  <c:v>44693</c:v>
                </c:pt>
                <c:pt idx="1028">
                  <c:v>44692</c:v>
                </c:pt>
                <c:pt idx="1029">
                  <c:v>44691</c:v>
                </c:pt>
                <c:pt idx="1030">
                  <c:v>44690</c:v>
                </c:pt>
                <c:pt idx="1031">
                  <c:v>44687</c:v>
                </c:pt>
                <c:pt idx="1032">
                  <c:v>44686</c:v>
                </c:pt>
                <c:pt idx="1033">
                  <c:v>44685</c:v>
                </c:pt>
                <c:pt idx="1034">
                  <c:v>44684</c:v>
                </c:pt>
                <c:pt idx="1035">
                  <c:v>44683</c:v>
                </c:pt>
                <c:pt idx="1036">
                  <c:v>44680</c:v>
                </c:pt>
                <c:pt idx="1037">
                  <c:v>44679</c:v>
                </c:pt>
                <c:pt idx="1038">
                  <c:v>44678</c:v>
                </c:pt>
                <c:pt idx="1039">
                  <c:v>44677</c:v>
                </c:pt>
                <c:pt idx="1040">
                  <c:v>44676</c:v>
                </c:pt>
                <c:pt idx="1041">
                  <c:v>44673</c:v>
                </c:pt>
                <c:pt idx="1042">
                  <c:v>44672</c:v>
                </c:pt>
                <c:pt idx="1043">
                  <c:v>44671</c:v>
                </c:pt>
                <c:pt idx="1044">
                  <c:v>44670</c:v>
                </c:pt>
                <c:pt idx="1045">
                  <c:v>44669</c:v>
                </c:pt>
                <c:pt idx="1046">
                  <c:v>44666</c:v>
                </c:pt>
                <c:pt idx="1047">
                  <c:v>44665</c:v>
                </c:pt>
                <c:pt idx="1048">
                  <c:v>44664</c:v>
                </c:pt>
                <c:pt idx="1049">
                  <c:v>44663</c:v>
                </c:pt>
                <c:pt idx="1050">
                  <c:v>44662</c:v>
                </c:pt>
                <c:pt idx="1051">
                  <c:v>44659</c:v>
                </c:pt>
                <c:pt idx="1052">
                  <c:v>44658</c:v>
                </c:pt>
                <c:pt idx="1053">
                  <c:v>44657</c:v>
                </c:pt>
                <c:pt idx="1054">
                  <c:v>44656</c:v>
                </c:pt>
                <c:pt idx="1055">
                  <c:v>44655</c:v>
                </c:pt>
                <c:pt idx="1056">
                  <c:v>44652</c:v>
                </c:pt>
                <c:pt idx="1057">
                  <c:v>44651</c:v>
                </c:pt>
                <c:pt idx="1058">
                  <c:v>44650</c:v>
                </c:pt>
                <c:pt idx="1059">
                  <c:v>44649</c:v>
                </c:pt>
                <c:pt idx="1060">
                  <c:v>44648</c:v>
                </c:pt>
                <c:pt idx="1061">
                  <c:v>44645</c:v>
                </c:pt>
                <c:pt idx="1062">
                  <c:v>44644</c:v>
                </c:pt>
                <c:pt idx="1063">
                  <c:v>44643</c:v>
                </c:pt>
                <c:pt idx="1064">
                  <c:v>44642</c:v>
                </c:pt>
                <c:pt idx="1065">
                  <c:v>44641</c:v>
                </c:pt>
                <c:pt idx="1066">
                  <c:v>44638</c:v>
                </c:pt>
                <c:pt idx="1067">
                  <c:v>44637</c:v>
                </c:pt>
                <c:pt idx="1068">
                  <c:v>44636</c:v>
                </c:pt>
                <c:pt idx="1069">
                  <c:v>44635</c:v>
                </c:pt>
                <c:pt idx="1070">
                  <c:v>44634</c:v>
                </c:pt>
                <c:pt idx="1071">
                  <c:v>44631</c:v>
                </c:pt>
                <c:pt idx="1072">
                  <c:v>44630</c:v>
                </c:pt>
                <c:pt idx="1073">
                  <c:v>44629</c:v>
                </c:pt>
                <c:pt idx="1074">
                  <c:v>44628</c:v>
                </c:pt>
                <c:pt idx="1075">
                  <c:v>44627</c:v>
                </c:pt>
                <c:pt idx="1076">
                  <c:v>44624</c:v>
                </c:pt>
                <c:pt idx="1077">
                  <c:v>44623</c:v>
                </c:pt>
                <c:pt idx="1078">
                  <c:v>44622</c:v>
                </c:pt>
                <c:pt idx="1079">
                  <c:v>44621</c:v>
                </c:pt>
                <c:pt idx="1080">
                  <c:v>44620</c:v>
                </c:pt>
                <c:pt idx="1081">
                  <c:v>44617</c:v>
                </c:pt>
                <c:pt idx="1082">
                  <c:v>44616</c:v>
                </c:pt>
                <c:pt idx="1083">
                  <c:v>44615</c:v>
                </c:pt>
                <c:pt idx="1084">
                  <c:v>44614</c:v>
                </c:pt>
                <c:pt idx="1085">
                  <c:v>44613</c:v>
                </c:pt>
                <c:pt idx="1086">
                  <c:v>44610</c:v>
                </c:pt>
                <c:pt idx="1087">
                  <c:v>44609</c:v>
                </c:pt>
                <c:pt idx="1088">
                  <c:v>44608</c:v>
                </c:pt>
                <c:pt idx="1089">
                  <c:v>44607</c:v>
                </c:pt>
                <c:pt idx="1090">
                  <c:v>44606</c:v>
                </c:pt>
                <c:pt idx="1091">
                  <c:v>44603</c:v>
                </c:pt>
                <c:pt idx="1092">
                  <c:v>44602</c:v>
                </c:pt>
                <c:pt idx="1093">
                  <c:v>44601</c:v>
                </c:pt>
                <c:pt idx="1094">
                  <c:v>44600</c:v>
                </c:pt>
                <c:pt idx="1095">
                  <c:v>44599</c:v>
                </c:pt>
                <c:pt idx="1096">
                  <c:v>44596</c:v>
                </c:pt>
                <c:pt idx="1097">
                  <c:v>44595</c:v>
                </c:pt>
                <c:pt idx="1098">
                  <c:v>44594</c:v>
                </c:pt>
                <c:pt idx="1099">
                  <c:v>44593</c:v>
                </c:pt>
                <c:pt idx="1100">
                  <c:v>44592</c:v>
                </c:pt>
                <c:pt idx="1101">
                  <c:v>44589</c:v>
                </c:pt>
                <c:pt idx="1102">
                  <c:v>44588</c:v>
                </c:pt>
                <c:pt idx="1103">
                  <c:v>44587</c:v>
                </c:pt>
                <c:pt idx="1104">
                  <c:v>44586</c:v>
                </c:pt>
                <c:pt idx="1105">
                  <c:v>44585</c:v>
                </c:pt>
                <c:pt idx="1106">
                  <c:v>44582</c:v>
                </c:pt>
                <c:pt idx="1107">
                  <c:v>44581</c:v>
                </c:pt>
                <c:pt idx="1108">
                  <c:v>44580</c:v>
                </c:pt>
                <c:pt idx="1109">
                  <c:v>44579</c:v>
                </c:pt>
                <c:pt idx="1110">
                  <c:v>44578</c:v>
                </c:pt>
                <c:pt idx="1111">
                  <c:v>44575</c:v>
                </c:pt>
                <c:pt idx="1112">
                  <c:v>44574</c:v>
                </c:pt>
                <c:pt idx="1113">
                  <c:v>44573</c:v>
                </c:pt>
                <c:pt idx="1114">
                  <c:v>44572</c:v>
                </c:pt>
                <c:pt idx="1115">
                  <c:v>44571</c:v>
                </c:pt>
                <c:pt idx="1116">
                  <c:v>44568</c:v>
                </c:pt>
                <c:pt idx="1117">
                  <c:v>44567</c:v>
                </c:pt>
                <c:pt idx="1118">
                  <c:v>44566</c:v>
                </c:pt>
                <c:pt idx="1119">
                  <c:v>44565</c:v>
                </c:pt>
                <c:pt idx="1120">
                  <c:v>44564</c:v>
                </c:pt>
                <c:pt idx="1121">
                  <c:v>44561</c:v>
                </c:pt>
                <c:pt idx="1122">
                  <c:v>44560</c:v>
                </c:pt>
                <c:pt idx="1123">
                  <c:v>44559</c:v>
                </c:pt>
                <c:pt idx="1124">
                  <c:v>44558</c:v>
                </c:pt>
                <c:pt idx="1125">
                  <c:v>44557</c:v>
                </c:pt>
                <c:pt idx="1126">
                  <c:v>44554</c:v>
                </c:pt>
                <c:pt idx="1127">
                  <c:v>44553</c:v>
                </c:pt>
                <c:pt idx="1128">
                  <c:v>44552</c:v>
                </c:pt>
                <c:pt idx="1129">
                  <c:v>44551</c:v>
                </c:pt>
                <c:pt idx="1130">
                  <c:v>44550</c:v>
                </c:pt>
                <c:pt idx="1131">
                  <c:v>44547</c:v>
                </c:pt>
                <c:pt idx="1132">
                  <c:v>44546</c:v>
                </c:pt>
                <c:pt idx="1133">
                  <c:v>44545</c:v>
                </c:pt>
                <c:pt idx="1134">
                  <c:v>44544</c:v>
                </c:pt>
                <c:pt idx="1135">
                  <c:v>44543</c:v>
                </c:pt>
                <c:pt idx="1136">
                  <c:v>44540</c:v>
                </c:pt>
                <c:pt idx="1137">
                  <c:v>44539</c:v>
                </c:pt>
                <c:pt idx="1138">
                  <c:v>44538</c:v>
                </c:pt>
                <c:pt idx="1139">
                  <c:v>44537</c:v>
                </c:pt>
                <c:pt idx="1140">
                  <c:v>44536</c:v>
                </c:pt>
                <c:pt idx="1141">
                  <c:v>44533</c:v>
                </c:pt>
                <c:pt idx="1142">
                  <c:v>44532</c:v>
                </c:pt>
                <c:pt idx="1143">
                  <c:v>44531</c:v>
                </c:pt>
                <c:pt idx="1144">
                  <c:v>44530</c:v>
                </c:pt>
                <c:pt idx="1145">
                  <c:v>44529</c:v>
                </c:pt>
                <c:pt idx="1146">
                  <c:v>44526</c:v>
                </c:pt>
                <c:pt idx="1147">
                  <c:v>44525</c:v>
                </c:pt>
                <c:pt idx="1148">
                  <c:v>44524</c:v>
                </c:pt>
                <c:pt idx="1149">
                  <c:v>44523</c:v>
                </c:pt>
                <c:pt idx="1150">
                  <c:v>44522</c:v>
                </c:pt>
                <c:pt idx="1151">
                  <c:v>44519</c:v>
                </c:pt>
                <c:pt idx="1152">
                  <c:v>44518</c:v>
                </c:pt>
                <c:pt idx="1153">
                  <c:v>44517</c:v>
                </c:pt>
                <c:pt idx="1154">
                  <c:v>44516</c:v>
                </c:pt>
                <c:pt idx="1155">
                  <c:v>44515</c:v>
                </c:pt>
                <c:pt idx="1156">
                  <c:v>44512</c:v>
                </c:pt>
                <c:pt idx="1157">
                  <c:v>44511</c:v>
                </c:pt>
                <c:pt idx="1158">
                  <c:v>44510</c:v>
                </c:pt>
                <c:pt idx="1159">
                  <c:v>44509</c:v>
                </c:pt>
                <c:pt idx="1160">
                  <c:v>44508</c:v>
                </c:pt>
                <c:pt idx="1161">
                  <c:v>44505</c:v>
                </c:pt>
                <c:pt idx="1162">
                  <c:v>44504</c:v>
                </c:pt>
                <c:pt idx="1163">
                  <c:v>44503</c:v>
                </c:pt>
                <c:pt idx="1164">
                  <c:v>44502</c:v>
                </c:pt>
                <c:pt idx="1165">
                  <c:v>44501</c:v>
                </c:pt>
                <c:pt idx="1166">
                  <c:v>44498</c:v>
                </c:pt>
                <c:pt idx="1167">
                  <c:v>44497</c:v>
                </c:pt>
                <c:pt idx="1168">
                  <c:v>44496</c:v>
                </c:pt>
                <c:pt idx="1169">
                  <c:v>44495</c:v>
                </c:pt>
                <c:pt idx="1170">
                  <c:v>44494</c:v>
                </c:pt>
                <c:pt idx="1171">
                  <c:v>44491</c:v>
                </c:pt>
                <c:pt idx="1172">
                  <c:v>44490</c:v>
                </c:pt>
                <c:pt idx="1173">
                  <c:v>44489</c:v>
                </c:pt>
                <c:pt idx="1174">
                  <c:v>44488</c:v>
                </c:pt>
                <c:pt idx="1175">
                  <c:v>44487</c:v>
                </c:pt>
                <c:pt idx="1176">
                  <c:v>44484</c:v>
                </c:pt>
                <c:pt idx="1177">
                  <c:v>44483</c:v>
                </c:pt>
                <c:pt idx="1178">
                  <c:v>44482</c:v>
                </c:pt>
                <c:pt idx="1179">
                  <c:v>44481</c:v>
                </c:pt>
                <c:pt idx="1180">
                  <c:v>44480</c:v>
                </c:pt>
                <c:pt idx="1181">
                  <c:v>44477</c:v>
                </c:pt>
                <c:pt idx="1182">
                  <c:v>44476</c:v>
                </c:pt>
                <c:pt idx="1183">
                  <c:v>44475</c:v>
                </c:pt>
                <c:pt idx="1184">
                  <c:v>44474</c:v>
                </c:pt>
                <c:pt idx="1185">
                  <c:v>44473</c:v>
                </c:pt>
                <c:pt idx="1186">
                  <c:v>44470</c:v>
                </c:pt>
                <c:pt idx="1187">
                  <c:v>44469</c:v>
                </c:pt>
                <c:pt idx="1188">
                  <c:v>44468</c:v>
                </c:pt>
                <c:pt idx="1189">
                  <c:v>44467</c:v>
                </c:pt>
                <c:pt idx="1190">
                  <c:v>44466</c:v>
                </c:pt>
                <c:pt idx="1191">
                  <c:v>44463</c:v>
                </c:pt>
                <c:pt idx="1192">
                  <c:v>44462</c:v>
                </c:pt>
                <c:pt idx="1193">
                  <c:v>44461</c:v>
                </c:pt>
                <c:pt idx="1194">
                  <c:v>44460</c:v>
                </c:pt>
                <c:pt idx="1195">
                  <c:v>44459</c:v>
                </c:pt>
                <c:pt idx="1196">
                  <c:v>44456</c:v>
                </c:pt>
                <c:pt idx="1197">
                  <c:v>44455</c:v>
                </c:pt>
                <c:pt idx="1198">
                  <c:v>44454</c:v>
                </c:pt>
                <c:pt idx="1199">
                  <c:v>44453</c:v>
                </c:pt>
                <c:pt idx="1200">
                  <c:v>44452</c:v>
                </c:pt>
                <c:pt idx="1201">
                  <c:v>44449</c:v>
                </c:pt>
                <c:pt idx="1202">
                  <c:v>44448</c:v>
                </c:pt>
                <c:pt idx="1203">
                  <c:v>44447</c:v>
                </c:pt>
                <c:pt idx="1204">
                  <c:v>44446</c:v>
                </c:pt>
                <c:pt idx="1205">
                  <c:v>44445</c:v>
                </c:pt>
                <c:pt idx="1206">
                  <c:v>44442</c:v>
                </c:pt>
                <c:pt idx="1207">
                  <c:v>44441</c:v>
                </c:pt>
                <c:pt idx="1208">
                  <c:v>44440</c:v>
                </c:pt>
                <c:pt idx="1209">
                  <c:v>44439</c:v>
                </c:pt>
                <c:pt idx="1210">
                  <c:v>44438</c:v>
                </c:pt>
                <c:pt idx="1211">
                  <c:v>44435</c:v>
                </c:pt>
                <c:pt idx="1212">
                  <c:v>44434</c:v>
                </c:pt>
                <c:pt idx="1213">
                  <c:v>44433</c:v>
                </c:pt>
                <c:pt idx="1214">
                  <c:v>44432</c:v>
                </c:pt>
                <c:pt idx="1215">
                  <c:v>44431</c:v>
                </c:pt>
                <c:pt idx="1216">
                  <c:v>44428</c:v>
                </c:pt>
                <c:pt idx="1217">
                  <c:v>44427</c:v>
                </c:pt>
                <c:pt idx="1218">
                  <c:v>44426</c:v>
                </c:pt>
                <c:pt idx="1219">
                  <c:v>44425</c:v>
                </c:pt>
                <c:pt idx="1220">
                  <c:v>44424</c:v>
                </c:pt>
                <c:pt idx="1221">
                  <c:v>44421</c:v>
                </c:pt>
                <c:pt idx="1222">
                  <c:v>44420</c:v>
                </c:pt>
                <c:pt idx="1223">
                  <c:v>44419</c:v>
                </c:pt>
                <c:pt idx="1224">
                  <c:v>44418</c:v>
                </c:pt>
                <c:pt idx="1225">
                  <c:v>44417</c:v>
                </c:pt>
                <c:pt idx="1226">
                  <c:v>44414</c:v>
                </c:pt>
                <c:pt idx="1227">
                  <c:v>44413</c:v>
                </c:pt>
                <c:pt idx="1228">
                  <c:v>44412</c:v>
                </c:pt>
                <c:pt idx="1229">
                  <c:v>44411</c:v>
                </c:pt>
                <c:pt idx="1230">
                  <c:v>44410</c:v>
                </c:pt>
                <c:pt idx="1231">
                  <c:v>44407</c:v>
                </c:pt>
                <c:pt idx="1232">
                  <c:v>44406</c:v>
                </c:pt>
                <c:pt idx="1233">
                  <c:v>44405</c:v>
                </c:pt>
                <c:pt idx="1234">
                  <c:v>44404</c:v>
                </c:pt>
                <c:pt idx="1235">
                  <c:v>44403</c:v>
                </c:pt>
                <c:pt idx="1236">
                  <c:v>44400</c:v>
                </c:pt>
                <c:pt idx="1237">
                  <c:v>44399</c:v>
                </c:pt>
                <c:pt idx="1238">
                  <c:v>44398</c:v>
                </c:pt>
                <c:pt idx="1239">
                  <c:v>44397</c:v>
                </c:pt>
                <c:pt idx="1240">
                  <c:v>44396</c:v>
                </c:pt>
                <c:pt idx="1241">
                  <c:v>44393</c:v>
                </c:pt>
                <c:pt idx="1242">
                  <c:v>44392</c:v>
                </c:pt>
                <c:pt idx="1243">
                  <c:v>44391</c:v>
                </c:pt>
                <c:pt idx="1244">
                  <c:v>44390</c:v>
                </c:pt>
                <c:pt idx="1245">
                  <c:v>44389</c:v>
                </c:pt>
                <c:pt idx="1246">
                  <c:v>44386</c:v>
                </c:pt>
                <c:pt idx="1247">
                  <c:v>44385</c:v>
                </c:pt>
                <c:pt idx="1248">
                  <c:v>44384</c:v>
                </c:pt>
                <c:pt idx="1249">
                  <c:v>44383</c:v>
                </c:pt>
                <c:pt idx="1250">
                  <c:v>44382</c:v>
                </c:pt>
                <c:pt idx="1251">
                  <c:v>44379</c:v>
                </c:pt>
                <c:pt idx="1252">
                  <c:v>44378</c:v>
                </c:pt>
                <c:pt idx="1253">
                  <c:v>44377</c:v>
                </c:pt>
                <c:pt idx="1254">
                  <c:v>44376</c:v>
                </c:pt>
                <c:pt idx="1255">
                  <c:v>44375</c:v>
                </c:pt>
                <c:pt idx="1256">
                  <c:v>44372</c:v>
                </c:pt>
                <c:pt idx="1257">
                  <c:v>44371</c:v>
                </c:pt>
                <c:pt idx="1258">
                  <c:v>44370</c:v>
                </c:pt>
                <c:pt idx="1259">
                  <c:v>44369</c:v>
                </c:pt>
                <c:pt idx="1260">
                  <c:v>44368</c:v>
                </c:pt>
                <c:pt idx="1261">
                  <c:v>44365</c:v>
                </c:pt>
                <c:pt idx="1262">
                  <c:v>44364</c:v>
                </c:pt>
                <c:pt idx="1263">
                  <c:v>44363</c:v>
                </c:pt>
                <c:pt idx="1264">
                  <c:v>44362</c:v>
                </c:pt>
                <c:pt idx="1265">
                  <c:v>44361</c:v>
                </c:pt>
                <c:pt idx="1266">
                  <c:v>44358</c:v>
                </c:pt>
                <c:pt idx="1267">
                  <c:v>44357</c:v>
                </c:pt>
                <c:pt idx="1268">
                  <c:v>44356</c:v>
                </c:pt>
                <c:pt idx="1269">
                  <c:v>44355</c:v>
                </c:pt>
                <c:pt idx="1270">
                  <c:v>44354</c:v>
                </c:pt>
                <c:pt idx="1271">
                  <c:v>44351</c:v>
                </c:pt>
                <c:pt idx="1272">
                  <c:v>44350</c:v>
                </c:pt>
                <c:pt idx="1273">
                  <c:v>44349</c:v>
                </c:pt>
                <c:pt idx="1274">
                  <c:v>44348</c:v>
                </c:pt>
                <c:pt idx="1275">
                  <c:v>44347</c:v>
                </c:pt>
                <c:pt idx="1276">
                  <c:v>44344</c:v>
                </c:pt>
                <c:pt idx="1277">
                  <c:v>44343</c:v>
                </c:pt>
                <c:pt idx="1278">
                  <c:v>44342</c:v>
                </c:pt>
                <c:pt idx="1279">
                  <c:v>44341</c:v>
                </c:pt>
                <c:pt idx="1280">
                  <c:v>44340</c:v>
                </c:pt>
                <c:pt idx="1281">
                  <c:v>44337</c:v>
                </c:pt>
                <c:pt idx="1282">
                  <c:v>44336</c:v>
                </c:pt>
                <c:pt idx="1283">
                  <c:v>44335</c:v>
                </c:pt>
                <c:pt idx="1284">
                  <c:v>44334</c:v>
                </c:pt>
                <c:pt idx="1285">
                  <c:v>44333</c:v>
                </c:pt>
                <c:pt idx="1286">
                  <c:v>44330</c:v>
                </c:pt>
                <c:pt idx="1287">
                  <c:v>44329</c:v>
                </c:pt>
                <c:pt idx="1288">
                  <c:v>44328</c:v>
                </c:pt>
                <c:pt idx="1289">
                  <c:v>44327</c:v>
                </c:pt>
                <c:pt idx="1290">
                  <c:v>44326</c:v>
                </c:pt>
                <c:pt idx="1291">
                  <c:v>44323</c:v>
                </c:pt>
                <c:pt idx="1292">
                  <c:v>44322</c:v>
                </c:pt>
                <c:pt idx="1293">
                  <c:v>44321</c:v>
                </c:pt>
                <c:pt idx="1294">
                  <c:v>44320</c:v>
                </c:pt>
                <c:pt idx="1295">
                  <c:v>44319</c:v>
                </c:pt>
                <c:pt idx="1296">
                  <c:v>44316</c:v>
                </c:pt>
                <c:pt idx="1297">
                  <c:v>44315</c:v>
                </c:pt>
                <c:pt idx="1298">
                  <c:v>44314</c:v>
                </c:pt>
                <c:pt idx="1299">
                  <c:v>44313</c:v>
                </c:pt>
                <c:pt idx="1300">
                  <c:v>44312</c:v>
                </c:pt>
                <c:pt idx="1301">
                  <c:v>44309</c:v>
                </c:pt>
                <c:pt idx="1302">
                  <c:v>44308</c:v>
                </c:pt>
                <c:pt idx="1303">
                  <c:v>44307</c:v>
                </c:pt>
                <c:pt idx="1304">
                  <c:v>44306</c:v>
                </c:pt>
                <c:pt idx="1305">
                  <c:v>44305</c:v>
                </c:pt>
                <c:pt idx="1306">
                  <c:v>44302</c:v>
                </c:pt>
                <c:pt idx="1307">
                  <c:v>44301</c:v>
                </c:pt>
                <c:pt idx="1308">
                  <c:v>44300</c:v>
                </c:pt>
                <c:pt idx="1309">
                  <c:v>44299</c:v>
                </c:pt>
                <c:pt idx="1310">
                  <c:v>44298</c:v>
                </c:pt>
                <c:pt idx="1311">
                  <c:v>44295</c:v>
                </c:pt>
                <c:pt idx="1312">
                  <c:v>44294</c:v>
                </c:pt>
                <c:pt idx="1313">
                  <c:v>44293</c:v>
                </c:pt>
                <c:pt idx="1314">
                  <c:v>44292</c:v>
                </c:pt>
                <c:pt idx="1315">
                  <c:v>44291</c:v>
                </c:pt>
                <c:pt idx="1316">
                  <c:v>44288</c:v>
                </c:pt>
                <c:pt idx="1317">
                  <c:v>44287</c:v>
                </c:pt>
                <c:pt idx="1318">
                  <c:v>44286</c:v>
                </c:pt>
                <c:pt idx="1319">
                  <c:v>44285</c:v>
                </c:pt>
                <c:pt idx="1320">
                  <c:v>44284</c:v>
                </c:pt>
                <c:pt idx="1321">
                  <c:v>44281</c:v>
                </c:pt>
                <c:pt idx="1322">
                  <c:v>44280</c:v>
                </c:pt>
                <c:pt idx="1323">
                  <c:v>44279</c:v>
                </c:pt>
                <c:pt idx="1324">
                  <c:v>44278</c:v>
                </c:pt>
                <c:pt idx="1325">
                  <c:v>44277</c:v>
                </c:pt>
                <c:pt idx="1326">
                  <c:v>44274</c:v>
                </c:pt>
                <c:pt idx="1327">
                  <c:v>44273</c:v>
                </c:pt>
                <c:pt idx="1328">
                  <c:v>44272</c:v>
                </c:pt>
                <c:pt idx="1329">
                  <c:v>44271</c:v>
                </c:pt>
                <c:pt idx="1330">
                  <c:v>44270</c:v>
                </c:pt>
                <c:pt idx="1331">
                  <c:v>44267</c:v>
                </c:pt>
                <c:pt idx="1332">
                  <c:v>44266</c:v>
                </c:pt>
                <c:pt idx="1333">
                  <c:v>44265</c:v>
                </c:pt>
                <c:pt idx="1334">
                  <c:v>44264</c:v>
                </c:pt>
                <c:pt idx="1335">
                  <c:v>44263</c:v>
                </c:pt>
                <c:pt idx="1336">
                  <c:v>44260</c:v>
                </c:pt>
                <c:pt idx="1337">
                  <c:v>44259</c:v>
                </c:pt>
                <c:pt idx="1338">
                  <c:v>44258</c:v>
                </c:pt>
                <c:pt idx="1339">
                  <c:v>44257</c:v>
                </c:pt>
                <c:pt idx="1340">
                  <c:v>44256</c:v>
                </c:pt>
                <c:pt idx="1341">
                  <c:v>44253</c:v>
                </c:pt>
                <c:pt idx="1342">
                  <c:v>44252</c:v>
                </c:pt>
                <c:pt idx="1343">
                  <c:v>44251</c:v>
                </c:pt>
                <c:pt idx="1344">
                  <c:v>44250</c:v>
                </c:pt>
                <c:pt idx="1345">
                  <c:v>44249</c:v>
                </c:pt>
                <c:pt idx="1346">
                  <c:v>44246</c:v>
                </c:pt>
                <c:pt idx="1347">
                  <c:v>44245</c:v>
                </c:pt>
                <c:pt idx="1348">
                  <c:v>44244</c:v>
                </c:pt>
                <c:pt idx="1349">
                  <c:v>44243</c:v>
                </c:pt>
                <c:pt idx="1350">
                  <c:v>44242</c:v>
                </c:pt>
                <c:pt idx="1351">
                  <c:v>44239</c:v>
                </c:pt>
                <c:pt idx="1352">
                  <c:v>44238</c:v>
                </c:pt>
                <c:pt idx="1353">
                  <c:v>44237</c:v>
                </c:pt>
                <c:pt idx="1354">
                  <c:v>44236</c:v>
                </c:pt>
                <c:pt idx="1355">
                  <c:v>44235</c:v>
                </c:pt>
                <c:pt idx="1356">
                  <c:v>44232</c:v>
                </c:pt>
                <c:pt idx="1357">
                  <c:v>44231</c:v>
                </c:pt>
                <c:pt idx="1358">
                  <c:v>44230</c:v>
                </c:pt>
                <c:pt idx="1359">
                  <c:v>44229</c:v>
                </c:pt>
                <c:pt idx="1360">
                  <c:v>44228</c:v>
                </c:pt>
                <c:pt idx="1361">
                  <c:v>44225</c:v>
                </c:pt>
                <c:pt idx="1362">
                  <c:v>44224</c:v>
                </c:pt>
                <c:pt idx="1363">
                  <c:v>44223</c:v>
                </c:pt>
                <c:pt idx="1364">
                  <c:v>44222</c:v>
                </c:pt>
                <c:pt idx="1365">
                  <c:v>44221</c:v>
                </c:pt>
                <c:pt idx="1366">
                  <c:v>44218</c:v>
                </c:pt>
                <c:pt idx="1367">
                  <c:v>44217</c:v>
                </c:pt>
                <c:pt idx="1368">
                  <c:v>44216</c:v>
                </c:pt>
                <c:pt idx="1369">
                  <c:v>44215</c:v>
                </c:pt>
                <c:pt idx="1370">
                  <c:v>44214</c:v>
                </c:pt>
                <c:pt idx="1371">
                  <c:v>44211</c:v>
                </c:pt>
                <c:pt idx="1372">
                  <c:v>44210</c:v>
                </c:pt>
                <c:pt idx="1373">
                  <c:v>44209</c:v>
                </c:pt>
                <c:pt idx="1374">
                  <c:v>44208</c:v>
                </c:pt>
                <c:pt idx="1375">
                  <c:v>44207</c:v>
                </c:pt>
                <c:pt idx="1376">
                  <c:v>44204</c:v>
                </c:pt>
                <c:pt idx="1377">
                  <c:v>44203</c:v>
                </c:pt>
                <c:pt idx="1378">
                  <c:v>44202</c:v>
                </c:pt>
                <c:pt idx="1379">
                  <c:v>44201</c:v>
                </c:pt>
                <c:pt idx="1380">
                  <c:v>44200</c:v>
                </c:pt>
                <c:pt idx="1381">
                  <c:v>44197</c:v>
                </c:pt>
                <c:pt idx="1382">
                  <c:v>44196</c:v>
                </c:pt>
                <c:pt idx="1383">
                  <c:v>44195</c:v>
                </c:pt>
                <c:pt idx="1384">
                  <c:v>44194</c:v>
                </c:pt>
                <c:pt idx="1385">
                  <c:v>44193</c:v>
                </c:pt>
                <c:pt idx="1386">
                  <c:v>44190</c:v>
                </c:pt>
                <c:pt idx="1387">
                  <c:v>44189</c:v>
                </c:pt>
                <c:pt idx="1388">
                  <c:v>44188</c:v>
                </c:pt>
                <c:pt idx="1389">
                  <c:v>44187</c:v>
                </c:pt>
                <c:pt idx="1390">
                  <c:v>44186</c:v>
                </c:pt>
                <c:pt idx="1391">
                  <c:v>44183</c:v>
                </c:pt>
                <c:pt idx="1392">
                  <c:v>44182</c:v>
                </c:pt>
                <c:pt idx="1393">
                  <c:v>44181</c:v>
                </c:pt>
                <c:pt idx="1394">
                  <c:v>44180</c:v>
                </c:pt>
                <c:pt idx="1395">
                  <c:v>44179</c:v>
                </c:pt>
                <c:pt idx="1396">
                  <c:v>44176</c:v>
                </c:pt>
                <c:pt idx="1397">
                  <c:v>44175</c:v>
                </c:pt>
                <c:pt idx="1398">
                  <c:v>44174</c:v>
                </c:pt>
                <c:pt idx="1399">
                  <c:v>44173</c:v>
                </c:pt>
                <c:pt idx="1400">
                  <c:v>44172</c:v>
                </c:pt>
                <c:pt idx="1401">
                  <c:v>44169</c:v>
                </c:pt>
                <c:pt idx="1402">
                  <c:v>44168</c:v>
                </c:pt>
                <c:pt idx="1403">
                  <c:v>44167</c:v>
                </c:pt>
                <c:pt idx="1404">
                  <c:v>44166</c:v>
                </c:pt>
                <c:pt idx="1405">
                  <c:v>44165</c:v>
                </c:pt>
                <c:pt idx="1406">
                  <c:v>44162</c:v>
                </c:pt>
                <c:pt idx="1407">
                  <c:v>44161</c:v>
                </c:pt>
                <c:pt idx="1408">
                  <c:v>44160</c:v>
                </c:pt>
                <c:pt idx="1409">
                  <c:v>44159</c:v>
                </c:pt>
                <c:pt idx="1410">
                  <c:v>44158</c:v>
                </c:pt>
                <c:pt idx="1411">
                  <c:v>44155</c:v>
                </c:pt>
                <c:pt idx="1412">
                  <c:v>44154</c:v>
                </c:pt>
                <c:pt idx="1413">
                  <c:v>44153</c:v>
                </c:pt>
                <c:pt idx="1414">
                  <c:v>44152</c:v>
                </c:pt>
                <c:pt idx="1415">
                  <c:v>44151</c:v>
                </c:pt>
                <c:pt idx="1416">
                  <c:v>44148</c:v>
                </c:pt>
                <c:pt idx="1417">
                  <c:v>44147</c:v>
                </c:pt>
                <c:pt idx="1418">
                  <c:v>44146</c:v>
                </c:pt>
                <c:pt idx="1419">
                  <c:v>44145</c:v>
                </c:pt>
                <c:pt idx="1420">
                  <c:v>44144</c:v>
                </c:pt>
                <c:pt idx="1421">
                  <c:v>44141</c:v>
                </c:pt>
                <c:pt idx="1422">
                  <c:v>44140</c:v>
                </c:pt>
                <c:pt idx="1423">
                  <c:v>44139</c:v>
                </c:pt>
                <c:pt idx="1424">
                  <c:v>44138</c:v>
                </c:pt>
                <c:pt idx="1425">
                  <c:v>44137</c:v>
                </c:pt>
                <c:pt idx="1426">
                  <c:v>44134</c:v>
                </c:pt>
                <c:pt idx="1427">
                  <c:v>44133</c:v>
                </c:pt>
                <c:pt idx="1428">
                  <c:v>44132</c:v>
                </c:pt>
                <c:pt idx="1429">
                  <c:v>44131</c:v>
                </c:pt>
                <c:pt idx="1430">
                  <c:v>44130</c:v>
                </c:pt>
                <c:pt idx="1431">
                  <c:v>44127</c:v>
                </c:pt>
                <c:pt idx="1432">
                  <c:v>44126</c:v>
                </c:pt>
                <c:pt idx="1433">
                  <c:v>44125</c:v>
                </c:pt>
                <c:pt idx="1434">
                  <c:v>44124</c:v>
                </c:pt>
                <c:pt idx="1435">
                  <c:v>44123</c:v>
                </c:pt>
                <c:pt idx="1436">
                  <c:v>44120</c:v>
                </c:pt>
                <c:pt idx="1437">
                  <c:v>44119</c:v>
                </c:pt>
                <c:pt idx="1438">
                  <c:v>44118</c:v>
                </c:pt>
                <c:pt idx="1439">
                  <c:v>44117</c:v>
                </c:pt>
                <c:pt idx="1440">
                  <c:v>44116</c:v>
                </c:pt>
                <c:pt idx="1441">
                  <c:v>44113</c:v>
                </c:pt>
                <c:pt idx="1442">
                  <c:v>44112</c:v>
                </c:pt>
                <c:pt idx="1443">
                  <c:v>44111</c:v>
                </c:pt>
                <c:pt idx="1444">
                  <c:v>44110</c:v>
                </c:pt>
                <c:pt idx="1445">
                  <c:v>44109</c:v>
                </c:pt>
                <c:pt idx="1446">
                  <c:v>44106</c:v>
                </c:pt>
                <c:pt idx="1447">
                  <c:v>44105</c:v>
                </c:pt>
                <c:pt idx="1448">
                  <c:v>44104</c:v>
                </c:pt>
                <c:pt idx="1449">
                  <c:v>44103</c:v>
                </c:pt>
                <c:pt idx="1450">
                  <c:v>44102</c:v>
                </c:pt>
                <c:pt idx="1451">
                  <c:v>44099</c:v>
                </c:pt>
                <c:pt idx="1452">
                  <c:v>44098</c:v>
                </c:pt>
                <c:pt idx="1453">
                  <c:v>44097</c:v>
                </c:pt>
                <c:pt idx="1454">
                  <c:v>44096</c:v>
                </c:pt>
                <c:pt idx="1455">
                  <c:v>44095</c:v>
                </c:pt>
                <c:pt idx="1456">
                  <c:v>44092</c:v>
                </c:pt>
                <c:pt idx="1457">
                  <c:v>44091</c:v>
                </c:pt>
                <c:pt idx="1458">
                  <c:v>44090</c:v>
                </c:pt>
                <c:pt idx="1459">
                  <c:v>44089</c:v>
                </c:pt>
                <c:pt idx="1460">
                  <c:v>44088</c:v>
                </c:pt>
                <c:pt idx="1461">
                  <c:v>44085</c:v>
                </c:pt>
                <c:pt idx="1462">
                  <c:v>44084</c:v>
                </c:pt>
                <c:pt idx="1463">
                  <c:v>44083</c:v>
                </c:pt>
                <c:pt idx="1464">
                  <c:v>44082</c:v>
                </c:pt>
                <c:pt idx="1465">
                  <c:v>44081</c:v>
                </c:pt>
                <c:pt idx="1466">
                  <c:v>44078</c:v>
                </c:pt>
                <c:pt idx="1467">
                  <c:v>44077</c:v>
                </c:pt>
                <c:pt idx="1468">
                  <c:v>44076</c:v>
                </c:pt>
                <c:pt idx="1469">
                  <c:v>44075</c:v>
                </c:pt>
                <c:pt idx="1470">
                  <c:v>44074</c:v>
                </c:pt>
                <c:pt idx="1471">
                  <c:v>44071</c:v>
                </c:pt>
                <c:pt idx="1472">
                  <c:v>44070</c:v>
                </c:pt>
                <c:pt idx="1473">
                  <c:v>44069</c:v>
                </c:pt>
                <c:pt idx="1474">
                  <c:v>44068</c:v>
                </c:pt>
                <c:pt idx="1475">
                  <c:v>44067</c:v>
                </c:pt>
                <c:pt idx="1476">
                  <c:v>44064</c:v>
                </c:pt>
                <c:pt idx="1477">
                  <c:v>44063</c:v>
                </c:pt>
                <c:pt idx="1478">
                  <c:v>44062</c:v>
                </c:pt>
                <c:pt idx="1479">
                  <c:v>44061</c:v>
                </c:pt>
                <c:pt idx="1480">
                  <c:v>44060</c:v>
                </c:pt>
                <c:pt idx="1481">
                  <c:v>44057</c:v>
                </c:pt>
                <c:pt idx="1482">
                  <c:v>44056</c:v>
                </c:pt>
                <c:pt idx="1483">
                  <c:v>44055</c:v>
                </c:pt>
                <c:pt idx="1484">
                  <c:v>44054</c:v>
                </c:pt>
                <c:pt idx="1485">
                  <c:v>44053</c:v>
                </c:pt>
                <c:pt idx="1486">
                  <c:v>44050</c:v>
                </c:pt>
                <c:pt idx="1487">
                  <c:v>44049</c:v>
                </c:pt>
                <c:pt idx="1488">
                  <c:v>44048</c:v>
                </c:pt>
                <c:pt idx="1489">
                  <c:v>44047</c:v>
                </c:pt>
                <c:pt idx="1490">
                  <c:v>44046</c:v>
                </c:pt>
                <c:pt idx="1491">
                  <c:v>44043</c:v>
                </c:pt>
                <c:pt idx="1492">
                  <c:v>44042</c:v>
                </c:pt>
                <c:pt idx="1493">
                  <c:v>44041</c:v>
                </c:pt>
                <c:pt idx="1494">
                  <c:v>44040</c:v>
                </c:pt>
                <c:pt idx="1495">
                  <c:v>44039</c:v>
                </c:pt>
                <c:pt idx="1496">
                  <c:v>44036</c:v>
                </c:pt>
                <c:pt idx="1497">
                  <c:v>44035</c:v>
                </c:pt>
                <c:pt idx="1498">
                  <c:v>44034</c:v>
                </c:pt>
                <c:pt idx="1499">
                  <c:v>44033</c:v>
                </c:pt>
                <c:pt idx="1500">
                  <c:v>44032</c:v>
                </c:pt>
                <c:pt idx="1501">
                  <c:v>44029</c:v>
                </c:pt>
                <c:pt idx="1502">
                  <c:v>44028</c:v>
                </c:pt>
                <c:pt idx="1503">
                  <c:v>44027</c:v>
                </c:pt>
                <c:pt idx="1504">
                  <c:v>44026</c:v>
                </c:pt>
                <c:pt idx="1505">
                  <c:v>44025</c:v>
                </c:pt>
                <c:pt idx="1506">
                  <c:v>44022</c:v>
                </c:pt>
                <c:pt idx="1507">
                  <c:v>44021</c:v>
                </c:pt>
                <c:pt idx="1508">
                  <c:v>44020</c:v>
                </c:pt>
                <c:pt idx="1509">
                  <c:v>44019</c:v>
                </c:pt>
                <c:pt idx="1510">
                  <c:v>44018</c:v>
                </c:pt>
                <c:pt idx="1511">
                  <c:v>44015</c:v>
                </c:pt>
                <c:pt idx="1512">
                  <c:v>44014</c:v>
                </c:pt>
                <c:pt idx="1513">
                  <c:v>44013</c:v>
                </c:pt>
                <c:pt idx="1514">
                  <c:v>44012</c:v>
                </c:pt>
                <c:pt idx="1515">
                  <c:v>44011</c:v>
                </c:pt>
                <c:pt idx="1516">
                  <c:v>44008</c:v>
                </c:pt>
                <c:pt idx="1517">
                  <c:v>44007</c:v>
                </c:pt>
                <c:pt idx="1518">
                  <c:v>44006</c:v>
                </c:pt>
                <c:pt idx="1519">
                  <c:v>44005</c:v>
                </c:pt>
                <c:pt idx="1520">
                  <c:v>44004</c:v>
                </c:pt>
                <c:pt idx="1521">
                  <c:v>44001</c:v>
                </c:pt>
                <c:pt idx="1522">
                  <c:v>44000</c:v>
                </c:pt>
                <c:pt idx="1523">
                  <c:v>43999</c:v>
                </c:pt>
                <c:pt idx="1524">
                  <c:v>43998</c:v>
                </c:pt>
                <c:pt idx="1525">
                  <c:v>43997</c:v>
                </c:pt>
                <c:pt idx="1526">
                  <c:v>43994</c:v>
                </c:pt>
                <c:pt idx="1527">
                  <c:v>43993</c:v>
                </c:pt>
                <c:pt idx="1528">
                  <c:v>43992</c:v>
                </c:pt>
                <c:pt idx="1529">
                  <c:v>43991</c:v>
                </c:pt>
                <c:pt idx="1530">
                  <c:v>43990</c:v>
                </c:pt>
                <c:pt idx="1531">
                  <c:v>43987</c:v>
                </c:pt>
                <c:pt idx="1532">
                  <c:v>43986</c:v>
                </c:pt>
                <c:pt idx="1533">
                  <c:v>43985</c:v>
                </c:pt>
                <c:pt idx="1534">
                  <c:v>43984</c:v>
                </c:pt>
                <c:pt idx="1535">
                  <c:v>43983</c:v>
                </c:pt>
                <c:pt idx="1536">
                  <c:v>43980</c:v>
                </c:pt>
                <c:pt idx="1537">
                  <c:v>43979</c:v>
                </c:pt>
                <c:pt idx="1538">
                  <c:v>43978</c:v>
                </c:pt>
                <c:pt idx="1539">
                  <c:v>43977</c:v>
                </c:pt>
                <c:pt idx="1540">
                  <c:v>43976</c:v>
                </c:pt>
                <c:pt idx="1541">
                  <c:v>43973</c:v>
                </c:pt>
                <c:pt idx="1542">
                  <c:v>43972</c:v>
                </c:pt>
                <c:pt idx="1543">
                  <c:v>43971</c:v>
                </c:pt>
                <c:pt idx="1544">
                  <c:v>43970</c:v>
                </c:pt>
                <c:pt idx="1545">
                  <c:v>43969</c:v>
                </c:pt>
                <c:pt idx="1546">
                  <c:v>43966</c:v>
                </c:pt>
                <c:pt idx="1547">
                  <c:v>43965</c:v>
                </c:pt>
                <c:pt idx="1548">
                  <c:v>43964</c:v>
                </c:pt>
                <c:pt idx="1549">
                  <c:v>43963</c:v>
                </c:pt>
                <c:pt idx="1550">
                  <c:v>43962</c:v>
                </c:pt>
                <c:pt idx="1551">
                  <c:v>43959</c:v>
                </c:pt>
                <c:pt idx="1552">
                  <c:v>43958</c:v>
                </c:pt>
                <c:pt idx="1553">
                  <c:v>43957</c:v>
                </c:pt>
                <c:pt idx="1554">
                  <c:v>43956</c:v>
                </c:pt>
                <c:pt idx="1555">
                  <c:v>43955</c:v>
                </c:pt>
                <c:pt idx="1556">
                  <c:v>43952</c:v>
                </c:pt>
                <c:pt idx="1557">
                  <c:v>43951</c:v>
                </c:pt>
                <c:pt idx="1558">
                  <c:v>43950</c:v>
                </c:pt>
                <c:pt idx="1559">
                  <c:v>43949</c:v>
                </c:pt>
                <c:pt idx="1560">
                  <c:v>43948</c:v>
                </c:pt>
                <c:pt idx="1561">
                  <c:v>43945</c:v>
                </c:pt>
                <c:pt idx="1562">
                  <c:v>43944</c:v>
                </c:pt>
                <c:pt idx="1563">
                  <c:v>43943</c:v>
                </c:pt>
                <c:pt idx="1564">
                  <c:v>43942</c:v>
                </c:pt>
                <c:pt idx="1565">
                  <c:v>43941</c:v>
                </c:pt>
                <c:pt idx="1566">
                  <c:v>43938</c:v>
                </c:pt>
                <c:pt idx="1567">
                  <c:v>43937</c:v>
                </c:pt>
                <c:pt idx="1568">
                  <c:v>43936</c:v>
                </c:pt>
                <c:pt idx="1569">
                  <c:v>43935</c:v>
                </c:pt>
                <c:pt idx="1570">
                  <c:v>43934</c:v>
                </c:pt>
                <c:pt idx="1571">
                  <c:v>43931</c:v>
                </c:pt>
                <c:pt idx="1572">
                  <c:v>43930</c:v>
                </c:pt>
                <c:pt idx="1573">
                  <c:v>43929</c:v>
                </c:pt>
                <c:pt idx="1574">
                  <c:v>43928</c:v>
                </c:pt>
                <c:pt idx="1575">
                  <c:v>43927</c:v>
                </c:pt>
                <c:pt idx="1576">
                  <c:v>43924</c:v>
                </c:pt>
                <c:pt idx="1577">
                  <c:v>43923</c:v>
                </c:pt>
                <c:pt idx="1578">
                  <c:v>43922</c:v>
                </c:pt>
                <c:pt idx="1579">
                  <c:v>43921</c:v>
                </c:pt>
                <c:pt idx="1580">
                  <c:v>43920</c:v>
                </c:pt>
                <c:pt idx="1581">
                  <c:v>43917</c:v>
                </c:pt>
                <c:pt idx="1582">
                  <c:v>43916</c:v>
                </c:pt>
                <c:pt idx="1583">
                  <c:v>43915</c:v>
                </c:pt>
                <c:pt idx="1584">
                  <c:v>43914</c:v>
                </c:pt>
                <c:pt idx="1585">
                  <c:v>43913</c:v>
                </c:pt>
                <c:pt idx="1586">
                  <c:v>43910</c:v>
                </c:pt>
                <c:pt idx="1587">
                  <c:v>43909</c:v>
                </c:pt>
                <c:pt idx="1588">
                  <c:v>43908</c:v>
                </c:pt>
                <c:pt idx="1589">
                  <c:v>43907</c:v>
                </c:pt>
                <c:pt idx="1590">
                  <c:v>43906</c:v>
                </c:pt>
                <c:pt idx="1591">
                  <c:v>43903</c:v>
                </c:pt>
                <c:pt idx="1592">
                  <c:v>43902</c:v>
                </c:pt>
                <c:pt idx="1593">
                  <c:v>43901</c:v>
                </c:pt>
                <c:pt idx="1594">
                  <c:v>43900</c:v>
                </c:pt>
                <c:pt idx="1595">
                  <c:v>43899</c:v>
                </c:pt>
                <c:pt idx="1596">
                  <c:v>43896</c:v>
                </c:pt>
                <c:pt idx="1597">
                  <c:v>43895</c:v>
                </c:pt>
                <c:pt idx="1598">
                  <c:v>43894</c:v>
                </c:pt>
                <c:pt idx="1599">
                  <c:v>43893</c:v>
                </c:pt>
                <c:pt idx="1600">
                  <c:v>43892</c:v>
                </c:pt>
                <c:pt idx="1601">
                  <c:v>43889</c:v>
                </c:pt>
                <c:pt idx="1602">
                  <c:v>43888</c:v>
                </c:pt>
                <c:pt idx="1603">
                  <c:v>43887</c:v>
                </c:pt>
                <c:pt idx="1604">
                  <c:v>43886</c:v>
                </c:pt>
                <c:pt idx="1605">
                  <c:v>43885</c:v>
                </c:pt>
                <c:pt idx="1606">
                  <c:v>43882</c:v>
                </c:pt>
                <c:pt idx="1607">
                  <c:v>43881</c:v>
                </c:pt>
                <c:pt idx="1608">
                  <c:v>43880</c:v>
                </c:pt>
                <c:pt idx="1609">
                  <c:v>43879</c:v>
                </c:pt>
                <c:pt idx="1610">
                  <c:v>43878</c:v>
                </c:pt>
                <c:pt idx="1611">
                  <c:v>43875</c:v>
                </c:pt>
                <c:pt idx="1612">
                  <c:v>43874</c:v>
                </c:pt>
                <c:pt idx="1613">
                  <c:v>43873</c:v>
                </c:pt>
                <c:pt idx="1614">
                  <c:v>43872</c:v>
                </c:pt>
                <c:pt idx="1615">
                  <c:v>43871</c:v>
                </c:pt>
                <c:pt idx="1616">
                  <c:v>43868</c:v>
                </c:pt>
                <c:pt idx="1617">
                  <c:v>43867</c:v>
                </c:pt>
                <c:pt idx="1618">
                  <c:v>43866</c:v>
                </c:pt>
                <c:pt idx="1619">
                  <c:v>43865</c:v>
                </c:pt>
                <c:pt idx="1620">
                  <c:v>43864</c:v>
                </c:pt>
                <c:pt idx="1621">
                  <c:v>43861</c:v>
                </c:pt>
                <c:pt idx="1622">
                  <c:v>43860</c:v>
                </c:pt>
                <c:pt idx="1623">
                  <c:v>43859</c:v>
                </c:pt>
                <c:pt idx="1624">
                  <c:v>43858</c:v>
                </c:pt>
                <c:pt idx="1625">
                  <c:v>43857</c:v>
                </c:pt>
                <c:pt idx="1626">
                  <c:v>43854</c:v>
                </c:pt>
                <c:pt idx="1627">
                  <c:v>43853</c:v>
                </c:pt>
                <c:pt idx="1628">
                  <c:v>43852</c:v>
                </c:pt>
                <c:pt idx="1629">
                  <c:v>43851</c:v>
                </c:pt>
                <c:pt idx="1630">
                  <c:v>43850</c:v>
                </c:pt>
                <c:pt idx="1631">
                  <c:v>43847</c:v>
                </c:pt>
                <c:pt idx="1632">
                  <c:v>43846</c:v>
                </c:pt>
                <c:pt idx="1633">
                  <c:v>43845</c:v>
                </c:pt>
                <c:pt idx="1634">
                  <c:v>43844</c:v>
                </c:pt>
                <c:pt idx="1635">
                  <c:v>43843</c:v>
                </c:pt>
                <c:pt idx="1636">
                  <c:v>43840</c:v>
                </c:pt>
                <c:pt idx="1637">
                  <c:v>43839</c:v>
                </c:pt>
                <c:pt idx="1638">
                  <c:v>43838</c:v>
                </c:pt>
                <c:pt idx="1639">
                  <c:v>43837</c:v>
                </c:pt>
                <c:pt idx="1640">
                  <c:v>43836</c:v>
                </c:pt>
                <c:pt idx="1641">
                  <c:v>43833</c:v>
                </c:pt>
                <c:pt idx="1642">
                  <c:v>43832</c:v>
                </c:pt>
                <c:pt idx="1643">
                  <c:v>43831</c:v>
                </c:pt>
                <c:pt idx="1644">
                  <c:v>43830</c:v>
                </c:pt>
                <c:pt idx="1645">
                  <c:v>43829</c:v>
                </c:pt>
                <c:pt idx="1646">
                  <c:v>43826</c:v>
                </c:pt>
                <c:pt idx="1647">
                  <c:v>43825</c:v>
                </c:pt>
                <c:pt idx="1648">
                  <c:v>43824</c:v>
                </c:pt>
                <c:pt idx="1649">
                  <c:v>43823</c:v>
                </c:pt>
                <c:pt idx="1650">
                  <c:v>43822</c:v>
                </c:pt>
                <c:pt idx="1651">
                  <c:v>43819</c:v>
                </c:pt>
                <c:pt idx="1652">
                  <c:v>43818</c:v>
                </c:pt>
                <c:pt idx="1653">
                  <c:v>43817</c:v>
                </c:pt>
                <c:pt idx="1654">
                  <c:v>43816</c:v>
                </c:pt>
                <c:pt idx="1655">
                  <c:v>43815</c:v>
                </c:pt>
                <c:pt idx="1656">
                  <c:v>43812</c:v>
                </c:pt>
                <c:pt idx="1657">
                  <c:v>43811</c:v>
                </c:pt>
                <c:pt idx="1658">
                  <c:v>43810</c:v>
                </c:pt>
                <c:pt idx="1659">
                  <c:v>43809</c:v>
                </c:pt>
                <c:pt idx="1660">
                  <c:v>43808</c:v>
                </c:pt>
                <c:pt idx="1661">
                  <c:v>43805</c:v>
                </c:pt>
                <c:pt idx="1662">
                  <c:v>43804</c:v>
                </c:pt>
                <c:pt idx="1663">
                  <c:v>43803</c:v>
                </c:pt>
                <c:pt idx="1664">
                  <c:v>43802</c:v>
                </c:pt>
                <c:pt idx="1665">
                  <c:v>43801</c:v>
                </c:pt>
                <c:pt idx="1666">
                  <c:v>43798</c:v>
                </c:pt>
                <c:pt idx="1667">
                  <c:v>43797</c:v>
                </c:pt>
                <c:pt idx="1668">
                  <c:v>43796</c:v>
                </c:pt>
                <c:pt idx="1669">
                  <c:v>43795</c:v>
                </c:pt>
                <c:pt idx="1670">
                  <c:v>43794</c:v>
                </c:pt>
                <c:pt idx="1671">
                  <c:v>43791</c:v>
                </c:pt>
                <c:pt idx="1672">
                  <c:v>43790</c:v>
                </c:pt>
                <c:pt idx="1673">
                  <c:v>43789</c:v>
                </c:pt>
                <c:pt idx="1674">
                  <c:v>43788</c:v>
                </c:pt>
                <c:pt idx="1675">
                  <c:v>43787</c:v>
                </c:pt>
                <c:pt idx="1676">
                  <c:v>43784</c:v>
                </c:pt>
                <c:pt idx="1677">
                  <c:v>43783</c:v>
                </c:pt>
                <c:pt idx="1678">
                  <c:v>43782</c:v>
                </c:pt>
                <c:pt idx="1679">
                  <c:v>43781</c:v>
                </c:pt>
                <c:pt idx="1680">
                  <c:v>43780</c:v>
                </c:pt>
                <c:pt idx="1681">
                  <c:v>43777</c:v>
                </c:pt>
                <c:pt idx="1682">
                  <c:v>43776</c:v>
                </c:pt>
                <c:pt idx="1683">
                  <c:v>43775</c:v>
                </c:pt>
                <c:pt idx="1684">
                  <c:v>43774</c:v>
                </c:pt>
                <c:pt idx="1685">
                  <c:v>43773</c:v>
                </c:pt>
                <c:pt idx="1686">
                  <c:v>43770</c:v>
                </c:pt>
                <c:pt idx="1687">
                  <c:v>43769</c:v>
                </c:pt>
                <c:pt idx="1688">
                  <c:v>43768</c:v>
                </c:pt>
                <c:pt idx="1689">
                  <c:v>43767</c:v>
                </c:pt>
                <c:pt idx="1690">
                  <c:v>43766</c:v>
                </c:pt>
                <c:pt idx="1691">
                  <c:v>43763</c:v>
                </c:pt>
                <c:pt idx="1692">
                  <c:v>43762</c:v>
                </c:pt>
                <c:pt idx="1693">
                  <c:v>43761</c:v>
                </c:pt>
                <c:pt idx="1694">
                  <c:v>43760</c:v>
                </c:pt>
                <c:pt idx="1695">
                  <c:v>43759</c:v>
                </c:pt>
                <c:pt idx="1696">
                  <c:v>43756</c:v>
                </c:pt>
                <c:pt idx="1697">
                  <c:v>43755</c:v>
                </c:pt>
                <c:pt idx="1698">
                  <c:v>43754</c:v>
                </c:pt>
                <c:pt idx="1699">
                  <c:v>43753</c:v>
                </c:pt>
                <c:pt idx="1700">
                  <c:v>43752</c:v>
                </c:pt>
                <c:pt idx="1701">
                  <c:v>43749</c:v>
                </c:pt>
                <c:pt idx="1702">
                  <c:v>43748</c:v>
                </c:pt>
                <c:pt idx="1703">
                  <c:v>43747</c:v>
                </c:pt>
                <c:pt idx="1704">
                  <c:v>43746</c:v>
                </c:pt>
                <c:pt idx="1705">
                  <c:v>43745</c:v>
                </c:pt>
                <c:pt idx="1706">
                  <c:v>43742</c:v>
                </c:pt>
                <c:pt idx="1707">
                  <c:v>43741</c:v>
                </c:pt>
                <c:pt idx="1708">
                  <c:v>43740</c:v>
                </c:pt>
                <c:pt idx="1709">
                  <c:v>43739</c:v>
                </c:pt>
                <c:pt idx="1710">
                  <c:v>43738</c:v>
                </c:pt>
                <c:pt idx="1711">
                  <c:v>43735</c:v>
                </c:pt>
                <c:pt idx="1712">
                  <c:v>43734</c:v>
                </c:pt>
                <c:pt idx="1713">
                  <c:v>43733</c:v>
                </c:pt>
                <c:pt idx="1714">
                  <c:v>43732</c:v>
                </c:pt>
                <c:pt idx="1715">
                  <c:v>43731</c:v>
                </c:pt>
                <c:pt idx="1716">
                  <c:v>43728</c:v>
                </c:pt>
                <c:pt idx="1717">
                  <c:v>43727</c:v>
                </c:pt>
                <c:pt idx="1718">
                  <c:v>43726</c:v>
                </c:pt>
                <c:pt idx="1719">
                  <c:v>43725</c:v>
                </c:pt>
                <c:pt idx="1720">
                  <c:v>43724</c:v>
                </c:pt>
                <c:pt idx="1721">
                  <c:v>43721</c:v>
                </c:pt>
                <c:pt idx="1722">
                  <c:v>43720</c:v>
                </c:pt>
                <c:pt idx="1723">
                  <c:v>43719</c:v>
                </c:pt>
                <c:pt idx="1724">
                  <c:v>43718</c:v>
                </c:pt>
                <c:pt idx="1725">
                  <c:v>43717</c:v>
                </c:pt>
                <c:pt idx="1726">
                  <c:v>43714</c:v>
                </c:pt>
                <c:pt idx="1727">
                  <c:v>43713</c:v>
                </c:pt>
                <c:pt idx="1728">
                  <c:v>43712</c:v>
                </c:pt>
                <c:pt idx="1729">
                  <c:v>43711</c:v>
                </c:pt>
                <c:pt idx="1730">
                  <c:v>43710</c:v>
                </c:pt>
                <c:pt idx="1731">
                  <c:v>43707</c:v>
                </c:pt>
                <c:pt idx="1732">
                  <c:v>43706</c:v>
                </c:pt>
                <c:pt idx="1733">
                  <c:v>43705</c:v>
                </c:pt>
                <c:pt idx="1734">
                  <c:v>43704</c:v>
                </c:pt>
                <c:pt idx="1735">
                  <c:v>43703</c:v>
                </c:pt>
                <c:pt idx="1736">
                  <c:v>43700</c:v>
                </c:pt>
                <c:pt idx="1737">
                  <c:v>43699</c:v>
                </c:pt>
                <c:pt idx="1738">
                  <c:v>43698</c:v>
                </c:pt>
                <c:pt idx="1739">
                  <c:v>43697</c:v>
                </c:pt>
                <c:pt idx="1740">
                  <c:v>43696</c:v>
                </c:pt>
                <c:pt idx="1741">
                  <c:v>43693</c:v>
                </c:pt>
                <c:pt idx="1742">
                  <c:v>43692</c:v>
                </c:pt>
                <c:pt idx="1743">
                  <c:v>43691</c:v>
                </c:pt>
                <c:pt idx="1744">
                  <c:v>43690</c:v>
                </c:pt>
                <c:pt idx="1745">
                  <c:v>43689</c:v>
                </c:pt>
                <c:pt idx="1746">
                  <c:v>43686</c:v>
                </c:pt>
                <c:pt idx="1747">
                  <c:v>43685</c:v>
                </c:pt>
                <c:pt idx="1748">
                  <c:v>43684</c:v>
                </c:pt>
                <c:pt idx="1749">
                  <c:v>43683</c:v>
                </c:pt>
                <c:pt idx="1750">
                  <c:v>43682</c:v>
                </c:pt>
                <c:pt idx="1751">
                  <c:v>43679</c:v>
                </c:pt>
                <c:pt idx="1752">
                  <c:v>43678</c:v>
                </c:pt>
                <c:pt idx="1753">
                  <c:v>43677</c:v>
                </c:pt>
                <c:pt idx="1754">
                  <c:v>43676</c:v>
                </c:pt>
                <c:pt idx="1755">
                  <c:v>43675</c:v>
                </c:pt>
                <c:pt idx="1756">
                  <c:v>43672</c:v>
                </c:pt>
                <c:pt idx="1757">
                  <c:v>43671</c:v>
                </c:pt>
                <c:pt idx="1758">
                  <c:v>43670</c:v>
                </c:pt>
                <c:pt idx="1759">
                  <c:v>43669</c:v>
                </c:pt>
                <c:pt idx="1760">
                  <c:v>43668</c:v>
                </c:pt>
                <c:pt idx="1761">
                  <c:v>43665</c:v>
                </c:pt>
                <c:pt idx="1762">
                  <c:v>43664</c:v>
                </c:pt>
                <c:pt idx="1763">
                  <c:v>43663</c:v>
                </c:pt>
                <c:pt idx="1764">
                  <c:v>43662</c:v>
                </c:pt>
                <c:pt idx="1765">
                  <c:v>43661</c:v>
                </c:pt>
                <c:pt idx="1766">
                  <c:v>43658</c:v>
                </c:pt>
                <c:pt idx="1767">
                  <c:v>43657</c:v>
                </c:pt>
                <c:pt idx="1768">
                  <c:v>43656</c:v>
                </c:pt>
                <c:pt idx="1769">
                  <c:v>43655</c:v>
                </c:pt>
                <c:pt idx="1770">
                  <c:v>43654</c:v>
                </c:pt>
                <c:pt idx="1771">
                  <c:v>43651</c:v>
                </c:pt>
                <c:pt idx="1772">
                  <c:v>43650</c:v>
                </c:pt>
                <c:pt idx="1773">
                  <c:v>43649</c:v>
                </c:pt>
                <c:pt idx="1774">
                  <c:v>43648</c:v>
                </c:pt>
                <c:pt idx="1775">
                  <c:v>43647</c:v>
                </c:pt>
                <c:pt idx="1776">
                  <c:v>43644</c:v>
                </c:pt>
                <c:pt idx="1777">
                  <c:v>43643</c:v>
                </c:pt>
                <c:pt idx="1778">
                  <c:v>43642</c:v>
                </c:pt>
                <c:pt idx="1779">
                  <c:v>43641</c:v>
                </c:pt>
                <c:pt idx="1780">
                  <c:v>43640</c:v>
                </c:pt>
                <c:pt idx="1781">
                  <c:v>43637</c:v>
                </c:pt>
                <c:pt idx="1782">
                  <c:v>43636</c:v>
                </c:pt>
                <c:pt idx="1783">
                  <c:v>43635</c:v>
                </c:pt>
                <c:pt idx="1784">
                  <c:v>43634</c:v>
                </c:pt>
                <c:pt idx="1785">
                  <c:v>43633</c:v>
                </c:pt>
                <c:pt idx="1786">
                  <c:v>43630</c:v>
                </c:pt>
                <c:pt idx="1787">
                  <c:v>43629</c:v>
                </c:pt>
                <c:pt idx="1788">
                  <c:v>43628</c:v>
                </c:pt>
                <c:pt idx="1789">
                  <c:v>43627</c:v>
                </c:pt>
                <c:pt idx="1790">
                  <c:v>43626</c:v>
                </c:pt>
                <c:pt idx="1791">
                  <c:v>43623</c:v>
                </c:pt>
                <c:pt idx="1792">
                  <c:v>43622</c:v>
                </c:pt>
                <c:pt idx="1793">
                  <c:v>43621</c:v>
                </c:pt>
                <c:pt idx="1794">
                  <c:v>43620</c:v>
                </c:pt>
                <c:pt idx="1795">
                  <c:v>43619</c:v>
                </c:pt>
                <c:pt idx="1796">
                  <c:v>43616</c:v>
                </c:pt>
                <c:pt idx="1797">
                  <c:v>43615</c:v>
                </c:pt>
                <c:pt idx="1798">
                  <c:v>43614</c:v>
                </c:pt>
                <c:pt idx="1799">
                  <c:v>43613</c:v>
                </c:pt>
                <c:pt idx="1800">
                  <c:v>43612</c:v>
                </c:pt>
                <c:pt idx="1801">
                  <c:v>43609</c:v>
                </c:pt>
                <c:pt idx="1802">
                  <c:v>43608</c:v>
                </c:pt>
                <c:pt idx="1803">
                  <c:v>43607</c:v>
                </c:pt>
                <c:pt idx="1804">
                  <c:v>43606</c:v>
                </c:pt>
                <c:pt idx="1805">
                  <c:v>43605</c:v>
                </c:pt>
                <c:pt idx="1806">
                  <c:v>43602</c:v>
                </c:pt>
                <c:pt idx="1807">
                  <c:v>43601</c:v>
                </c:pt>
                <c:pt idx="1808">
                  <c:v>43600</c:v>
                </c:pt>
                <c:pt idx="1809">
                  <c:v>43599</c:v>
                </c:pt>
                <c:pt idx="1810">
                  <c:v>43598</c:v>
                </c:pt>
                <c:pt idx="1811">
                  <c:v>43595</c:v>
                </c:pt>
                <c:pt idx="1812">
                  <c:v>43594</c:v>
                </c:pt>
                <c:pt idx="1813">
                  <c:v>43593</c:v>
                </c:pt>
                <c:pt idx="1814">
                  <c:v>43592</c:v>
                </c:pt>
                <c:pt idx="1815">
                  <c:v>43591</c:v>
                </c:pt>
                <c:pt idx="1816">
                  <c:v>43588</c:v>
                </c:pt>
                <c:pt idx="1817">
                  <c:v>43587</c:v>
                </c:pt>
                <c:pt idx="1818">
                  <c:v>43586</c:v>
                </c:pt>
                <c:pt idx="1819">
                  <c:v>43585</c:v>
                </c:pt>
                <c:pt idx="1820">
                  <c:v>43584</c:v>
                </c:pt>
                <c:pt idx="1821">
                  <c:v>43581</c:v>
                </c:pt>
                <c:pt idx="1822">
                  <c:v>43580</c:v>
                </c:pt>
                <c:pt idx="1823">
                  <c:v>43579</c:v>
                </c:pt>
                <c:pt idx="1824">
                  <c:v>43578</c:v>
                </c:pt>
                <c:pt idx="1825">
                  <c:v>43577</c:v>
                </c:pt>
                <c:pt idx="1826">
                  <c:v>43574</c:v>
                </c:pt>
                <c:pt idx="1827">
                  <c:v>43573</c:v>
                </c:pt>
                <c:pt idx="1828">
                  <c:v>43572</c:v>
                </c:pt>
                <c:pt idx="1829">
                  <c:v>43571</c:v>
                </c:pt>
                <c:pt idx="1830">
                  <c:v>43570</c:v>
                </c:pt>
                <c:pt idx="1831">
                  <c:v>43567</c:v>
                </c:pt>
                <c:pt idx="1832">
                  <c:v>43566</c:v>
                </c:pt>
                <c:pt idx="1833">
                  <c:v>43565</c:v>
                </c:pt>
                <c:pt idx="1834">
                  <c:v>43564</c:v>
                </c:pt>
                <c:pt idx="1835">
                  <c:v>43563</c:v>
                </c:pt>
                <c:pt idx="1836">
                  <c:v>43560</c:v>
                </c:pt>
                <c:pt idx="1837">
                  <c:v>43559</c:v>
                </c:pt>
                <c:pt idx="1838">
                  <c:v>43558</c:v>
                </c:pt>
                <c:pt idx="1839">
                  <c:v>43557</c:v>
                </c:pt>
                <c:pt idx="1840">
                  <c:v>43556</c:v>
                </c:pt>
                <c:pt idx="1841">
                  <c:v>43553</c:v>
                </c:pt>
                <c:pt idx="1842">
                  <c:v>43552</c:v>
                </c:pt>
                <c:pt idx="1843">
                  <c:v>43551</c:v>
                </c:pt>
                <c:pt idx="1844">
                  <c:v>43550</c:v>
                </c:pt>
                <c:pt idx="1845">
                  <c:v>43549</c:v>
                </c:pt>
                <c:pt idx="1846">
                  <c:v>43546</c:v>
                </c:pt>
                <c:pt idx="1847">
                  <c:v>43545</c:v>
                </c:pt>
                <c:pt idx="1848">
                  <c:v>43544</c:v>
                </c:pt>
                <c:pt idx="1849">
                  <c:v>43543</c:v>
                </c:pt>
                <c:pt idx="1850">
                  <c:v>43542</c:v>
                </c:pt>
                <c:pt idx="1851">
                  <c:v>43539</c:v>
                </c:pt>
                <c:pt idx="1852">
                  <c:v>43538</c:v>
                </c:pt>
                <c:pt idx="1853">
                  <c:v>43537</c:v>
                </c:pt>
                <c:pt idx="1854">
                  <c:v>43536</c:v>
                </c:pt>
                <c:pt idx="1855">
                  <c:v>43535</c:v>
                </c:pt>
                <c:pt idx="1856">
                  <c:v>43532</c:v>
                </c:pt>
                <c:pt idx="1857">
                  <c:v>43531</c:v>
                </c:pt>
                <c:pt idx="1858">
                  <c:v>43530</c:v>
                </c:pt>
                <c:pt idx="1859">
                  <c:v>43529</c:v>
                </c:pt>
                <c:pt idx="1860">
                  <c:v>43528</c:v>
                </c:pt>
                <c:pt idx="1861">
                  <c:v>43525</c:v>
                </c:pt>
                <c:pt idx="1862">
                  <c:v>43524</c:v>
                </c:pt>
                <c:pt idx="1863">
                  <c:v>43523</c:v>
                </c:pt>
                <c:pt idx="1864">
                  <c:v>43522</c:v>
                </c:pt>
                <c:pt idx="1865">
                  <c:v>43521</c:v>
                </c:pt>
                <c:pt idx="1866">
                  <c:v>43518</c:v>
                </c:pt>
                <c:pt idx="1867">
                  <c:v>43517</c:v>
                </c:pt>
                <c:pt idx="1868">
                  <c:v>43516</c:v>
                </c:pt>
                <c:pt idx="1869">
                  <c:v>43515</c:v>
                </c:pt>
                <c:pt idx="1870">
                  <c:v>43514</c:v>
                </c:pt>
                <c:pt idx="1871">
                  <c:v>43511</c:v>
                </c:pt>
                <c:pt idx="1872">
                  <c:v>43510</c:v>
                </c:pt>
                <c:pt idx="1873">
                  <c:v>43509</c:v>
                </c:pt>
                <c:pt idx="1874">
                  <c:v>43508</c:v>
                </c:pt>
                <c:pt idx="1875">
                  <c:v>43507</c:v>
                </c:pt>
                <c:pt idx="1876">
                  <c:v>43504</c:v>
                </c:pt>
                <c:pt idx="1877">
                  <c:v>43503</c:v>
                </c:pt>
                <c:pt idx="1878">
                  <c:v>43502</c:v>
                </c:pt>
                <c:pt idx="1879">
                  <c:v>43501</c:v>
                </c:pt>
                <c:pt idx="1880">
                  <c:v>43500</c:v>
                </c:pt>
                <c:pt idx="1881">
                  <c:v>43497</c:v>
                </c:pt>
                <c:pt idx="1882">
                  <c:v>43496</c:v>
                </c:pt>
                <c:pt idx="1883">
                  <c:v>43495</c:v>
                </c:pt>
                <c:pt idx="1884">
                  <c:v>43494</c:v>
                </c:pt>
                <c:pt idx="1885">
                  <c:v>43493</c:v>
                </c:pt>
                <c:pt idx="1886">
                  <c:v>43490</c:v>
                </c:pt>
                <c:pt idx="1887">
                  <c:v>43489</c:v>
                </c:pt>
                <c:pt idx="1888">
                  <c:v>43488</c:v>
                </c:pt>
                <c:pt idx="1889">
                  <c:v>43487</c:v>
                </c:pt>
                <c:pt idx="1890">
                  <c:v>43486</c:v>
                </c:pt>
                <c:pt idx="1891">
                  <c:v>43483</c:v>
                </c:pt>
                <c:pt idx="1892">
                  <c:v>43482</c:v>
                </c:pt>
                <c:pt idx="1893">
                  <c:v>43481</c:v>
                </c:pt>
                <c:pt idx="1894">
                  <c:v>43480</c:v>
                </c:pt>
                <c:pt idx="1895">
                  <c:v>43479</c:v>
                </c:pt>
                <c:pt idx="1896">
                  <c:v>43476</c:v>
                </c:pt>
                <c:pt idx="1897">
                  <c:v>43475</c:v>
                </c:pt>
                <c:pt idx="1898">
                  <c:v>43474</c:v>
                </c:pt>
                <c:pt idx="1899">
                  <c:v>43473</c:v>
                </c:pt>
                <c:pt idx="1900">
                  <c:v>43472</c:v>
                </c:pt>
                <c:pt idx="1901">
                  <c:v>43469</c:v>
                </c:pt>
                <c:pt idx="1902">
                  <c:v>43468</c:v>
                </c:pt>
                <c:pt idx="1903">
                  <c:v>43467</c:v>
                </c:pt>
                <c:pt idx="1904">
                  <c:v>43466</c:v>
                </c:pt>
                <c:pt idx="1905">
                  <c:v>43465</c:v>
                </c:pt>
                <c:pt idx="1906">
                  <c:v>43462</c:v>
                </c:pt>
                <c:pt idx="1907">
                  <c:v>43461</c:v>
                </c:pt>
                <c:pt idx="1908">
                  <c:v>43460</c:v>
                </c:pt>
                <c:pt idx="1909">
                  <c:v>43459</c:v>
                </c:pt>
                <c:pt idx="1910">
                  <c:v>43458</c:v>
                </c:pt>
                <c:pt idx="1911">
                  <c:v>43455</c:v>
                </c:pt>
                <c:pt idx="1912">
                  <c:v>43454</c:v>
                </c:pt>
                <c:pt idx="1913">
                  <c:v>43453</c:v>
                </c:pt>
                <c:pt idx="1914">
                  <c:v>43452</c:v>
                </c:pt>
                <c:pt idx="1915">
                  <c:v>43451</c:v>
                </c:pt>
                <c:pt idx="1916">
                  <c:v>43448</c:v>
                </c:pt>
                <c:pt idx="1917">
                  <c:v>43447</c:v>
                </c:pt>
                <c:pt idx="1918">
                  <c:v>43446</c:v>
                </c:pt>
                <c:pt idx="1919">
                  <c:v>43445</c:v>
                </c:pt>
                <c:pt idx="1920">
                  <c:v>43444</c:v>
                </c:pt>
                <c:pt idx="1921">
                  <c:v>43441</c:v>
                </c:pt>
                <c:pt idx="1922">
                  <c:v>43440</c:v>
                </c:pt>
                <c:pt idx="1923">
                  <c:v>43439</c:v>
                </c:pt>
                <c:pt idx="1924">
                  <c:v>43438</c:v>
                </c:pt>
                <c:pt idx="1925">
                  <c:v>43437</c:v>
                </c:pt>
                <c:pt idx="1926">
                  <c:v>43434</c:v>
                </c:pt>
                <c:pt idx="1927">
                  <c:v>43433</c:v>
                </c:pt>
                <c:pt idx="1928">
                  <c:v>43432</c:v>
                </c:pt>
                <c:pt idx="1929">
                  <c:v>43431</c:v>
                </c:pt>
                <c:pt idx="1930">
                  <c:v>43430</c:v>
                </c:pt>
                <c:pt idx="1931">
                  <c:v>43427</c:v>
                </c:pt>
                <c:pt idx="1932">
                  <c:v>43426</c:v>
                </c:pt>
                <c:pt idx="1933">
                  <c:v>43425</c:v>
                </c:pt>
                <c:pt idx="1934">
                  <c:v>43424</c:v>
                </c:pt>
                <c:pt idx="1935">
                  <c:v>43423</c:v>
                </c:pt>
                <c:pt idx="1936">
                  <c:v>43420</c:v>
                </c:pt>
                <c:pt idx="1937">
                  <c:v>43419</c:v>
                </c:pt>
                <c:pt idx="1938">
                  <c:v>43418</c:v>
                </c:pt>
                <c:pt idx="1939">
                  <c:v>43417</c:v>
                </c:pt>
                <c:pt idx="1940">
                  <c:v>43416</c:v>
                </c:pt>
                <c:pt idx="1941">
                  <c:v>43413</c:v>
                </c:pt>
                <c:pt idx="1942">
                  <c:v>43412</c:v>
                </c:pt>
                <c:pt idx="1943">
                  <c:v>43411</c:v>
                </c:pt>
                <c:pt idx="1944">
                  <c:v>43410</c:v>
                </c:pt>
                <c:pt idx="1945">
                  <c:v>43409</c:v>
                </c:pt>
                <c:pt idx="1946">
                  <c:v>43406</c:v>
                </c:pt>
                <c:pt idx="1947">
                  <c:v>43405</c:v>
                </c:pt>
                <c:pt idx="1948">
                  <c:v>43404</c:v>
                </c:pt>
                <c:pt idx="1949">
                  <c:v>43403</c:v>
                </c:pt>
                <c:pt idx="1950">
                  <c:v>43402</c:v>
                </c:pt>
                <c:pt idx="1951">
                  <c:v>43399</c:v>
                </c:pt>
                <c:pt idx="1952">
                  <c:v>43398</c:v>
                </c:pt>
                <c:pt idx="1953">
                  <c:v>43397</c:v>
                </c:pt>
                <c:pt idx="1954">
                  <c:v>43396</c:v>
                </c:pt>
                <c:pt idx="1955">
                  <c:v>43395</c:v>
                </c:pt>
                <c:pt idx="1956">
                  <c:v>43392</c:v>
                </c:pt>
                <c:pt idx="1957">
                  <c:v>43391</c:v>
                </c:pt>
                <c:pt idx="1958">
                  <c:v>43390</c:v>
                </c:pt>
                <c:pt idx="1959">
                  <c:v>43389</c:v>
                </c:pt>
                <c:pt idx="1960">
                  <c:v>43388</c:v>
                </c:pt>
                <c:pt idx="1961">
                  <c:v>43385</c:v>
                </c:pt>
                <c:pt idx="1962">
                  <c:v>43384</c:v>
                </c:pt>
                <c:pt idx="1963">
                  <c:v>43383</c:v>
                </c:pt>
                <c:pt idx="1964">
                  <c:v>43382</c:v>
                </c:pt>
                <c:pt idx="1965">
                  <c:v>43381</c:v>
                </c:pt>
                <c:pt idx="1966">
                  <c:v>43378</c:v>
                </c:pt>
                <c:pt idx="1967">
                  <c:v>43377</c:v>
                </c:pt>
                <c:pt idx="1968">
                  <c:v>43376</c:v>
                </c:pt>
                <c:pt idx="1969">
                  <c:v>43375</c:v>
                </c:pt>
                <c:pt idx="1970">
                  <c:v>43374</c:v>
                </c:pt>
                <c:pt idx="1971">
                  <c:v>43371</c:v>
                </c:pt>
                <c:pt idx="1972">
                  <c:v>43370</c:v>
                </c:pt>
                <c:pt idx="1973">
                  <c:v>43369</c:v>
                </c:pt>
                <c:pt idx="1974">
                  <c:v>43368</c:v>
                </c:pt>
                <c:pt idx="1975">
                  <c:v>43367</c:v>
                </c:pt>
                <c:pt idx="1976">
                  <c:v>43364</c:v>
                </c:pt>
                <c:pt idx="1977">
                  <c:v>43363</c:v>
                </c:pt>
                <c:pt idx="1978">
                  <c:v>43362</c:v>
                </c:pt>
                <c:pt idx="1979">
                  <c:v>43361</c:v>
                </c:pt>
                <c:pt idx="1980">
                  <c:v>43360</c:v>
                </c:pt>
                <c:pt idx="1981">
                  <c:v>43357</c:v>
                </c:pt>
                <c:pt idx="1982">
                  <c:v>43356</c:v>
                </c:pt>
                <c:pt idx="1983">
                  <c:v>43355</c:v>
                </c:pt>
                <c:pt idx="1984">
                  <c:v>43354</c:v>
                </c:pt>
                <c:pt idx="1985">
                  <c:v>43353</c:v>
                </c:pt>
                <c:pt idx="1986">
                  <c:v>43350</c:v>
                </c:pt>
                <c:pt idx="1987">
                  <c:v>43349</c:v>
                </c:pt>
                <c:pt idx="1988">
                  <c:v>43348</c:v>
                </c:pt>
                <c:pt idx="1989">
                  <c:v>43347</c:v>
                </c:pt>
                <c:pt idx="1990">
                  <c:v>43346</c:v>
                </c:pt>
                <c:pt idx="1991">
                  <c:v>43343</c:v>
                </c:pt>
                <c:pt idx="1992">
                  <c:v>43342</c:v>
                </c:pt>
                <c:pt idx="1993">
                  <c:v>43341</c:v>
                </c:pt>
                <c:pt idx="1994">
                  <c:v>43340</c:v>
                </c:pt>
                <c:pt idx="1995">
                  <c:v>43339</c:v>
                </c:pt>
                <c:pt idx="1996">
                  <c:v>43336</c:v>
                </c:pt>
                <c:pt idx="1997">
                  <c:v>43335</c:v>
                </c:pt>
                <c:pt idx="1998">
                  <c:v>43334</c:v>
                </c:pt>
                <c:pt idx="1999">
                  <c:v>43333</c:v>
                </c:pt>
                <c:pt idx="2000">
                  <c:v>43332</c:v>
                </c:pt>
                <c:pt idx="2001">
                  <c:v>43329</c:v>
                </c:pt>
                <c:pt idx="2002">
                  <c:v>43328</c:v>
                </c:pt>
                <c:pt idx="2003">
                  <c:v>43327</c:v>
                </c:pt>
                <c:pt idx="2004">
                  <c:v>43326</c:v>
                </c:pt>
                <c:pt idx="2005">
                  <c:v>43325</c:v>
                </c:pt>
                <c:pt idx="2006">
                  <c:v>43322</c:v>
                </c:pt>
                <c:pt idx="2007">
                  <c:v>43321</c:v>
                </c:pt>
                <c:pt idx="2008">
                  <c:v>43320</c:v>
                </c:pt>
                <c:pt idx="2009">
                  <c:v>43319</c:v>
                </c:pt>
                <c:pt idx="2010">
                  <c:v>43318</c:v>
                </c:pt>
                <c:pt idx="2011">
                  <c:v>43315</c:v>
                </c:pt>
                <c:pt idx="2012">
                  <c:v>43314</c:v>
                </c:pt>
                <c:pt idx="2013">
                  <c:v>43313</c:v>
                </c:pt>
                <c:pt idx="2014">
                  <c:v>43312</c:v>
                </c:pt>
                <c:pt idx="2015">
                  <c:v>43311</c:v>
                </c:pt>
                <c:pt idx="2016">
                  <c:v>43308</c:v>
                </c:pt>
                <c:pt idx="2017">
                  <c:v>43307</c:v>
                </c:pt>
                <c:pt idx="2018">
                  <c:v>43306</c:v>
                </c:pt>
                <c:pt idx="2019">
                  <c:v>43305</c:v>
                </c:pt>
                <c:pt idx="2020">
                  <c:v>43304</c:v>
                </c:pt>
                <c:pt idx="2021">
                  <c:v>43301</c:v>
                </c:pt>
                <c:pt idx="2022">
                  <c:v>43300</c:v>
                </c:pt>
                <c:pt idx="2023">
                  <c:v>43299</c:v>
                </c:pt>
                <c:pt idx="2024">
                  <c:v>43298</c:v>
                </c:pt>
                <c:pt idx="2025">
                  <c:v>43297</c:v>
                </c:pt>
                <c:pt idx="2026">
                  <c:v>43294</c:v>
                </c:pt>
                <c:pt idx="2027">
                  <c:v>43293</c:v>
                </c:pt>
                <c:pt idx="2028">
                  <c:v>43292</c:v>
                </c:pt>
                <c:pt idx="2029">
                  <c:v>43291</c:v>
                </c:pt>
                <c:pt idx="2030">
                  <c:v>43290</c:v>
                </c:pt>
                <c:pt idx="2031">
                  <c:v>43287</c:v>
                </c:pt>
                <c:pt idx="2032">
                  <c:v>43286</c:v>
                </c:pt>
                <c:pt idx="2033">
                  <c:v>43285</c:v>
                </c:pt>
                <c:pt idx="2034">
                  <c:v>43284</c:v>
                </c:pt>
                <c:pt idx="2035">
                  <c:v>43283</c:v>
                </c:pt>
                <c:pt idx="2036">
                  <c:v>43280</c:v>
                </c:pt>
                <c:pt idx="2037">
                  <c:v>43279</c:v>
                </c:pt>
                <c:pt idx="2038">
                  <c:v>43278</c:v>
                </c:pt>
                <c:pt idx="2039">
                  <c:v>43277</c:v>
                </c:pt>
                <c:pt idx="2040">
                  <c:v>43276</c:v>
                </c:pt>
                <c:pt idx="2041">
                  <c:v>43273</c:v>
                </c:pt>
                <c:pt idx="2042">
                  <c:v>43272</c:v>
                </c:pt>
                <c:pt idx="2043">
                  <c:v>43271</c:v>
                </c:pt>
                <c:pt idx="2044">
                  <c:v>43270</c:v>
                </c:pt>
                <c:pt idx="2045">
                  <c:v>43269</c:v>
                </c:pt>
                <c:pt idx="2046">
                  <c:v>43266</c:v>
                </c:pt>
                <c:pt idx="2047">
                  <c:v>43265</c:v>
                </c:pt>
                <c:pt idx="2048">
                  <c:v>43264</c:v>
                </c:pt>
                <c:pt idx="2049">
                  <c:v>43263</c:v>
                </c:pt>
                <c:pt idx="2050">
                  <c:v>43262</c:v>
                </c:pt>
                <c:pt idx="2051">
                  <c:v>43259</c:v>
                </c:pt>
                <c:pt idx="2052">
                  <c:v>43258</c:v>
                </c:pt>
                <c:pt idx="2053">
                  <c:v>43257</c:v>
                </c:pt>
                <c:pt idx="2054">
                  <c:v>43256</c:v>
                </c:pt>
                <c:pt idx="2055">
                  <c:v>43255</c:v>
                </c:pt>
                <c:pt idx="2056">
                  <c:v>43252</c:v>
                </c:pt>
                <c:pt idx="2057">
                  <c:v>43251</c:v>
                </c:pt>
                <c:pt idx="2058">
                  <c:v>43250</c:v>
                </c:pt>
                <c:pt idx="2059">
                  <c:v>43249</c:v>
                </c:pt>
                <c:pt idx="2060">
                  <c:v>43248</c:v>
                </c:pt>
                <c:pt idx="2061">
                  <c:v>43245</c:v>
                </c:pt>
                <c:pt idx="2062">
                  <c:v>43244</c:v>
                </c:pt>
                <c:pt idx="2063">
                  <c:v>43243</c:v>
                </c:pt>
                <c:pt idx="2064">
                  <c:v>43242</c:v>
                </c:pt>
                <c:pt idx="2065">
                  <c:v>43241</c:v>
                </c:pt>
                <c:pt idx="2066">
                  <c:v>43238</c:v>
                </c:pt>
                <c:pt idx="2067">
                  <c:v>43237</c:v>
                </c:pt>
                <c:pt idx="2068">
                  <c:v>43236</c:v>
                </c:pt>
                <c:pt idx="2069">
                  <c:v>43235</c:v>
                </c:pt>
                <c:pt idx="2070">
                  <c:v>43234</c:v>
                </c:pt>
                <c:pt idx="2071">
                  <c:v>43231</c:v>
                </c:pt>
                <c:pt idx="2072">
                  <c:v>43230</c:v>
                </c:pt>
                <c:pt idx="2073">
                  <c:v>43229</c:v>
                </c:pt>
                <c:pt idx="2074">
                  <c:v>43228</c:v>
                </c:pt>
                <c:pt idx="2075">
                  <c:v>43227</c:v>
                </c:pt>
                <c:pt idx="2076">
                  <c:v>43224</c:v>
                </c:pt>
                <c:pt idx="2077">
                  <c:v>43223</c:v>
                </c:pt>
                <c:pt idx="2078">
                  <c:v>43222</c:v>
                </c:pt>
                <c:pt idx="2079">
                  <c:v>43221</c:v>
                </c:pt>
                <c:pt idx="2080">
                  <c:v>43220</c:v>
                </c:pt>
                <c:pt idx="2081">
                  <c:v>43217</c:v>
                </c:pt>
                <c:pt idx="2082">
                  <c:v>43216</c:v>
                </c:pt>
                <c:pt idx="2083">
                  <c:v>43215</c:v>
                </c:pt>
                <c:pt idx="2084">
                  <c:v>43214</c:v>
                </c:pt>
                <c:pt idx="2085">
                  <c:v>43213</c:v>
                </c:pt>
                <c:pt idx="2086">
                  <c:v>43210</c:v>
                </c:pt>
                <c:pt idx="2087">
                  <c:v>43209</c:v>
                </c:pt>
                <c:pt idx="2088">
                  <c:v>43208</c:v>
                </c:pt>
                <c:pt idx="2089">
                  <c:v>43207</c:v>
                </c:pt>
                <c:pt idx="2090">
                  <c:v>43206</c:v>
                </c:pt>
                <c:pt idx="2091">
                  <c:v>43203</c:v>
                </c:pt>
                <c:pt idx="2092">
                  <c:v>43202</c:v>
                </c:pt>
                <c:pt idx="2093">
                  <c:v>43201</c:v>
                </c:pt>
                <c:pt idx="2094">
                  <c:v>43200</c:v>
                </c:pt>
                <c:pt idx="2095">
                  <c:v>43199</c:v>
                </c:pt>
                <c:pt idx="2096">
                  <c:v>43196</c:v>
                </c:pt>
                <c:pt idx="2097">
                  <c:v>43195</c:v>
                </c:pt>
                <c:pt idx="2098">
                  <c:v>43194</c:v>
                </c:pt>
                <c:pt idx="2099">
                  <c:v>43193</c:v>
                </c:pt>
                <c:pt idx="2100">
                  <c:v>43192</c:v>
                </c:pt>
                <c:pt idx="2101">
                  <c:v>43189</c:v>
                </c:pt>
                <c:pt idx="2102">
                  <c:v>43188</c:v>
                </c:pt>
                <c:pt idx="2103">
                  <c:v>43187</c:v>
                </c:pt>
                <c:pt idx="2104">
                  <c:v>43186</c:v>
                </c:pt>
                <c:pt idx="2105">
                  <c:v>43185</c:v>
                </c:pt>
                <c:pt idx="2106">
                  <c:v>43182</c:v>
                </c:pt>
                <c:pt idx="2107">
                  <c:v>43181</c:v>
                </c:pt>
                <c:pt idx="2108">
                  <c:v>43180</c:v>
                </c:pt>
                <c:pt idx="2109">
                  <c:v>43179</c:v>
                </c:pt>
                <c:pt idx="2110">
                  <c:v>43178</c:v>
                </c:pt>
                <c:pt idx="2111">
                  <c:v>43175</c:v>
                </c:pt>
                <c:pt idx="2112">
                  <c:v>43174</c:v>
                </c:pt>
                <c:pt idx="2113">
                  <c:v>43173</c:v>
                </c:pt>
                <c:pt idx="2114">
                  <c:v>43172</c:v>
                </c:pt>
                <c:pt idx="2115">
                  <c:v>43171</c:v>
                </c:pt>
                <c:pt idx="2116">
                  <c:v>43168</c:v>
                </c:pt>
                <c:pt idx="2117">
                  <c:v>43167</c:v>
                </c:pt>
                <c:pt idx="2118">
                  <c:v>43166</c:v>
                </c:pt>
                <c:pt idx="2119">
                  <c:v>43165</c:v>
                </c:pt>
                <c:pt idx="2120">
                  <c:v>43164</c:v>
                </c:pt>
                <c:pt idx="2121">
                  <c:v>43161</c:v>
                </c:pt>
                <c:pt idx="2122">
                  <c:v>43160</c:v>
                </c:pt>
                <c:pt idx="2123">
                  <c:v>43159</c:v>
                </c:pt>
                <c:pt idx="2124">
                  <c:v>43158</c:v>
                </c:pt>
                <c:pt idx="2125">
                  <c:v>43157</c:v>
                </c:pt>
                <c:pt idx="2126">
                  <c:v>43154</c:v>
                </c:pt>
                <c:pt idx="2127">
                  <c:v>43153</c:v>
                </c:pt>
                <c:pt idx="2128">
                  <c:v>43152</c:v>
                </c:pt>
                <c:pt idx="2129">
                  <c:v>43151</c:v>
                </c:pt>
                <c:pt idx="2130">
                  <c:v>43150</c:v>
                </c:pt>
                <c:pt idx="2131">
                  <c:v>43147</c:v>
                </c:pt>
                <c:pt idx="2132">
                  <c:v>43146</c:v>
                </c:pt>
                <c:pt idx="2133">
                  <c:v>43145</c:v>
                </c:pt>
                <c:pt idx="2134">
                  <c:v>43144</c:v>
                </c:pt>
                <c:pt idx="2135">
                  <c:v>43143</c:v>
                </c:pt>
                <c:pt idx="2136">
                  <c:v>43140</c:v>
                </c:pt>
                <c:pt idx="2137">
                  <c:v>43139</c:v>
                </c:pt>
                <c:pt idx="2138">
                  <c:v>43138</c:v>
                </c:pt>
                <c:pt idx="2139">
                  <c:v>43137</c:v>
                </c:pt>
                <c:pt idx="2140">
                  <c:v>43136</c:v>
                </c:pt>
                <c:pt idx="2141">
                  <c:v>43133</c:v>
                </c:pt>
                <c:pt idx="2142">
                  <c:v>43132</c:v>
                </c:pt>
                <c:pt idx="2143">
                  <c:v>43131</c:v>
                </c:pt>
                <c:pt idx="2144">
                  <c:v>43130</c:v>
                </c:pt>
                <c:pt idx="2145">
                  <c:v>43129</c:v>
                </c:pt>
                <c:pt idx="2146">
                  <c:v>43126</c:v>
                </c:pt>
                <c:pt idx="2147">
                  <c:v>43125</c:v>
                </c:pt>
                <c:pt idx="2148">
                  <c:v>43124</c:v>
                </c:pt>
                <c:pt idx="2149">
                  <c:v>43123</c:v>
                </c:pt>
                <c:pt idx="2150">
                  <c:v>43122</c:v>
                </c:pt>
                <c:pt idx="2151">
                  <c:v>43119</c:v>
                </c:pt>
                <c:pt idx="2152">
                  <c:v>43118</c:v>
                </c:pt>
                <c:pt idx="2153">
                  <c:v>43117</c:v>
                </c:pt>
                <c:pt idx="2154">
                  <c:v>43116</c:v>
                </c:pt>
                <c:pt idx="2155">
                  <c:v>43115</c:v>
                </c:pt>
                <c:pt idx="2156">
                  <c:v>43112</c:v>
                </c:pt>
                <c:pt idx="2157">
                  <c:v>43111</c:v>
                </c:pt>
                <c:pt idx="2158">
                  <c:v>43110</c:v>
                </c:pt>
                <c:pt idx="2159">
                  <c:v>43109</c:v>
                </c:pt>
                <c:pt idx="2160">
                  <c:v>43108</c:v>
                </c:pt>
                <c:pt idx="2161">
                  <c:v>43105</c:v>
                </c:pt>
                <c:pt idx="2162">
                  <c:v>43104</c:v>
                </c:pt>
                <c:pt idx="2163">
                  <c:v>43103</c:v>
                </c:pt>
                <c:pt idx="2164">
                  <c:v>43102</c:v>
                </c:pt>
                <c:pt idx="2165">
                  <c:v>43101</c:v>
                </c:pt>
                <c:pt idx="2166">
                  <c:v>43098</c:v>
                </c:pt>
                <c:pt idx="2167">
                  <c:v>43097</c:v>
                </c:pt>
                <c:pt idx="2168">
                  <c:v>43096</c:v>
                </c:pt>
                <c:pt idx="2169">
                  <c:v>43095</c:v>
                </c:pt>
                <c:pt idx="2170">
                  <c:v>43094</c:v>
                </c:pt>
                <c:pt idx="2171">
                  <c:v>43091</c:v>
                </c:pt>
                <c:pt idx="2172">
                  <c:v>43090</c:v>
                </c:pt>
                <c:pt idx="2173">
                  <c:v>43089</c:v>
                </c:pt>
                <c:pt idx="2174">
                  <c:v>43088</c:v>
                </c:pt>
                <c:pt idx="2175">
                  <c:v>43087</c:v>
                </c:pt>
                <c:pt idx="2176">
                  <c:v>43084</c:v>
                </c:pt>
                <c:pt idx="2177">
                  <c:v>43083</c:v>
                </c:pt>
                <c:pt idx="2178">
                  <c:v>43082</c:v>
                </c:pt>
                <c:pt idx="2179">
                  <c:v>43081</c:v>
                </c:pt>
                <c:pt idx="2180">
                  <c:v>43080</c:v>
                </c:pt>
                <c:pt idx="2181">
                  <c:v>43077</c:v>
                </c:pt>
                <c:pt idx="2182">
                  <c:v>43076</c:v>
                </c:pt>
                <c:pt idx="2183">
                  <c:v>43075</c:v>
                </c:pt>
                <c:pt idx="2184">
                  <c:v>43074</c:v>
                </c:pt>
                <c:pt idx="2185">
                  <c:v>43073</c:v>
                </c:pt>
                <c:pt idx="2186">
                  <c:v>43070</c:v>
                </c:pt>
                <c:pt idx="2187">
                  <c:v>43069</c:v>
                </c:pt>
                <c:pt idx="2188">
                  <c:v>43068</c:v>
                </c:pt>
                <c:pt idx="2189">
                  <c:v>43067</c:v>
                </c:pt>
                <c:pt idx="2190">
                  <c:v>43066</c:v>
                </c:pt>
                <c:pt idx="2191">
                  <c:v>43063</c:v>
                </c:pt>
                <c:pt idx="2192">
                  <c:v>43062</c:v>
                </c:pt>
                <c:pt idx="2193">
                  <c:v>43061</c:v>
                </c:pt>
                <c:pt idx="2194">
                  <c:v>43060</c:v>
                </c:pt>
                <c:pt idx="2195">
                  <c:v>43059</c:v>
                </c:pt>
                <c:pt idx="2196">
                  <c:v>43056</c:v>
                </c:pt>
                <c:pt idx="2197">
                  <c:v>43055</c:v>
                </c:pt>
                <c:pt idx="2198">
                  <c:v>43054</c:v>
                </c:pt>
                <c:pt idx="2199">
                  <c:v>43053</c:v>
                </c:pt>
                <c:pt idx="2200">
                  <c:v>43052</c:v>
                </c:pt>
                <c:pt idx="2201">
                  <c:v>43049</c:v>
                </c:pt>
                <c:pt idx="2202">
                  <c:v>43048</c:v>
                </c:pt>
                <c:pt idx="2203">
                  <c:v>43047</c:v>
                </c:pt>
                <c:pt idx="2204">
                  <c:v>43046</c:v>
                </c:pt>
                <c:pt idx="2205">
                  <c:v>43045</c:v>
                </c:pt>
                <c:pt idx="2206">
                  <c:v>43042</c:v>
                </c:pt>
                <c:pt idx="2207">
                  <c:v>43041</c:v>
                </c:pt>
                <c:pt idx="2208">
                  <c:v>43040</c:v>
                </c:pt>
                <c:pt idx="2209">
                  <c:v>43039</c:v>
                </c:pt>
                <c:pt idx="2210">
                  <c:v>43038</c:v>
                </c:pt>
                <c:pt idx="2211">
                  <c:v>43035</c:v>
                </c:pt>
                <c:pt idx="2212">
                  <c:v>43034</c:v>
                </c:pt>
                <c:pt idx="2213">
                  <c:v>43033</c:v>
                </c:pt>
                <c:pt idx="2214">
                  <c:v>43032</c:v>
                </c:pt>
                <c:pt idx="2215">
                  <c:v>43031</c:v>
                </c:pt>
                <c:pt idx="2216">
                  <c:v>43028</c:v>
                </c:pt>
                <c:pt idx="2217">
                  <c:v>43027</c:v>
                </c:pt>
                <c:pt idx="2218">
                  <c:v>43026</c:v>
                </c:pt>
                <c:pt idx="2219">
                  <c:v>43025</c:v>
                </c:pt>
                <c:pt idx="2220">
                  <c:v>43024</c:v>
                </c:pt>
                <c:pt idx="2221">
                  <c:v>43021</c:v>
                </c:pt>
                <c:pt idx="2222">
                  <c:v>43020</c:v>
                </c:pt>
                <c:pt idx="2223">
                  <c:v>43019</c:v>
                </c:pt>
                <c:pt idx="2224">
                  <c:v>43018</c:v>
                </c:pt>
                <c:pt idx="2225">
                  <c:v>43017</c:v>
                </c:pt>
                <c:pt idx="2226">
                  <c:v>43014</c:v>
                </c:pt>
                <c:pt idx="2227">
                  <c:v>43013</c:v>
                </c:pt>
                <c:pt idx="2228">
                  <c:v>43012</c:v>
                </c:pt>
                <c:pt idx="2229">
                  <c:v>43011</c:v>
                </c:pt>
                <c:pt idx="2230">
                  <c:v>43010</c:v>
                </c:pt>
                <c:pt idx="2231">
                  <c:v>43007</c:v>
                </c:pt>
                <c:pt idx="2232">
                  <c:v>43006</c:v>
                </c:pt>
                <c:pt idx="2233">
                  <c:v>43005</c:v>
                </c:pt>
                <c:pt idx="2234">
                  <c:v>43004</c:v>
                </c:pt>
                <c:pt idx="2235">
                  <c:v>43003</c:v>
                </c:pt>
                <c:pt idx="2236">
                  <c:v>43000</c:v>
                </c:pt>
                <c:pt idx="2237">
                  <c:v>42999</c:v>
                </c:pt>
                <c:pt idx="2238">
                  <c:v>42998</c:v>
                </c:pt>
                <c:pt idx="2239">
                  <c:v>42997</c:v>
                </c:pt>
                <c:pt idx="2240">
                  <c:v>42996</c:v>
                </c:pt>
                <c:pt idx="2241">
                  <c:v>42993</c:v>
                </c:pt>
                <c:pt idx="2242">
                  <c:v>42992</c:v>
                </c:pt>
                <c:pt idx="2243">
                  <c:v>42991</c:v>
                </c:pt>
                <c:pt idx="2244">
                  <c:v>42990</c:v>
                </c:pt>
                <c:pt idx="2245">
                  <c:v>42989</c:v>
                </c:pt>
                <c:pt idx="2246">
                  <c:v>42986</c:v>
                </c:pt>
                <c:pt idx="2247">
                  <c:v>42985</c:v>
                </c:pt>
                <c:pt idx="2248">
                  <c:v>42984</c:v>
                </c:pt>
                <c:pt idx="2249">
                  <c:v>42983</c:v>
                </c:pt>
                <c:pt idx="2250">
                  <c:v>42982</c:v>
                </c:pt>
                <c:pt idx="2251">
                  <c:v>42979</c:v>
                </c:pt>
                <c:pt idx="2252">
                  <c:v>42978</c:v>
                </c:pt>
                <c:pt idx="2253">
                  <c:v>42977</c:v>
                </c:pt>
                <c:pt idx="2254">
                  <c:v>42976</c:v>
                </c:pt>
                <c:pt idx="2255">
                  <c:v>42975</c:v>
                </c:pt>
                <c:pt idx="2256">
                  <c:v>42972</c:v>
                </c:pt>
                <c:pt idx="2257">
                  <c:v>42971</c:v>
                </c:pt>
                <c:pt idx="2258">
                  <c:v>42970</c:v>
                </c:pt>
                <c:pt idx="2259">
                  <c:v>42969</c:v>
                </c:pt>
                <c:pt idx="2260">
                  <c:v>42968</c:v>
                </c:pt>
                <c:pt idx="2261">
                  <c:v>42965</c:v>
                </c:pt>
                <c:pt idx="2262">
                  <c:v>42964</c:v>
                </c:pt>
                <c:pt idx="2263">
                  <c:v>42963</c:v>
                </c:pt>
                <c:pt idx="2264">
                  <c:v>42962</c:v>
                </c:pt>
                <c:pt idx="2265">
                  <c:v>42961</c:v>
                </c:pt>
                <c:pt idx="2266">
                  <c:v>42958</c:v>
                </c:pt>
                <c:pt idx="2267">
                  <c:v>42957</c:v>
                </c:pt>
                <c:pt idx="2268">
                  <c:v>42956</c:v>
                </c:pt>
                <c:pt idx="2269">
                  <c:v>42955</c:v>
                </c:pt>
                <c:pt idx="2270">
                  <c:v>42954</c:v>
                </c:pt>
                <c:pt idx="2271">
                  <c:v>42951</c:v>
                </c:pt>
                <c:pt idx="2272">
                  <c:v>42950</c:v>
                </c:pt>
                <c:pt idx="2273">
                  <c:v>42949</c:v>
                </c:pt>
                <c:pt idx="2274">
                  <c:v>42948</c:v>
                </c:pt>
                <c:pt idx="2275">
                  <c:v>42947</c:v>
                </c:pt>
                <c:pt idx="2276">
                  <c:v>42944</c:v>
                </c:pt>
                <c:pt idx="2277">
                  <c:v>42943</c:v>
                </c:pt>
                <c:pt idx="2278">
                  <c:v>42942</c:v>
                </c:pt>
                <c:pt idx="2279">
                  <c:v>42941</c:v>
                </c:pt>
                <c:pt idx="2280">
                  <c:v>42940</c:v>
                </c:pt>
                <c:pt idx="2281">
                  <c:v>42937</c:v>
                </c:pt>
                <c:pt idx="2282">
                  <c:v>42936</c:v>
                </c:pt>
                <c:pt idx="2283">
                  <c:v>42935</c:v>
                </c:pt>
                <c:pt idx="2284">
                  <c:v>42934</c:v>
                </c:pt>
                <c:pt idx="2285">
                  <c:v>42933</c:v>
                </c:pt>
                <c:pt idx="2286">
                  <c:v>42930</c:v>
                </c:pt>
                <c:pt idx="2287">
                  <c:v>42929</c:v>
                </c:pt>
                <c:pt idx="2288">
                  <c:v>42928</c:v>
                </c:pt>
                <c:pt idx="2289">
                  <c:v>42927</c:v>
                </c:pt>
                <c:pt idx="2290">
                  <c:v>42926</c:v>
                </c:pt>
                <c:pt idx="2291">
                  <c:v>42923</c:v>
                </c:pt>
                <c:pt idx="2292">
                  <c:v>42922</c:v>
                </c:pt>
                <c:pt idx="2293">
                  <c:v>42921</c:v>
                </c:pt>
                <c:pt idx="2294">
                  <c:v>42920</c:v>
                </c:pt>
                <c:pt idx="2295">
                  <c:v>42919</c:v>
                </c:pt>
                <c:pt idx="2296">
                  <c:v>42916</c:v>
                </c:pt>
                <c:pt idx="2297">
                  <c:v>42915</c:v>
                </c:pt>
                <c:pt idx="2298">
                  <c:v>42914</c:v>
                </c:pt>
                <c:pt idx="2299">
                  <c:v>42913</c:v>
                </c:pt>
                <c:pt idx="2300">
                  <c:v>42912</c:v>
                </c:pt>
                <c:pt idx="2301">
                  <c:v>42909</c:v>
                </c:pt>
                <c:pt idx="2302">
                  <c:v>42908</c:v>
                </c:pt>
                <c:pt idx="2303">
                  <c:v>42907</c:v>
                </c:pt>
                <c:pt idx="2304">
                  <c:v>42906</c:v>
                </c:pt>
                <c:pt idx="2305">
                  <c:v>42905</c:v>
                </c:pt>
                <c:pt idx="2306">
                  <c:v>42902</c:v>
                </c:pt>
                <c:pt idx="2307">
                  <c:v>42901</c:v>
                </c:pt>
                <c:pt idx="2308">
                  <c:v>42900</c:v>
                </c:pt>
                <c:pt idx="2309">
                  <c:v>42899</c:v>
                </c:pt>
                <c:pt idx="2310">
                  <c:v>42898</c:v>
                </c:pt>
                <c:pt idx="2311">
                  <c:v>42895</c:v>
                </c:pt>
                <c:pt idx="2312">
                  <c:v>42894</c:v>
                </c:pt>
                <c:pt idx="2313">
                  <c:v>42893</c:v>
                </c:pt>
                <c:pt idx="2314">
                  <c:v>42892</c:v>
                </c:pt>
                <c:pt idx="2315">
                  <c:v>42891</c:v>
                </c:pt>
                <c:pt idx="2316">
                  <c:v>42888</c:v>
                </c:pt>
                <c:pt idx="2317">
                  <c:v>42887</c:v>
                </c:pt>
                <c:pt idx="2318">
                  <c:v>42886</c:v>
                </c:pt>
                <c:pt idx="2319">
                  <c:v>42885</c:v>
                </c:pt>
                <c:pt idx="2320">
                  <c:v>42884</c:v>
                </c:pt>
                <c:pt idx="2321">
                  <c:v>42881</c:v>
                </c:pt>
                <c:pt idx="2322">
                  <c:v>42880</c:v>
                </c:pt>
                <c:pt idx="2323">
                  <c:v>42879</c:v>
                </c:pt>
                <c:pt idx="2324">
                  <c:v>42878</c:v>
                </c:pt>
                <c:pt idx="2325">
                  <c:v>42877</c:v>
                </c:pt>
                <c:pt idx="2326">
                  <c:v>42874</c:v>
                </c:pt>
                <c:pt idx="2327">
                  <c:v>42873</c:v>
                </c:pt>
                <c:pt idx="2328">
                  <c:v>42872</c:v>
                </c:pt>
                <c:pt idx="2329">
                  <c:v>42871</c:v>
                </c:pt>
                <c:pt idx="2330">
                  <c:v>42870</c:v>
                </c:pt>
                <c:pt idx="2331">
                  <c:v>42867</c:v>
                </c:pt>
                <c:pt idx="2332">
                  <c:v>42866</c:v>
                </c:pt>
                <c:pt idx="2333">
                  <c:v>42865</c:v>
                </c:pt>
                <c:pt idx="2334">
                  <c:v>42864</c:v>
                </c:pt>
                <c:pt idx="2335">
                  <c:v>42863</c:v>
                </c:pt>
                <c:pt idx="2336">
                  <c:v>42860</c:v>
                </c:pt>
                <c:pt idx="2337">
                  <c:v>42859</c:v>
                </c:pt>
                <c:pt idx="2338">
                  <c:v>42858</c:v>
                </c:pt>
                <c:pt idx="2339">
                  <c:v>42857</c:v>
                </c:pt>
                <c:pt idx="2340">
                  <c:v>42856</c:v>
                </c:pt>
                <c:pt idx="2341">
                  <c:v>42853</c:v>
                </c:pt>
                <c:pt idx="2342">
                  <c:v>42852</c:v>
                </c:pt>
                <c:pt idx="2343">
                  <c:v>42851</c:v>
                </c:pt>
                <c:pt idx="2344">
                  <c:v>42850</c:v>
                </c:pt>
                <c:pt idx="2345">
                  <c:v>42849</c:v>
                </c:pt>
                <c:pt idx="2346">
                  <c:v>42846</c:v>
                </c:pt>
                <c:pt idx="2347">
                  <c:v>42845</c:v>
                </c:pt>
                <c:pt idx="2348">
                  <c:v>42844</c:v>
                </c:pt>
                <c:pt idx="2349">
                  <c:v>42843</c:v>
                </c:pt>
                <c:pt idx="2350">
                  <c:v>42842</c:v>
                </c:pt>
                <c:pt idx="2351">
                  <c:v>42839</c:v>
                </c:pt>
                <c:pt idx="2352">
                  <c:v>42838</c:v>
                </c:pt>
                <c:pt idx="2353">
                  <c:v>42837</c:v>
                </c:pt>
                <c:pt idx="2354">
                  <c:v>42836</c:v>
                </c:pt>
                <c:pt idx="2355">
                  <c:v>42835</c:v>
                </c:pt>
                <c:pt idx="2356">
                  <c:v>42832</c:v>
                </c:pt>
                <c:pt idx="2357">
                  <c:v>42831</c:v>
                </c:pt>
                <c:pt idx="2358">
                  <c:v>42830</c:v>
                </c:pt>
                <c:pt idx="2359">
                  <c:v>42829</c:v>
                </c:pt>
                <c:pt idx="2360">
                  <c:v>42828</c:v>
                </c:pt>
                <c:pt idx="2361">
                  <c:v>42825</c:v>
                </c:pt>
                <c:pt idx="2362">
                  <c:v>42824</c:v>
                </c:pt>
                <c:pt idx="2363">
                  <c:v>42823</c:v>
                </c:pt>
                <c:pt idx="2364">
                  <c:v>42822</c:v>
                </c:pt>
                <c:pt idx="2365">
                  <c:v>42821</c:v>
                </c:pt>
                <c:pt idx="2366">
                  <c:v>42818</c:v>
                </c:pt>
                <c:pt idx="2367">
                  <c:v>42817</c:v>
                </c:pt>
                <c:pt idx="2368">
                  <c:v>42816</c:v>
                </c:pt>
                <c:pt idx="2369">
                  <c:v>42815</c:v>
                </c:pt>
                <c:pt idx="2370">
                  <c:v>42814</c:v>
                </c:pt>
                <c:pt idx="2371">
                  <c:v>42811</c:v>
                </c:pt>
                <c:pt idx="2372">
                  <c:v>42810</c:v>
                </c:pt>
                <c:pt idx="2373">
                  <c:v>42809</c:v>
                </c:pt>
                <c:pt idx="2374">
                  <c:v>42808</c:v>
                </c:pt>
                <c:pt idx="2375">
                  <c:v>42807</c:v>
                </c:pt>
                <c:pt idx="2376">
                  <c:v>42804</c:v>
                </c:pt>
                <c:pt idx="2377">
                  <c:v>42803</c:v>
                </c:pt>
                <c:pt idx="2378">
                  <c:v>42802</c:v>
                </c:pt>
                <c:pt idx="2379">
                  <c:v>42801</c:v>
                </c:pt>
                <c:pt idx="2380">
                  <c:v>42800</c:v>
                </c:pt>
                <c:pt idx="2381">
                  <c:v>42797</c:v>
                </c:pt>
                <c:pt idx="2382">
                  <c:v>42796</c:v>
                </c:pt>
                <c:pt idx="2383">
                  <c:v>42795</c:v>
                </c:pt>
                <c:pt idx="2384">
                  <c:v>42794</c:v>
                </c:pt>
                <c:pt idx="2385">
                  <c:v>42793</c:v>
                </c:pt>
                <c:pt idx="2386">
                  <c:v>42790</c:v>
                </c:pt>
                <c:pt idx="2387">
                  <c:v>42789</c:v>
                </c:pt>
                <c:pt idx="2388">
                  <c:v>42788</c:v>
                </c:pt>
                <c:pt idx="2389">
                  <c:v>42787</c:v>
                </c:pt>
                <c:pt idx="2390">
                  <c:v>42786</c:v>
                </c:pt>
                <c:pt idx="2391">
                  <c:v>42783</c:v>
                </c:pt>
                <c:pt idx="2392">
                  <c:v>42782</c:v>
                </c:pt>
                <c:pt idx="2393">
                  <c:v>42781</c:v>
                </c:pt>
                <c:pt idx="2394">
                  <c:v>42780</c:v>
                </c:pt>
                <c:pt idx="2395">
                  <c:v>42779</c:v>
                </c:pt>
                <c:pt idx="2396">
                  <c:v>42776</c:v>
                </c:pt>
                <c:pt idx="2397">
                  <c:v>42775</c:v>
                </c:pt>
                <c:pt idx="2398">
                  <c:v>42774</c:v>
                </c:pt>
                <c:pt idx="2399">
                  <c:v>42773</c:v>
                </c:pt>
                <c:pt idx="2400">
                  <c:v>42772</c:v>
                </c:pt>
                <c:pt idx="2401">
                  <c:v>42769</c:v>
                </c:pt>
                <c:pt idx="2402">
                  <c:v>42768</c:v>
                </c:pt>
                <c:pt idx="2403">
                  <c:v>42767</c:v>
                </c:pt>
                <c:pt idx="2404">
                  <c:v>42766</c:v>
                </c:pt>
                <c:pt idx="2405">
                  <c:v>42765</c:v>
                </c:pt>
                <c:pt idx="2406">
                  <c:v>42762</c:v>
                </c:pt>
                <c:pt idx="2407">
                  <c:v>42761</c:v>
                </c:pt>
                <c:pt idx="2408">
                  <c:v>42760</c:v>
                </c:pt>
                <c:pt idx="2409">
                  <c:v>42759</c:v>
                </c:pt>
                <c:pt idx="2410">
                  <c:v>42758</c:v>
                </c:pt>
                <c:pt idx="2411">
                  <c:v>42755</c:v>
                </c:pt>
                <c:pt idx="2412">
                  <c:v>42754</c:v>
                </c:pt>
                <c:pt idx="2413">
                  <c:v>42753</c:v>
                </c:pt>
                <c:pt idx="2414">
                  <c:v>42752</c:v>
                </c:pt>
                <c:pt idx="2415">
                  <c:v>42751</c:v>
                </c:pt>
                <c:pt idx="2416">
                  <c:v>42748</c:v>
                </c:pt>
                <c:pt idx="2417">
                  <c:v>42747</c:v>
                </c:pt>
                <c:pt idx="2418">
                  <c:v>42746</c:v>
                </c:pt>
                <c:pt idx="2419">
                  <c:v>42745</c:v>
                </c:pt>
                <c:pt idx="2420">
                  <c:v>42744</c:v>
                </c:pt>
                <c:pt idx="2421">
                  <c:v>42741</c:v>
                </c:pt>
                <c:pt idx="2422">
                  <c:v>42740</c:v>
                </c:pt>
                <c:pt idx="2423">
                  <c:v>42739</c:v>
                </c:pt>
                <c:pt idx="2424">
                  <c:v>42738</c:v>
                </c:pt>
                <c:pt idx="2425">
                  <c:v>42737</c:v>
                </c:pt>
                <c:pt idx="2426">
                  <c:v>42734</c:v>
                </c:pt>
                <c:pt idx="2427">
                  <c:v>42733</c:v>
                </c:pt>
                <c:pt idx="2428">
                  <c:v>42732</c:v>
                </c:pt>
                <c:pt idx="2429">
                  <c:v>42731</c:v>
                </c:pt>
                <c:pt idx="2430">
                  <c:v>42730</c:v>
                </c:pt>
                <c:pt idx="2431">
                  <c:v>42727</c:v>
                </c:pt>
                <c:pt idx="2432">
                  <c:v>42726</c:v>
                </c:pt>
                <c:pt idx="2433">
                  <c:v>42725</c:v>
                </c:pt>
                <c:pt idx="2434">
                  <c:v>42724</c:v>
                </c:pt>
                <c:pt idx="2435">
                  <c:v>42723</c:v>
                </c:pt>
                <c:pt idx="2436">
                  <c:v>42720</c:v>
                </c:pt>
                <c:pt idx="2437">
                  <c:v>42719</c:v>
                </c:pt>
                <c:pt idx="2438">
                  <c:v>42718</c:v>
                </c:pt>
                <c:pt idx="2439">
                  <c:v>42717</c:v>
                </c:pt>
                <c:pt idx="2440">
                  <c:v>42716</c:v>
                </c:pt>
                <c:pt idx="2441">
                  <c:v>42713</c:v>
                </c:pt>
                <c:pt idx="2442">
                  <c:v>42712</c:v>
                </c:pt>
                <c:pt idx="2443">
                  <c:v>42711</c:v>
                </c:pt>
                <c:pt idx="2444">
                  <c:v>42710</c:v>
                </c:pt>
                <c:pt idx="2445">
                  <c:v>42709</c:v>
                </c:pt>
                <c:pt idx="2446">
                  <c:v>42706</c:v>
                </c:pt>
                <c:pt idx="2447">
                  <c:v>42705</c:v>
                </c:pt>
                <c:pt idx="2448">
                  <c:v>42704</c:v>
                </c:pt>
                <c:pt idx="2449">
                  <c:v>42703</c:v>
                </c:pt>
                <c:pt idx="2450">
                  <c:v>42702</c:v>
                </c:pt>
                <c:pt idx="2451">
                  <c:v>42699</c:v>
                </c:pt>
                <c:pt idx="2452">
                  <c:v>42698</c:v>
                </c:pt>
                <c:pt idx="2453">
                  <c:v>42697</c:v>
                </c:pt>
                <c:pt idx="2454">
                  <c:v>42696</c:v>
                </c:pt>
                <c:pt idx="2455">
                  <c:v>42695</c:v>
                </c:pt>
                <c:pt idx="2456">
                  <c:v>42692</c:v>
                </c:pt>
                <c:pt idx="2457">
                  <c:v>42691</c:v>
                </c:pt>
                <c:pt idx="2458">
                  <c:v>42690</c:v>
                </c:pt>
                <c:pt idx="2459">
                  <c:v>42689</c:v>
                </c:pt>
                <c:pt idx="2460">
                  <c:v>42688</c:v>
                </c:pt>
                <c:pt idx="2461">
                  <c:v>42685</c:v>
                </c:pt>
                <c:pt idx="2462">
                  <c:v>42684</c:v>
                </c:pt>
                <c:pt idx="2463">
                  <c:v>42683</c:v>
                </c:pt>
                <c:pt idx="2464">
                  <c:v>42682</c:v>
                </c:pt>
                <c:pt idx="2465">
                  <c:v>42681</c:v>
                </c:pt>
                <c:pt idx="2466">
                  <c:v>42678</c:v>
                </c:pt>
                <c:pt idx="2467">
                  <c:v>42677</c:v>
                </c:pt>
                <c:pt idx="2468">
                  <c:v>42676</c:v>
                </c:pt>
                <c:pt idx="2469">
                  <c:v>42675</c:v>
                </c:pt>
                <c:pt idx="2470">
                  <c:v>42674</c:v>
                </c:pt>
                <c:pt idx="2471">
                  <c:v>42671</c:v>
                </c:pt>
                <c:pt idx="2472">
                  <c:v>42670</c:v>
                </c:pt>
                <c:pt idx="2473">
                  <c:v>42669</c:v>
                </c:pt>
                <c:pt idx="2474">
                  <c:v>42668</c:v>
                </c:pt>
                <c:pt idx="2475">
                  <c:v>42667</c:v>
                </c:pt>
                <c:pt idx="2476">
                  <c:v>42664</c:v>
                </c:pt>
                <c:pt idx="2477">
                  <c:v>42663</c:v>
                </c:pt>
                <c:pt idx="2478">
                  <c:v>42662</c:v>
                </c:pt>
                <c:pt idx="2479">
                  <c:v>42661</c:v>
                </c:pt>
                <c:pt idx="2480">
                  <c:v>42660</c:v>
                </c:pt>
                <c:pt idx="2481">
                  <c:v>42657</c:v>
                </c:pt>
                <c:pt idx="2482">
                  <c:v>42656</c:v>
                </c:pt>
                <c:pt idx="2483">
                  <c:v>42655</c:v>
                </c:pt>
                <c:pt idx="2484">
                  <c:v>42654</c:v>
                </c:pt>
                <c:pt idx="2485">
                  <c:v>42653</c:v>
                </c:pt>
                <c:pt idx="2486">
                  <c:v>42650</c:v>
                </c:pt>
                <c:pt idx="2487">
                  <c:v>42649</c:v>
                </c:pt>
                <c:pt idx="2488">
                  <c:v>42648</c:v>
                </c:pt>
                <c:pt idx="2489">
                  <c:v>42647</c:v>
                </c:pt>
                <c:pt idx="2490">
                  <c:v>42646</c:v>
                </c:pt>
                <c:pt idx="2491">
                  <c:v>42643</c:v>
                </c:pt>
                <c:pt idx="2492">
                  <c:v>42642</c:v>
                </c:pt>
                <c:pt idx="2493">
                  <c:v>42641</c:v>
                </c:pt>
                <c:pt idx="2494">
                  <c:v>42640</c:v>
                </c:pt>
                <c:pt idx="2495">
                  <c:v>42639</c:v>
                </c:pt>
                <c:pt idx="2496">
                  <c:v>42636</c:v>
                </c:pt>
                <c:pt idx="2497">
                  <c:v>42635</c:v>
                </c:pt>
                <c:pt idx="2498">
                  <c:v>42634</c:v>
                </c:pt>
                <c:pt idx="2499">
                  <c:v>42633</c:v>
                </c:pt>
                <c:pt idx="2500">
                  <c:v>42632</c:v>
                </c:pt>
                <c:pt idx="2501">
                  <c:v>42629</c:v>
                </c:pt>
                <c:pt idx="2502">
                  <c:v>42628</c:v>
                </c:pt>
                <c:pt idx="2503">
                  <c:v>42627</c:v>
                </c:pt>
                <c:pt idx="2504">
                  <c:v>42626</c:v>
                </c:pt>
                <c:pt idx="2505">
                  <c:v>42625</c:v>
                </c:pt>
                <c:pt idx="2506">
                  <c:v>42622</c:v>
                </c:pt>
                <c:pt idx="2507">
                  <c:v>42621</c:v>
                </c:pt>
                <c:pt idx="2508">
                  <c:v>42620</c:v>
                </c:pt>
                <c:pt idx="2509">
                  <c:v>42619</c:v>
                </c:pt>
                <c:pt idx="2510">
                  <c:v>42618</c:v>
                </c:pt>
                <c:pt idx="2511">
                  <c:v>42615</c:v>
                </c:pt>
                <c:pt idx="2512">
                  <c:v>42614</c:v>
                </c:pt>
                <c:pt idx="2513">
                  <c:v>42613</c:v>
                </c:pt>
                <c:pt idx="2514">
                  <c:v>42612</c:v>
                </c:pt>
                <c:pt idx="2515">
                  <c:v>42611</c:v>
                </c:pt>
                <c:pt idx="2516">
                  <c:v>42608</c:v>
                </c:pt>
                <c:pt idx="2517">
                  <c:v>42607</c:v>
                </c:pt>
                <c:pt idx="2518">
                  <c:v>42606</c:v>
                </c:pt>
                <c:pt idx="2519">
                  <c:v>42605</c:v>
                </c:pt>
                <c:pt idx="2520">
                  <c:v>42604</c:v>
                </c:pt>
                <c:pt idx="2521">
                  <c:v>42601</c:v>
                </c:pt>
                <c:pt idx="2522">
                  <c:v>42600</c:v>
                </c:pt>
                <c:pt idx="2523">
                  <c:v>42599</c:v>
                </c:pt>
                <c:pt idx="2524">
                  <c:v>42598</c:v>
                </c:pt>
                <c:pt idx="2525">
                  <c:v>42597</c:v>
                </c:pt>
                <c:pt idx="2526">
                  <c:v>42594</c:v>
                </c:pt>
                <c:pt idx="2527">
                  <c:v>42593</c:v>
                </c:pt>
                <c:pt idx="2528">
                  <c:v>42592</c:v>
                </c:pt>
                <c:pt idx="2529">
                  <c:v>42591</c:v>
                </c:pt>
                <c:pt idx="2530">
                  <c:v>42590</c:v>
                </c:pt>
                <c:pt idx="2531">
                  <c:v>42587</c:v>
                </c:pt>
                <c:pt idx="2532">
                  <c:v>42586</c:v>
                </c:pt>
                <c:pt idx="2533">
                  <c:v>42585</c:v>
                </c:pt>
                <c:pt idx="2534">
                  <c:v>42584</c:v>
                </c:pt>
                <c:pt idx="2535">
                  <c:v>42583</c:v>
                </c:pt>
                <c:pt idx="2536">
                  <c:v>42580</c:v>
                </c:pt>
                <c:pt idx="2537">
                  <c:v>42579</c:v>
                </c:pt>
                <c:pt idx="2538">
                  <c:v>42578</c:v>
                </c:pt>
                <c:pt idx="2539">
                  <c:v>42577</c:v>
                </c:pt>
                <c:pt idx="2540">
                  <c:v>42576</c:v>
                </c:pt>
                <c:pt idx="2541">
                  <c:v>42573</c:v>
                </c:pt>
                <c:pt idx="2542">
                  <c:v>42572</c:v>
                </c:pt>
                <c:pt idx="2543">
                  <c:v>42571</c:v>
                </c:pt>
                <c:pt idx="2544">
                  <c:v>42570</c:v>
                </c:pt>
                <c:pt idx="2545">
                  <c:v>42569</c:v>
                </c:pt>
                <c:pt idx="2546">
                  <c:v>42566</c:v>
                </c:pt>
                <c:pt idx="2547">
                  <c:v>42565</c:v>
                </c:pt>
                <c:pt idx="2548">
                  <c:v>42564</c:v>
                </c:pt>
                <c:pt idx="2549">
                  <c:v>42563</c:v>
                </c:pt>
                <c:pt idx="2550">
                  <c:v>42562</c:v>
                </c:pt>
                <c:pt idx="2551">
                  <c:v>42559</c:v>
                </c:pt>
                <c:pt idx="2552">
                  <c:v>42558</c:v>
                </c:pt>
                <c:pt idx="2553">
                  <c:v>42557</c:v>
                </c:pt>
                <c:pt idx="2554">
                  <c:v>42556</c:v>
                </c:pt>
                <c:pt idx="2555">
                  <c:v>42555</c:v>
                </c:pt>
                <c:pt idx="2556">
                  <c:v>42552</c:v>
                </c:pt>
                <c:pt idx="2557">
                  <c:v>42551</c:v>
                </c:pt>
                <c:pt idx="2558">
                  <c:v>42550</c:v>
                </c:pt>
                <c:pt idx="2559">
                  <c:v>42549</c:v>
                </c:pt>
                <c:pt idx="2560">
                  <c:v>42548</c:v>
                </c:pt>
                <c:pt idx="2561">
                  <c:v>42545</c:v>
                </c:pt>
                <c:pt idx="2562">
                  <c:v>42544</c:v>
                </c:pt>
                <c:pt idx="2563">
                  <c:v>42543</c:v>
                </c:pt>
                <c:pt idx="2564">
                  <c:v>42542</c:v>
                </c:pt>
                <c:pt idx="2565">
                  <c:v>42541</c:v>
                </c:pt>
                <c:pt idx="2566">
                  <c:v>42538</c:v>
                </c:pt>
                <c:pt idx="2567">
                  <c:v>42537</c:v>
                </c:pt>
                <c:pt idx="2568">
                  <c:v>42536</c:v>
                </c:pt>
                <c:pt idx="2569">
                  <c:v>42535</c:v>
                </c:pt>
                <c:pt idx="2570">
                  <c:v>42534</c:v>
                </c:pt>
                <c:pt idx="2571">
                  <c:v>42531</c:v>
                </c:pt>
                <c:pt idx="2572">
                  <c:v>42530</c:v>
                </c:pt>
                <c:pt idx="2573">
                  <c:v>42529</c:v>
                </c:pt>
                <c:pt idx="2574">
                  <c:v>42528</c:v>
                </c:pt>
                <c:pt idx="2575">
                  <c:v>42527</c:v>
                </c:pt>
                <c:pt idx="2576">
                  <c:v>42524</c:v>
                </c:pt>
                <c:pt idx="2577">
                  <c:v>42523</c:v>
                </c:pt>
                <c:pt idx="2578">
                  <c:v>42522</c:v>
                </c:pt>
                <c:pt idx="2579">
                  <c:v>42521</c:v>
                </c:pt>
                <c:pt idx="2580">
                  <c:v>42520</c:v>
                </c:pt>
                <c:pt idx="2581">
                  <c:v>42517</c:v>
                </c:pt>
                <c:pt idx="2582">
                  <c:v>42516</c:v>
                </c:pt>
                <c:pt idx="2583">
                  <c:v>42515</c:v>
                </c:pt>
                <c:pt idx="2584">
                  <c:v>42514</c:v>
                </c:pt>
                <c:pt idx="2585">
                  <c:v>42513</c:v>
                </c:pt>
                <c:pt idx="2586">
                  <c:v>42510</c:v>
                </c:pt>
                <c:pt idx="2587">
                  <c:v>42509</c:v>
                </c:pt>
                <c:pt idx="2588">
                  <c:v>42508</c:v>
                </c:pt>
                <c:pt idx="2589">
                  <c:v>42507</c:v>
                </c:pt>
                <c:pt idx="2590">
                  <c:v>42506</c:v>
                </c:pt>
                <c:pt idx="2591">
                  <c:v>42503</c:v>
                </c:pt>
                <c:pt idx="2592">
                  <c:v>42502</c:v>
                </c:pt>
                <c:pt idx="2593">
                  <c:v>42501</c:v>
                </c:pt>
                <c:pt idx="2594">
                  <c:v>42500</c:v>
                </c:pt>
                <c:pt idx="2595">
                  <c:v>42499</c:v>
                </c:pt>
                <c:pt idx="2596">
                  <c:v>42496</c:v>
                </c:pt>
                <c:pt idx="2597">
                  <c:v>42495</c:v>
                </c:pt>
                <c:pt idx="2598">
                  <c:v>42494</c:v>
                </c:pt>
                <c:pt idx="2599">
                  <c:v>42493</c:v>
                </c:pt>
                <c:pt idx="2600">
                  <c:v>42492</c:v>
                </c:pt>
                <c:pt idx="2601">
                  <c:v>42489</c:v>
                </c:pt>
                <c:pt idx="2602">
                  <c:v>42488</c:v>
                </c:pt>
                <c:pt idx="2603">
                  <c:v>42487</c:v>
                </c:pt>
                <c:pt idx="2604">
                  <c:v>42486</c:v>
                </c:pt>
                <c:pt idx="2605">
                  <c:v>42485</c:v>
                </c:pt>
                <c:pt idx="2606">
                  <c:v>42482</c:v>
                </c:pt>
                <c:pt idx="2607">
                  <c:v>42481</c:v>
                </c:pt>
                <c:pt idx="2608">
                  <c:v>42480</c:v>
                </c:pt>
                <c:pt idx="2609">
                  <c:v>42479</c:v>
                </c:pt>
                <c:pt idx="2610">
                  <c:v>42478</c:v>
                </c:pt>
                <c:pt idx="2611">
                  <c:v>42475</c:v>
                </c:pt>
                <c:pt idx="2612">
                  <c:v>42474</c:v>
                </c:pt>
                <c:pt idx="2613">
                  <c:v>42473</c:v>
                </c:pt>
                <c:pt idx="2614">
                  <c:v>42472</c:v>
                </c:pt>
                <c:pt idx="2615">
                  <c:v>42471</c:v>
                </c:pt>
                <c:pt idx="2616">
                  <c:v>42468</c:v>
                </c:pt>
                <c:pt idx="2617">
                  <c:v>42467</c:v>
                </c:pt>
                <c:pt idx="2618">
                  <c:v>42466</c:v>
                </c:pt>
                <c:pt idx="2619">
                  <c:v>42465</c:v>
                </c:pt>
                <c:pt idx="2620">
                  <c:v>42464</c:v>
                </c:pt>
                <c:pt idx="2621">
                  <c:v>42461</c:v>
                </c:pt>
                <c:pt idx="2622">
                  <c:v>42460</c:v>
                </c:pt>
                <c:pt idx="2623">
                  <c:v>42459</c:v>
                </c:pt>
                <c:pt idx="2624">
                  <c:v>42458</c:v>
                </c:pt>
                <c:pt idx="2625">
                  <c:v>42457</c:v>
                </c:pt>
                <c:pt idx="2626">
                  <c:v>42454</c:v>
                </c:pt>
                <c:pt idx="2627">
                  <c:v>42453</c:v>
                </c:pt>
                <c:pt idx="2628">
                  <c:v>42452</c:v>
                </c:pt>
                <c:pt idx="2629">
                  <c:v>42451</c:v>
                </c:pt>
                <c:pt idx="2630">
                  <c:v>42450</c:v>
                </c:pt>
                <c:pt idx="2631">
                  <c:v>42447</c:v>
                </c:pt>
                <c:pt idx="2632">
                  <c:v>42446</c:v>
                </c:pt>
                <c:pt idx="2633">
                  <c:v>42445</c:v>
                </c:pt>
                <c:pt idx="2634">
                  <c:v>42444</c:v>
                </c:pt>
                <c:pt idx="2635">
                  <c:v>42443</c:v>
                </c:pt>
                <c:pt idx="2636">
                  <c:v>42440</c:v>
                </c:pt>
                <c:pt idx="2637">
                  <c:v>42439</c:v>
                </c:pt>
                <c:pt idx="2638">
                  <c:v>42438</c:v>
                </c:pt>
                <c:pt idx="2639">
                  <c:v>42437</c:v>
                </c:pt>
                <c:pt idx="2640">
                  <c:v>42436</c:v>
                </c:pt>
                <c:pt idx="2641">
                  <c:v>42433</c:v>
                </c:pt>
                <c:pt idx="2642">
                  <c:v>42432</c:v>
                </c:pt>
                <c:pt idx="2643">
                  <c:v>42431</c:v>
                </c:pt>
                <c:pt idx="2644">
                  <c:v>42430</c:v>
                </c:pt>
                <c:pt idx="2645">
                  <c:v>42429</c:v>
                </c:pt>
                <c:pt idx="2646">
                  <c:v>42426</c:v>
                </c:pt>
                <c:pt idx="2647">
                  <c:v>42425</c:v>
                </c:pt>
                <c:pt idx="2648">
                  <c:v>42424</c:v>
                </c:pt>
                <c:pt idx="2649">
                  <c:v>42423</c:v>
                </c:pt>
                <c:pt idx="2650">
                  <c:v>42422</c:v>
                </c:pt>
                <c:pt idx="2651">
                  <c:v>42419</c:v>
                </c:pt>
                <c:pt idx="2652">
                  <c:v>42418</c:v>
                </c:pt>
                <c:pt idx="2653">
                  <c:v>42417</c:v>
                </c:pt>
                <c:pt idx="2654">
                  <c:v>42416</c:v>
                </c:pt>
                <c:pt idx="2655">
                  <c:v>42415</c:v>
                </c:pt>
                <c:pt idx="2656">
                  <c:v>42412</c:v>
                </c:pt>
                <c:pt idx="2657">
                  <c:v>42411</c:v>
                </c:pt>
                <c:pt idx="2658">
                  <c:v>42410</c:v>
                </c:pt>
                <c:pt idx="2659">
                  <c:v>42409</c:v>
                </c:pt>
                <c:pt idx="2660">
                  <c:v>42408</c:v>
                </c:pt>
                <c:pt idx="2661">
                  <c:v>42405</c:v>
                </c:pt>
                <c:pt idx="2662">
                  <c:v>42404</c:v>
                </c:pt>
                <c:pt idx="2663">
                  <c:v>42403</c:v>
                </c:pt>
                <c:pt idx="2664">
                  <c:v>42402</c:v>
                </c:pt>
                <c:pt idx="2665">
                  <c:v>42401</c:v>
                </c:pt>
                <c:pt idx="2666">
                  <c:v>42398</c:v>
                </c:pt>
                <c:pt idx="2667">
                  <c:v>42397</c:v>
                </c:pt>
                <c:pt idx="2668">
                  <c:v>42396</c:v>
                </c:pt>
                <c:pt idx="2669">
                  <c:v>42395</c:v>
                </c:pt>
                <c:pt idx="2670">
                  <c:v>42394</c:v>
                </c:pt>
                <c:pt idx="2671">
                  <c:v>42391</c:v>
                </c:pt>
                <c:pt idx="2672">
                  <c:v>42390</c:v>
                </c:pt>
                <c:pt idx="2673">
                  <c:v>42389</c:v>
                </c:pt>
                <c:pt idx="2674">
                  <c:v>42388</c:v>
                </c:pt>
                <c:pt idx="2675">
                  <c:v>42387</c:v>
                </c:pt>
                <c:pt idx="2676">
                  <c:v>42384</c:v>
                </c:pt>
                <c:pt idx="2677">
                  <c:v>42383</c:v>
                </c:pt>
                <c:pt idx="2678">
                  <c:v>42382</c:v>
                </c:pt>
                <c:pt idx="2679">
                  <c:v>42381</c:v>
                </c:pt>
                <c:pt idx="2680">
                  <c:v>42380</c:v>
                </c:pt>
                <c:pt idx="2681">
                  <c:v>42377</c:v>
                </c:pt>
                <c:pt idx="2682">
                  <c:v>42376</c:v>
                </c:pt>
                <c:pt idx="2683">
                  <c:v>42375</c:v>
                </c:pt>
                <c:pt idx="2684">
                  <c:v>42374</c:v>
                </c:pt>
                <c:pt idx="2685">
                  <c:v>42373</c:v>
                </c:pt>
                <c:pt idx="2686">
                  <c:v>42370</c:v>
                </c:pt>
                <c:pt idx="2687">
                  <c:v>42369</c:v>
                </c:pt>
                <c:pt idx="2688">
                  <c:v>42368</c:v>
                </c:pt>
                <c:pt idx="2689">
                  <c:v>42367</c:v>
                </c:pt>
                <c:pt idx="2690">
                  <c:v>42366</c:v>
                </c:pt>
                <c:pt idx="2691">
                  <c:v>42363</c:v>
                </c:pt>
                <c:pt idx="2692">
                  <c:v>42362</c:v>
                </c:pt>
                <c:pt idx="2693">
                  <c:v>42361</c:v>
                </c:pt>
                <c:pt idx="2694">
                  <c:v>42360</c:v>
                </c:pt>
                <c:pt idx="2695">
                  <c:v>42359</c:v>
                </c:pt>
                <c:pt idx="2696">
                  <c:v>42356</c:v>
                </c:pt>
                <c:pt idx="2697">
                  <c:v>42355</c:v>
                </c:pt>
                <c:pt idx="2698">
                  <c:v>42354</c:v>
                </c:pt>
                <c:pt idx="2699">
                  <c:v>42353</c:v>
                </c:pt>
                <c:pt idx="2700">
                  <c:v>42352</c:v>
                </c:pt>
                <c:pt idx="2701">
                  <c:v>42349</c:v>
                </c:pt>
                <c:pt idx="2702">
                  <c:v>42348</c:v>
                </c:pt>
                <c:pt idx="2703">
                  <c:v>42347</c:v>
                </c:pt>
                <c:pt idx="2704">
                  <c:v>42346</c:v>
                </c:pt>
                <c:pt idx="2705">
                  <c:v>42345</c:v>
                </c:pt>
                <c:pt idx="2706">
                  <c:v>42342</c:v>
                </c:pt>
                <c:pt idx="2707">
                  <c:v>42341</c:v>
                </c:pt>
                <c:pt idx="2708">
                  <c:v>42340</c:v>
                </c:pt>
                <c:pt idx="2709">
                  <c:v>42339</c:v>
                </c:pt>
                <c:pt idx="2710">
                  <c:v>42338</c:v>
                </c:pt>
                <c:pt idx="2711">
                  <c:v>42335</c:v>
                </c:pt>
                <c:pt idx="2712">
                  <c:v>42334</c:v>
                </c:pt>
                <c:pt idx="2713">
                  <c:v>42333</c:v>
                </c:pt>
                <c:pt idx="2714">
                  <c:v>42332</c:v>
                </c:pt>
                <c:pt idx="2715">
                  <c:v>42331</c:v>
                </c:pt>
                <c:pt idx="2716">
                  <c:v>42328</c:v>
                </c:pt>
                <c:pt idx="2717">
                  <c:v>42327</c:v>
                </c:pt>
                <c:pt idx="2718">
                  <c:v>42326</c:v>
                </c:pt>
                <c:pt idx="2719">
                  <c:v>42325</c:v>
                </c:pt>
                <c:pt idx="2720">
                  <c:v>42324</c:v>
                </c:pt>
                <c:pt idx="2721">
                  <c:v>42321</c:v>
                </c:pt>
                <c:pt idx="2722">
                  <c:v>42320</c:v>
                </c:pt>
                <c:pt idx="2723">
                  <c:v>42319</c:v>
                </c:pt>
                <c:pt idx="2724">
                  <c:v>42318</c:v>
                </c:pt>
                <c:pt idx="2725">
                  <c:v>42317</c:v>
                </c:pt>
                <c:pt idx="2726">
                  <c:v>42314</c:v>
                </c:pt>
                <c:pt idx="2727">
                  <c:v>42313</c:v>
                </c:pt>
                <c:pt idx="2728">
                  <c:v>42312</c:v>
                </c:pt>
                <c:pt idx="2729">
                  <c:v>42311</c:v>
                </c:pt>
                <c:pt idx="2730">
                  <c:v>42310</c:v>
                </c:pt>
                <c:pt idx="2731">
                  <c:v>42307</c:v>
                </c:pt>
                <c:pt idx="2732">
                  <c:v>42306</c:v>
                </c:pt>
                <c:pt idx="2733">
                  <c:v>42305</c:v>
                </c:pt>
                <c:pt idx="2734">
                  <c:v>42304</c:v>
                </c:pt>
                <c:pt idx="2735">
                  <c:v>42303</c:v>
                </c:pt>
                <c:pt idx="2736">
                  <c:v>42300</c:v>
                </c:pt>
                <c:pt idx="2737">
                  <c:v>42299</c:v>
                </c:pt>
                <c:pt idx="2738">
                  <c:v>42298</c:v>
                </c:pt>
                <c:pt idx="2739">
                  <c:v>42297</c:v>
                </c:pt>
                <c:pt idx="2740">
                  <c:v>42296</c:v>
                </c:pt>
                <c:pt idx="2741">
                  <c:v>42293</c:v>
                </c:pt>
                <c:pt idx="2742">
                  <c:v>42292</c:v>
                </c:pt>
                <c:pt idx="2743">
                  <c:v>42291</c:v>
                </c:pt>
                <c:pt idx="2744">
                  <c:v>42290</c:v>
                </c:pt>
                <c:pt idx="2745">
                  <c:v>42289</c:v>
                </c:pt>
                <c:pt idx="2746">
                  <c:v>42286</c:v>
                </c:pt>
                <c:pt idx="2747">
                  <c:v>42285</c:v>
                </c:pt>
                <c:pt idx="2748">
                  <c:v>42284</c:v>
                </c:pt>
                <c:pt idx="2749">
                  <c:v>42283</c:v>
                </c:pt>
                <c:pt idx="2750">
                  <c:v>42282</c:v>
                </c:pt>
                <c:pt idx="2751">
                  <c:v>42279</c:v>
                </c:pt>
                <c:pt idx="2752">
                  <c:v>42278</c:v>
                </c:pt>
                <c:pt idx="2753">
                  <c:v>42277</c:v>
                </c:pt>
                <c:pt idx="2754">
                  <c:v>42276</c:v>
                </c:pt>
                <c:pt idx="2755">
                  <c:v>42275</c:v>
                </c:pt>
                <c:pt idx="2756">
                  <c:v>42272</c:v>
                </c:pt>
                <c:pt idx="2757">
                  <c:v>42271</c:v>
                </c:pt>
                <c:pt idx="2758">
                  <c:v>42270</c:v>
                </c:pt>
                <c:pt idx="2759">
                  <c:v>42269</c:v>
                </c:pt>
                <c:pt idx="2760">
                  <c:v>42268</c:v>
                </c:pt>
                <c:pt idx="2761">
                  <c:v>42265</c:v>
                </c:pt>
                <c:pt idx="2762">
                  <c:v>42264</c:v>
                </c:pt>
                <c:pt idx="2763">
                  <c:v>42263</c:v>
                </c:pt>
                <c:pt idx="2764">
                  <c:v>42262</c:v>
                </c:pt>
                <c:pt idx="2765">
                  <c:v>42261</c:v>
                </c:pt>
                <c:pt idx="2766">
                  <c:v>42258</c:v>
                </c:pt>
                <c:pt idx="2767">
                  <c:v>42257</c:v>
                </c:pt>
                <c:pt idx="2768">
                  <c:v>42256</c:v>
                </c:pt>
                <c:pt idx="2769">
                  <c:v>42255</c:v>
                </c:pt>
                <c:pt idx="2770">
                  <c:v>42254</c:v>
                </c:pt>
                <c:pt idx="2771">
                  <c:v>42251</c:v>
                </c:pt>
                <c:pt idx="2772">
                  <c:v>42250</c:v>
                </c:pt>
                <c:pt idx="2773">
                  <c:v>42249</c:v>
                </c:pt>
                <c:pt idx="2774">
                  <c:v>42248</c:v>
                </c:pt>
                <c:pt idx="2775">
                  <c:v>42247</c:v>
                </c:pt>
                <c:pt idx="2776">
                  <c:v>42244</c:v>
                </c:pt>
                <c:pt idx="2777">
                  <c:v>42243</c:v>
                </c:pt>
                <c:pt idx="2778">
                  <c:v>42242</c:v>
                </c:pt>
                <c:pt idx="2779">
                  <c:v>42241</c:v>
                </c:pt>
                <c:pt idx="2780">
                  <c:v>42240</c:v>
                </c:pt>
                <c:pt idx="2781">
                  <c:v>42237</c:v>
                </c:pt>
                <c:pt idx="2782">
                  <c:v>42236</c:v>
                </c:pt>
                <c:pt idx="2783">
                  <c:v>42235</c:v>
                </c:pt>
                <c:pt idx="2784">
                  <c:v>42234</c:v>
                </c:pt>
                <c:pt idx="2785">
                  <c:v>42233</c:v>
                </c:pt>
                <c:pt idx="2786">
                  <c:v>42230</c:v>
                </c:pt>
                <c:pt idx="2787">
                  <c:v>42229</c:v>
                </c:pt>
                <c:pt idx="2788">
                  <c:v>42228</c:v>
                </c:pt>
                <c:pt idx="2789">
                  <c:v>42227</c:v>
                </c:pt>
                <c:pt idx="2790">
                  <c:v>42226</c:v>
                </c:pt>
                <c:pt idx="2791">
                  <c:v>42223</c:v>
                </c:pt>
                <c:pt idx="2792">
                  <c:v>42222</c:v>
                </c:pt>
                <c:pt idx="2793">
                  <c:v>42221</c:v>
                </c:pt>
                <c:pt idx="2794">
                  <c:v>42220</c:v>
                </c:pt>
                <c:pt idx="2795">
                  <c:v>42219</c:v>
                </c:pt>
                <c:pt idx="2796">
                  <c:v>42216</c:v>
                </c:pt>
                <c:pt idx="2797">
                  <c:v>42215</c:v>
                </c:pt>
                <c:pt idx="2798">
                  <c:v>42214</c:v>
                </c:pt>
                <c:pt idx="2799">
                  <c:v>42213</c:v>
                </c:pt>
                <c:pt idx="2800">
                  <c:v>42212</c:v>
                </c:pt>
                <c:pt idx="2801">
                  <c:v>42209</c:v>
                </c:pt>
                <c:pt idx="2802">
                  <c:v>42208</c:v>
                </c:pt>
                <c:pt idx="2803">
                  <c:v>42207</c:v>
                </c:pt>
                <c:pt idx="2804">
                  <c:v>42206</c:v>
                </c:pt>
                <c:pt idx="2805">
                  <c:v>42205</c:v>
                </c:pt>
                <c:pt idx="2806">
                  <c:v>42202</c:v>
                </c:pt>
                <c:pt idx="2807">
                  <c:v>42201</c:v>
                </c:pt>
                <c:pt idx="2808">
                  <c:v>42200</c:v>
                </c:pt>
                <c:pt idx="2809">
                  <c:v>42199</c:v>
                </c:pt>
                <c:pt idx="2810">
                  <c:v>42198</c:v>
                </c:pt>
                <c:pt idx="2811">
                  <c:v>42195</c:v>
                </c:pt>
                <c:pt idx="2812">
                  <c:v>42194</c:v>
                </c:pt>
                <c:pt idx="2813">
                  <c:v>42193</c:v>
                </c:pt>
                <c:pt idx="2814">
                  <c:v>42192</c:v>
                </c:pt>
                <c:pt idx="2815">
                  <c:v>42191</c:v>
                </c:pt>
                <c:pt idx="2816">
                  <c:v>42188</c:v>
                </c:pt>
                <c:pt idx="2817">
                  <c:v>42187</c:v>
                </c:pt>
                <c:pt idx="2818">
                  <c:v>42186</c:v>
                </c:pt>
                <c:pt idx="2819">
                  <c:v>42185</c:v>
                </c:pt>
                <c:pt idx="2820">
                  <c:v>42184</c:v>
                </c:pt>
                <c:pt idx="2821">
                  <c:v>42181</c:v>
                </c:pt>
                <c:pt idx="2822">
                  <c:v>42180</c:v>
                </c:pt>
                <c:pt idx="2823">
                  <c:v>42179</c:v>
                </c:pt>
                <c:pt idx="2824">
                  <c:v>42178</c:v>
                </c:pt>
                <c:pt idx="2825">
                  <c:v>42177</c:v>
                </c:pt>
                <c:pt idx="2826">
                  <c:v>42174</c:v>
                </c:pt>
                <c:pt idx="2827">
                  <c:v>42173</c:v>
                </c:pt>
                <c:pt idx="2828">
                  <c:v>42172</c:v>
                </c:pt>
                <c:pt idx="2829">
                  <c:v>42171</c:v>
                </c:pt>
                <c:pt idx="2830">
                  <c:v>42170</c:v>
                </c:pt>
                <c:pt idx="2831">
                  <c:v>42167</c:v>
                </c:pt>
                <c:pt idx="2832">
                  <c:v>42166</c:v>
                </c:pt>
                <c:pt idx="2833">
                  <c:v>42165</c:v>
                </c:pt>
                <c:pt idx="2834">
                  <c:v>42164</c:v>
                </c:pt>
                <c:pt idx="2835">
                  <c:v>42163</c:v>
                </c:pt>
                <c:pt idx="2836">
                  <c:v>42160</c:v>
                </c:pt>
                <c:pt idx="2837">
                  <c:v>42159</c:v>
                </c:pt>
                <c:pt idx="2838">
                  <c:v>42158</c:v>
                </c:pt>
                <c:pt idx="2839">
                  <c:v>42157</c:v>
                </c:pt>
                <c:pt idx="2840">
                  <c:v>42156</c:v>
                </c:pt>
                <c:pt idx="2841">
                  <c:v>42153</c:v>
                </c:pt>
                <c:pt idx="2842">
                  <c:v>42152</c:v>
                </c:pt>
                <c:pt idx="2843">
                  <c:v>42151</c:v>
                </c:pt>
                <c:pt idx="2844">
                  <c:v>42150</c:v>
                </c:pt>
                <c:pt idx="2845">
                  <c:v>42149</c:v>
                </c:pt>
                <c:pt idx="2846">
                  <c:v>42146</c:v>
                </c:pt>
                <c:pt idx="2847">
                  <c:v>42145</c:v>
                </c:pt>
                <c:pt idx="2848">
                  <c:v>42144</c:v>
                </c:pt>
                <c:pt idx="2849">
                  <c:v>42143</c:v>
                </c:pt>
                <c:pt idx="2850">
                  <c:v>42142</c:v>
                </c:pt>
                <c:pt idx="2851">
                  <c:v>42139</c:v>
                </c:pt>
                <c:pt idx="2852">
                  <c:v>42138</c:v>
                </c:pt>
                <c:pt idx="2853">
                  <c:v>42137</c:v>
                </c:pt>
                <c:pt idx="2854">
                  <c:v>42136</c:v>
                </c:pt>
                <c:pt idx="2855">
                  <c:v>42135</c:v>
                </c:pt>
                <c:pt idx="2856">
                  <c:v>42132</c:v>
                </c:pt>
                <c:pt idx="2857">
                  <c:v>42131</c:v>
                </c:pt>
                <c:pt idx="2858">
                  <c:v>42130</c:v>
                </c:pt>
                <c:pt idx="2859">
                  <c:v>42129</c:v>
                </c:pt>
                <c:pt idx="2860">
                  <c:v>42128</c:v>
                </c:pt>
                <c:pt idx="2861">
                  <c:v>42125</c:v>
                </c:pt>
                <c:pt idx="2862">
                  <c:v>42124</c:v>
                </c:pt>
                <c:pt idx="2863">
                  <c:v>42123</c:v>
                </c:pt>
                <c:pt idx="2864">
                  <c:v>42122</c:v>
                </c:pt>
                <c:pt idx="2865">
                  <c:v>42121</c:v>
                </c:pt>
                <c:pt idx="2866">
                  <c:v>42118</c:v>
                </c:pt>
                <c:pt idx="2867">
                  <c:v>42117</c:v>
                </c:pt>
                <c:pt idx="2868">
                  <c:v>42116</c:v>
                </c:pt>
                <c:pt idx="2869">
                  <c:v>42115</c:v>
                </c:pt>
                <c:pt idx="2870">
                  <c:v>42114</c:v>
                </c:pt>
                <c:pt idx="2871">
                  <c:v>42111</c:v>
                </c:pt>
                <c:pt idx="2872">
                  <c:v>42110</c:v>
                </c:pt>
                <c:pt idx="2873">
                  <c:v>42109</c:v>
                </c:pt>
                <c:pt idx="2874">
                  <c:v>42108</c:v>
                </c:pt>
                <c:pt idx="2875">
                  <c:v>42107</c:v>
                </c:pt>
                <c:pt idx="2876">
                  <c:v>42104</c:v>
                </c:pt>
                <c:pt idx="2877">
                  <c:v>42103</c:v>
                </c:pt>
                <c:pt idx="2878">
                  <c:v>42102</c:v>
                </c:pt>
                <c:pt idx="2879">
                  <c:v>42101</c:v>
                </c:pt>
                <c:pt idx="2880">
                  <c:v>42100</c:v>
                </c:pt>
                <c:pt idx="2881">
                  <c:v>42097</c:v>
                </c:pt>
                <c:pt idx="2882">
                  <c:v>42096</c:v>
                </c:pt>
                <c:pt idx="2883">
                  <c:v>42095</c:v>
                </c:pt>
                <c:pt idx="2884">
                  <c:v>42094</c:v>
                </c:pt>
                <c:pt idx="2885">
                  <c:v>42093</c:v>
                </c:pt>
                <c:pt idx="2886">
                  <c:v>42090</c:v>
                </c:pt>
                <c:pt idx="2887">
                  <c:v>42089</c:v>
                </c:pt>
                <c:pt idx="2888">
                  <c:v>42088</c:v>
                </c:pt>
                <c:pt idx="2889">
                  <c:v>42087</c:v>
                </c:pt>
                <c:pt idx="2890">
                  <c:v>42086</c:v>
                </c:pt>
                <c:pt idx="2891">
                  <c:v>42083</c:v>
                </c:pt>
                <c:pt idx="2892">
                  <c:v>42082</c:v>
                </c:pt>
                <c:pt idx="2893">
                  <c:v>42081</c:v>
                </c:pt>
                <c:pt idx="2894">
                  <c:v>42080</c:v>
                </c:pt>
                <c:pt idx="2895">
                  <c:v>42079</c:v>
                </c:pt>
                <c:pt idx="2896">
                  <c:v>42076</c:v>
                </c:pt>
                <c:pt idx="2897">
                  <c:v>42075</c:v>
                </c:pt>
                <c:pt idx="2898">
                  <c:v>42074</c:v>
                </c:pt>
                <c:pt idx="2899">
                  <c:v>42073</c:v>
                </c:pt>
                <c:pt idx="2900">
                  <c:v>42072</c:v>
                </c:pt>
                <c:pt idx="2901">
                  <c:v>42069</c:v>
                </c:pt>
                <c:pt idx="2902">
                  <c:v>42068</c:v>
                </c:pt>
                <c:pt idx="2903">
                  <c:v>42067</c:v>
                </c:pt>
                <c:pt idx="2904">
                  <c:v>42066</c:v>
                </c:pt>
                <c:pt idx="2905">
                  <c:v>42065</c:v>
                </c:pt>
                <c:pt idx="2906">
                  <c:v>42062</c:v>
                </c:pt>
                <c:pt idx="2907">
                  <c:v>42061</c:v>
                </c:pt>
                <c:pt idx="2908">
                  <c:v>42060</c:v>
                </c:pt>
                <c:pt idx="2909">
                  <c:v>42059</c:v>
                </c:pt>
                <c:pt idx="2910">
                  <c:v>42058</c:v>
                </c:pt>
                <c:pt idx="2911">
                  <c:v>42055</c:v>
                </c:pt>
                <c:pt idx="2912">
                  <c:v>42054</c:v>
                </c:pt>
                <c:pt idx="2913">
                  <c:v>42053</c:v>
                </c:pt>
                <c:pt idx="2914">
                  <c:v>42052</c:v>
                </c:pt>
                <c:pt idx="2915">
                  <c:v>42051</c:v>
                </c:pt>
                <c:pt idx="2916">
                  <c:v>42048</c:v>
                </c:pt>
                <c:pt idx="2917">
                  <c:v>42047</c:v>
                </c:pt>
                <c:pt idx="2918">
                  <c:v>42046</c:v>
                </c:pt>
                <c:pt idx="2919">
                  <c:v>42045</c:v>
                </c:pt>
                <c:pt idx="2920">
                  <c:v>42044</c:v>
                </c:pt>
                <c:pt idx="2921">
                  <c:v>42041</c:v>
                </c:pt>
                <c:pt idx="2922">
                  <c:v>42040</c:v>
                </c:pt>
                <c:pt idx="2923">
                  <c:v>42039</c:v>
                </c:pt>
                <c:pt idx="2924">
                  <c:v>42038</c:v>
                </c:pt>
                <c:pt idx="2925">
                  <c:v>42037</c:v>
                </c:pt>
                <c:pt idx="2926">
                  <c:v>42034</c:v>
                </c:pt>
                <c:pt idx="2927">
                  <c:v>42033</c:v>
                </c:pt>
                <c:pt idx="2928">
                  <c:v>42032</c:v>
                </c:pt>
                <c:pt idx="2929">
                  <c:v>42031</c:v>
                </c:pt>
                <c:pt idx="2930">
                  <c:v>42030</c:v>
                </c:pt>
                <c:pt idx="2931">
                  <c:v>42027</c:v>
                </c:pt>
                <c:pt idx="2932">
                  <c:v>42026</c:v>
                </c:pt>
                <c:pt idx="2933">
                  <c:v>42025</c:v>
                </c:pt>
                <c:pt idx="2934">
                  <c:v>42024</c:v>
                </c:pt>
                <c:pt idx="2935">
                  <c:v>42023</c:v>
                </c:pt>
                <c:pt idx="2936">
                  <c:v>42020</c:v>
                </c:pt>
                <c:pt idx="2937">
                  <c:v>42019</c:v>
                </c:pt>
                <c:pt idx="2938">
                  <c:v>42018</c:v>
                </c:pt>
                <c:pt idx="2939">
                  <c:v>42017</c:v>
                </c:pt>
                <c:pt idx="2940">
                  <c:v>42016</c:v>
                </c:pt>
                <c:pt idx="2941">
                  <c:v>42013</c:v>
                </c:pt>
                <c:pt idx="2942">
                  <c:v>42012</c:v>
                </c:pt>
                <c:pt idx="2943">
                  <c:v>42011</c:v>
                </c:pt>
                <c:pt idx="2944">
                  <c:v>42010</c:v>
                </c:pt>
                <c:pt idx="2945">
                  <c:v>42009</c:v>
                </c:pt>
                <c:pt idx="2946">
                  <c:v>42006</c:v>
                </c:pt>
                <c:pt idx="2947">
                  <c:v>42005</c:v>
                </c:pt>
                <c:pt idx="2948">
                  <c:v>42004</c:v>
                </c:pt>
                <c:pt idx="2949">
                  <c:v>42003</c:v>
                </c:pt>
                <c:pt idx="2950">
                  <c:v>42002</c:v>
                </c:pt>
                <c:pt idx="2951">
                  <c:v>41999</c:v>
                </c:pt>
                <c:pt idx="2952">
                  <c:v>41998</c:v>
                </c:pt>
                <c:pt idx="2953">
                  <c:v>41997</c:v>
                </c:pt>
                <c:pt idx="2954">
                  <c:v>41996</c:v>
                </c:pt>
                <c:pt idx="2955">
                  <c:v>41995</c:v>
                </c:pt>
                <c:pt idx="2956">
                  <c:v>41992</c:v>
                </c:pt>
                <c:pt idx="2957">
                  <c:v>41991</c:v>
                </c:pt>
                <c:pt idx="2958">
                  <c:v>41990</c:v>
                </c:pt>
                <c:pt idx="2959">
                  <c:v>41989</c:v>
                </c:pt>
                <c:pt idx="2960">
                  <c:v>41988</c:v>
                </c:pt>
                <c:pt idx="2961">
                  <c:v>41985</c:v>
                </c:pt>
                <c:pt idx="2962">
                  <c:v>41984</c:v>
                </c:pt>
                <c:pt idx="2963">
                  <c:v>41983</c:v>
                </c:pt>
                <c:pt idx="2964">
                  <c:v>41982</c:v>
                </c:pt>
                <c:pt idx="2965">
                  <c:v>41981</c:v>
                </c:pt>
                <c:pt idx="2966">
                  <c:v>41978</c:v>
                </c:pt>
                <c:pt idx="2967">
                  <c:v>41977</c:v>
                </c:pt>
                <c:pt idx="2968">
                  <c:v>41976</c:v>
                </c:pt>
                <c:pt idx="2969">
                  <c:v>41975</c:v>
                </c:pt>
                <c:pt idx="2970">
                  <c:v>41974</c:v>
                </c:pt>
                <c:pt idx="2971">
                  <c:v>41971</c:v>
                </c:pt>
                <c:pt idx="2972">
                  <c:v>41970</c:v>
                </c:pt>
                <c:pt idx="2973">
                  <c:v>41969</c:v>
                </c:pt>
                <c:pt idx="2974">
                  <c:v>41968</c:v>
                </c:pt>
                <c:pt idx="2975">
                  <c:v>41967</c:v>
                </c:pt>
                <c:pt idx="2976">
                  <c:v>41964</c:v>
                </c:pt>
                <c:pt idx="2977">
                  <c:v>41963</c:v>
                </c:pt>
                <c:pt idx="2978">
                  <c:v>41962</c:v>
                </c:pt>
                <c:pt idx="2979">
                  <c:v>41961</c:v>
                </c:pt>
                <c:pt idx="2980">
                  <c:v>41960</c:v>
                </c:pt>
                <c:pt idx="2981">
                  <c:v>41957</c:v>
                </c:pt>
                <c:pt idx="2982">
                  <c:v>41956</c:v>
                </c:pt>
                <c:pt idx="2983">
                  <c:v>41955</c:v>
                </c:pt>
                <c:pt idx="2984">
                  <c:v>41954</c:v>
                </c:pt>
                <c:pt idx="2985">
                  <c:v>41953</c:v>
                </c:pt>
                <c:pt idx="2986">
                  <c:v>41950</c:v>
                </c:pt>
                <c:pt idx="2987">
                  <c:v>41949</c:v>
                </c:pt>
                <c:pt idx="2988">
                  <c:v>41948</c:v>
                </c:pt>
                <c:pt idx="2989">
                  <c:v>41947</c:v>
                </c:pt>
                <c:pt idx="2990">
                  <c:v>41946</c:v>
                </c:pt>
                <c:pt idx="2991">
                  <c:v>41943</c:v>
                </c:pt>
                <c:pt idx="2992">
                  <c:v>41942</c:v>
                </c:pt>
                <c:pt idx="2993">
                  <c:v>41941</c:v>
                </c:pt>
                <c:pt idx="2994">
                  <c:v>41940</c:v>
                </c:pt>
                <c:pt idx="2995">
                  <c:v>41939</c:v>
                </c:pt>
                <c:pt idx="2996">
                  <c:v>41936</c:v>
                </c:pt>
                <c:pt idx="2997">
                  <c:v>41935</c:v>
                </c:pt>
                <c:pt idx="2998">
                  <c:v>41934</c:v>
                </c:pt>
                <c:pt idx="2999">
                  <c:v>41933</c:v>
                </c:pt>
                <c:pt idx="3000">
                  <c:v>41932</c:v>
                </c:pt>
                <c:pt idx="3001">
                  <c:v>41929</c:v>
                </c:pt>
                <c:pt idx="3002">
                  <c:v>41928</c:v>
                </c:pt>
                <c:pt idx="3003">
                  <c:v>41927</c:v>
                </c:pt>
                <c:pt idx="3004">
                  <c:v>41926</c:v>
                </c:pt>
                <c:pt idx="3005">
                  <c:v>41925</c:v>
                </c:pt>
                <c:pt idx="3006">
                  <c:v>41922</c:v>
                </c:pt>
                <c:pt idx="3007">
                  <c:v>41921</c:v>
                </c:pt>
                <c:pt idx="3008">
                  <c:v>41920</c:v>
                </c:pt>
                <c:pt idx="3009">
                  <c:v>41919</c:v>
                </c:pt>
                <c:pt idx="3010">
                  <c:v>41918</c:v>
                </c:pt>
                <c:pt idx="3011">
                  <c:v>41915</c:v>
                </c:pt>
                <c:pt idx="3012">
                  <c:v>41914</c:v>
                </c:pt>
                <c:pt idx="3013">
                  <c:v>41913</c:v>
                </c:pt>
                <c:pt idx="3014">
                  <c:v>41912</c:v>
                </c:pt>
                <c:pt idx="3015">
                  <c:v>41911</c:v>
                </c:pt>
                <c:pt idx="3016">
                  <c:v>41908</c:v>
                </c:pt>
                <c:pt idx="3017">
                  <c:v>41907</c:v>
                </c:pt>
                <c:pt idx="3018">
                  <c:v>41906</c:v>
                </c:pt>
                <c:pt idx="3019">
                  <c:v>41905</c:v>
                </c:pt>
                <c:pt idx="3020">
                  <c:v>41904</c:v>
                </c:pt>
                <c:pt idx="3021">
                  <c:v>41901</c:v>
                </c:pt>
                <c:pt idx="3022">
                  <c:v>41900</c:v>
                </c:pt>
                <c:pt idx="3023">
                  <c:v>41899</c:v>
                </c:pt>
                <c:pt idx="3024">
                  <c:v>41898</c:v>
                </c:pt>
                <c:pt idx="3025">
                  <c:v>41897</c:v>
                </c:pt>
                <c:pt idx="3026">
                  <c:v>41894</c:v>
                </c:pt>
                <c:pt idx="3027">
                  <c:v>41893</c:v>
                </c:pt>
                <c:pt idx="3028">
                  <c:v>41892</c:v>
                </c:pt>
                <c:pt idx="3029">
                  <c:v>41891</c:v>
                </c:pt>
                <c:pt idx="3030">
                  <c:v>41890</c:v>
                </c:pt>
                <c:pt idx="3031">
                  <c:v>41887</c:v>
                </c:pt>
                <c:pt idx="3032">
                  <c:v>41886</c:v>
                </c:pt>
                <c:pt idx="3033">
                  <c:v>41885</c:v>
                </c:pt>
                <c:pt idx="3034">
                  <c:v>41884</c:v>
                </c:pt>
                <c:pt idx="3035">
                  <c:v>41883</c:v>
                </c:pt>
                <c:pt idx="3036">
                  <c:v>41880</c:v>
                </c:pt>
                <c:pt idx="3037">
                  <c:v>41879</c:v>
                </c:pt>
                <c:pt idx="3038">
                  <c:v>41878</c:v>
                </c:pt>
                <c:pt idx="3039">
                  <c:v>41877</c:v>
                </c:pt>
                <c:pt idx="3040">
                  <c:v>41876</c:v>
                </c:pt>
                <c:pt idx="3041">
                  <c:v>41873</c:v>
                </c:pt>
                <c:pt idx="3042">
                  <c:v>41872</c:v>
                </c:pt>
                <c:pt idx="3043">
                  <c:v>41871</c:v>
                </c:pt>
                <c:pt idx="3044">
                  <c:v>41870</c:v>
                </c:pt>
                <c:pt idx="3045">
                  <c:v>41869</c:v>
                </c:pt>
                <c:pt idx="3046">
                  <c:v>41866</c:v>
                </c:pt>
                <c:pt idx="3047">
                  <c:v>41865</c:v>
                </c:pt>
                <c:pt idx="3048">
                  <c:v>41864</c:v>
                </c:pt>
                <c:pt idx="3049">
                  <c:v>41863</c:v>
                </c:pt>
                <c:pt idx="3050">
                  <c:v>41862</c:v>
                </c:pt>
                <c:pt idx="3051">
                  <c:v>41859</c:v>
                </c:pt>
                <c:pt idx="3052">
                  <c:v>41858</c:v>
                </c:pt>
                <c:pt idx="3053">
                  <c:v>41857</c:v>
                </c:pt>
                <c:pt idx="3054">
                  <c:v>41856</c:v>
                </c:pt>
                <c:pt idx="3055">
                  <c:v>41855</c:v>
                </c:pt>
                <c:pt idx="3056">
                  <c:v>41852</c:v>
                </c:pt>
                <c:pt idx="3057">
                  <c:v>41851</c:v>
                </c:pt>
                <c:pt idx="3058">
                  <c:v>41850</c:v>
                </c:pt>
                <c:pt idx="3059">
                  <c:v>41849</c:v>
                </c:pt>
                <c:pt idx="3060">
                  <c:v>41848</c:v>
                </c:pt>
                <c:pt idx="3061">
                  <c:v>41845</c:v>
                </c:pt>
                <c:pt idx="3062">
                  <c:v>41844</c:v>
                </c:pt>
                <c:pt idx="3063">
                  <c:v>41843</c:v>
                </c:pt>
                <c:pt idx="3064">
                  <c:v>41842</c:v>
                </c:pt>
                <c:pt idx="3065">
                  <c:v>41841</c:v>
                </c:pt>
                <c:pt idx="3066">
                  <c:v>41838</c:v>
                </c:pt>
                <c:pt idx="3067">
                  <c:v>41837</c:v>
                </c:pt>
                <c:pt idx="3068">
                  <c:v>41836</c:v>
                </c:pt>
                <c:pt idx="3069">
                  <c:v>41835</c:v>
                </c:pt>
                <c:pt idx="3070">
                  <c:v>41834</c:v>
                </c:pt>
                <c:pt idx="3071">
                  <c:v>41831</c:v>
                </c:pt>
                <c:pt idx="3072">
                  <c:v>41830</c:v>
                </c:pt>
                <c:pt idx="3073">
                  <c:v>41829</c:v>
                </c:pt>
                <c:pt idx="3074">
                  <c:v>41828</c:v>
                </c:pt>
                <c:pt idx="3075">
                  <c:v>41827</c:v>
                </c:pt>
                <c:pt idx="3076">
                  <c:v>41824</c:v>
                </c:pt>
                <c:pt idx="3077">
                  <c:v>41823</c:v>
                </c:pt>
                <c:pt idx="3078">
                  <c:v>41822</c:v>
                </c:pt>
                <c:pt idx="3079">
                  <c:v>41821</c:v>
                </c:pt>
                <c:pt idx="3080">
                  <c:v>41820</c:v>
                </c:pt>
                <c:pt idx="3081">
                  <c:v>41817</c:v>
                </c:pt>
                <c:pt idx="3082">
                  <c:v>41816</c:v>
                </c:pt>
                <c:pt idx="3083">
                  <c:v>41815</c:v>
                </c:pt>
                <c:pt idx="3084">
                  <c:v>41814</c:v>
                </c:pt>
                <c:pt idx="3085">
                  <c:v>41813</c:v>
                </c:pt>
                <c:pt idx="3086">
                  <c:v>41810</c:v>
                </c:pt>
                <c:pt idx="3087">
                  <c:v>41809</c:v>
                </c:pt>
                <c:pt idx="3088">
                  <c:v>41808</c:v>
                </c:pt>
                <c:pt idx="3089">
                  <c:v>41807</c:v>
                </c:pt>
                <c:pt idx="3090">
                  <c:v>41806</c:v>
                </c:pt>
                <c:pt idx="3091">
                  <c:v>41803</c:v>
                </c:pt>
                <c:pt idx="3092">
                  <c:v>41802</c:v>
                </c:pt>
                <c:pt idx="3093">
                  <c:v>41801</c:v>
                </c:pt>
                <c:pt idx="3094">
                  <c:v>41800</c:v>
                </c:pt>
                <c:pt idx="3095">
                  <c:v>41799</c:v>
                </c:pt>
                <c:pt idx="3096">
                  <c:v>41796</c:v>
                </c:pt>
                <c:pt idx="3097">
                  <c:v>41795</c:v>
                </c:pt>
                <c:pt idx="3098">
                  <c:v>41794</c:v>
                </c:pt>
                <c:pt idx="3099">
                  <c:v>41793</c:v>
                </c:pt>
                <c:pt idx="3100">
                  <c:v>41792</c:v>
                </c:pt>
                <c:pt idx="3101">
                  <c:v>41789</c:v>
                </c:pt>
                <c:pt idx="3102">
                  <c:v>41788</c:v>
                </c:pt>
                <c:pt idx="3103">
                  <c:v>41787</c:v>
                </c:pt>
                <c:pt idx="3104">
                  <c:v>41786</c:v>
                </c:pt>
                <c:pt idx="3105">
                  <c:v>41785</c:v>
                </c:pt>
                <c:pt idx="3106">
                  <c:v>41782</c:v>
                </c:pt>
                <c:pt idx="3107">
                  <c:v>41781</c:v>
                </c:pt>
                <c:pt idx="3108">
                  <c:v>41780</c:v>
                </c:pt>
                <c:pt idx="3109">
                  <c:v>41779</c:v>
                </c:pt>
                <c:pt idx="3110">
                  <c:v>41778</c:v>
                </c:pt>
                <c:pt idx="3111">
                  <c:v>41775</c:v>
                </c:pt>
                <c:pt idx="3112">
                  <c:v>41774</c:v>
                </c:pt>
                <c:pt idx="3113">
                  <c:v>41773</c:v>
                </c:pt>
                <c:pt idx="3114">
                  <c:v>41772</c:v>
                </c:pt>
                <c:pt idx="3115">
                  <c:v>41771</c:v>
                </c:pt>
                <c:pt idx="3116">
                  <c:v>41768</c:v>
                </c:pt>
                <c:pt idx="3117">
                  <c:v>41767</c:v>
                </c:pt>
                <c:pt idx="3118">
                  <c:v>41766</c:v>
                </c:pt>
                <c:pt idx="3119">
                  <c:v>41765</c:v>
                </c:pt>
                <c:pt idx="3120">
                  <c:v>41764</c:v>
                </c:pt>
                <c:pt idx="3121">
                  <c:v>41761</c:v>
                </c:pt>
                <c:pt idx="3122">
                  <c:v>41760</c:v>
                </c:pt>
                <c:pt idx="3123">
                  <c:v>41759</c:v>
                </c:pt>
                <c:pt idx="3124">
                  <c:v>41758</c:v>
                </c:pt>
                <c:pt idx="3125">
                  <c:v>41757</c:v>
                </c:pt>
                <c:pt idx="3126">
                  <c:v>41754</c:v>
                </c:pt>
                <c:pt idx="3127">
                  <c:v>41753</c:v>
                </c:pt>
                <c:pt idx="3128">
                  <c:v>41752</c:v>
                </c:pt>
                <c:pt idx="3129">
                  <c:v>41751</c:v>
                </c:pt>
                <c:pt idx="3130">
                  <c:v>41750</c:v>
                </c:pt>
                <c:pt idx="3131">
                  <c:v>41747</c:v>
                </c:pt>
                <c:pt idx="3132">
                  <c:v>41746</c:v>
                </c:pt>
                <c:pt idx="3133">
                  <c:v>41745</c:v>
                </c:pt>
                <c:pt idx="3134">
                  <c:v>41744</c:v>
                </c:pt>
                <c:pt idx="3135">
                  <c:v>41743</c:v>
                </c:pt>
                <c:pt idx="3136">
                  <c:v>41740</c:v>
                </c:pt>
                <c:pt idx="3137">
                  <c:v>41739</c:v>
                </c:pt>
                <c:pt idx="3138">
                  <c:v>41738</c:v>
                </c:pt>
                <c:pt idx="3139">
                  <c:v>41737</c:v>
                </c:pt>
                <c:pt idx="3140">
                  <c:v>41736</c:v>
                </c:pt>
                <c:pt idx="3141">
                  <c:v>41733</c:v>
                </c:pt>
                <c:pt idx="3142">
                  <c:v>41732</c:v>
                </c:pt>
                <c:pt idx="3143">
                  <c:v>41731</c:v>
                </c:pt>
                <c:pt idx="3144">
                  <c:v>41730</c:v>
                </c:pt>
                <c:pt idx="3145">
                  <c:v>41729</c:v>
                </c:pt>
                <c:pt idx="3146">
                  <c:v>41726</c:v>
                </c:pt>
                <c:pt idx="3147">
                  <c:v>41725</c:v>
                </c:pt>
                <c:pt idx="3148">
                  <c:v>41724</c:v>
                </c:pt>
                <c:pt idx="3149">
                  <c:v>41723</c:v>
                </c:pt>
                <c:pt idx="3150">
                  <c:v>41722</c:v>
                </c:pt>
                <c:pt idx="3151">
                  <c:v>41719</c:v>
                </c:pt>
                <c:pt idx="3152">
                  <c:v>41718</c:v>
                </c:pt>
                <c:pt idx="3153">
                  <c:v>41717</c:v>
                </c:pt>
                <c:pt idx="3154">
                  <c:v>41716</c:v>
                </c:pt>
                <c:pt idx="3155">
                  <c:v>41715</c:v>
                </c:pt>
                <c:pt idx="3156">
                  <c:v>41712</c:v>
                </c:pt>
                <c:pt idx="3157">
                  <c:v>41711</c:v>
                </c:pt>
                <c:pt idx="3158">
                  <c:v>41710</c:v>
                </c:pt>
                <c:pt idx="3159">
                  <c:v>41709</c:v>
                </c:pt>
                <c:pt idx="3160">
                  <c:v>41708</c:v>
                </c:pt>
                <c:pt idx="3161">
                  <c:v>41705</c:v>
                </c:pt>
                <c:pt idx="3162">
                  <c:v>41704</c:v>
                </c:pt>
                <c:pt idx="3163">
                  <c:v>41703</c:v>
                </c:pt>
                <c:pt idx="3164">
                  <c:v>41702</c:v>
                </c:pt>
                <c:pt idx="3165">
                  <c:v>41701</c:v>
                </c:pt>
                <c:pt idx="3166">
                  <c:v>41698</c:v>
                </c:pt>
                <c:pt idx="3167">
                  <c:v>41697</c:v>
                </c:pt>
                <c:pt idx="3168">
                  <c:v>41696</c:v>
                </c:pt>
                <c:pt idx="3169">
                  <c:v>41695</c:v>
                </c:pt>
                <c:pt idx="3170">
                  <c:v>41694</c:v>
                </c:pt>
                <c:pt idx="3171">
                  <c:v>41691</c:v>
                </c:pt>
                <c:pt idx="3172">
                  <c:v>41690</c:v>
                </c:pt>
                <c:pt idx="3173">
                  <c:v>41689</c:v>
                </c:pt>
                <c:pt idx="3174">
                  <c:v>41688</c:v>
                </c:pt>
                <c:pt idx="3175">
                  <c:v>41687</c:v>
                </c:pt>
                <c:pt idx="3176">
                  <c:v>41684</c:v>
                </c:pt>
                <c:pt idx="3177">
                  <c:v>41683</c:v>
                </c:pt>
                <c:pt idx="3178">
                  <c:v>41682</c:v>
                </c:pt>
                <c:pt idx="3179">
                  <c:v>41681</c:v>
                </c:pt>
                <c:pt idx="3180">
                  <c:v>41680</c:v>
                </c:pt>
                <c:pt idx="3181">
                  <c:v>41677</c:v>
                </c:pt>
                <c:pt idx="3182">
                  <c:v>41676</c:v>
                </c:pt>
                <c:pt idx="3183">
                  <c:v>41675</c:v>
                </c:pt>
                <c:pt idx="3184">
                  <c:v>41674</c:v>
                </c:pt>
                <c:pt idx="3185">
                  <c:v>41673</c:v>
                </c:pt>
                <c:pt idx="3186">
                  <c:v>41670</c:v>
                </c:pt>
                <c:pt idx="3187">
                  <c:v>41669</c:v>
                </c:pt>
                <c:pt idx="3188">
                  <c:v>41668</c:v>
                </c:pt>
                <c:pt idx="3189">
                  <c:v>41667</c:v>
                </c:pt>
                <c:pt idx="3190">
                  <c:v>41666</c:v>
                </c:pt>
                <c:pt idx="3191">
                  <c:v>41663</c:v>
                </c:pt>
                <c:pt idx="3192">
                  <c:v>41662</c:v>
                </c:pt>
                <c:pt idx="3193">
                  <c:v>41661</c:v>
                </c:pt>
                <c:pt idx="3194">
                  <c:v>41660</c:v>
                </c:pt>
                <c:pt idx="3195">
                  <c:v>41659</c:v>
                </c:pt>
                <c:pt idx="3196">
                  <c:v>41656</c:v>
                </c:pt>
                <c:pt idx="3197">
                  <c:v>41655</c:v>
                </c:pt>
                <c:pt idx="3198">
                  <c:v>41654</c:v>
                </c:pt>
                <c:pt idx="3199">
                  <c:v>41653</c:v>
                </c:pt>
                <c:pt idx="3200">
                  <c:v>41652</c:v>
                </c:pt>
                <c:pt idx="3201">
                  <c:v>41649</c:v>
                </c:pt>
                <c:pt idx="3202">
                  <c:v>41648</c:v>
                </c:pt>
                <c:pt idx="3203">
                  <c:v>41647</c:v>
                </c:pt>
                <c:pt idx="3204">
                  <c:v>41646</c:v>
                </c:pt>
                <c:pt idx="3205">
                  <c:v>41645</c:v>
                </c:pt>
                <c:pt idx="3206">
                  <c:v>41642</c:v>
                </c:pt>
                <c:pt idx="3207">
                  <c:v>41641</c:v>
                </c:pt>
                <c:pt idx="3208">
                  <c:v>41640</c:v>
                </c:pt>
                <c:pt idx="3209">
                  <c:v>41639</c:v>
                </c:pt>
                <c:pt idx="3210">
                  <c:v>41638</c:v>
                </c:pt>
                <c:pt idx="3211">
                  <c:v>41635</c:v>
                </c:pt>
                <c:pt idx="3212">
                  <c:v>41634</c:v>
                </c:pt>
                <c:pt idx="3213">
                  <c:v>41633</c:v>
                </c:pt>
                <c:pt idx="3214">
                  <c:v>41632</c:v>
                </c:pt>
                <c:pt idx="3215">
                  <c:v>41631</c:v>
                </c:pt>
                <c:pt idx="3216">
                  <c:v>41628</c:v>
                </c:pt>
                <c:pt idx="3217">
                  <c:v>41627</c:v>
                </c:pt>
                <c:pt idx="3218">
                  <c:v>41626</c:v>
                </c:pt>
                <c:pt idx="3219">
                  <c:v>41625</c:v>
                </c:pt>
                <c:pt idx="3220">
                  <c:v>41624</c:v>
                </c:pt>
                <c:pt idx="3221">
                  <c:v>41621</c:v>
                </c:pt>
                <c:pt idx="3222">
                  <c:v>41620</c:v>
                </c:pt>
                <c:pt idx="3223">
                  <c:v>41619</c:v>
                </c:pt>
                <c:pt idx="3224">
                  <c:v>41618</c:v>
                </c:pt>
                <c:pt idx="3225">
                  <c:v>41617</c:v>
                </c:pt>
                <c:pt idx="3226">
                  <c:v>41614</c:v>
                </c:pt>
                <c:pt idx="3227">
                  <c:v>41613</c:v>
                </c:pt>
                <c:pt idx="3228">
                  <c:v>41612</c:v>
                </c:pt>
                <c:pt idx="3229">
                  <c:v>41611</c:v>
                </c:pt>
                <c:pt idx="3230">
                  <c:v>41610</c:v>
                </c:pt>
                <c:pt idx="3231">
                  <c:v>41607</c:v>
                </c:pt>
                <c:pt idx="3232">
                  <c:v>41606</c:v>
                </c:pt>
                <c:pt idx="3233">
                  <c:v>41605</c:v>
                </c:pt>
                <c:pt idx="3234">
                  <c:v>41604</c:v>
                </c:pt>
                <c:pt idx="3235">
                  <c:v>41603</c:v>
                </c:pt>
                <c:pt idx="3236">
                  <c:v>41600</c:v>
                </c:pt>
                <c:pt idx="3237">
                  <c:v>41599</c:v>
                </c:pt>
                <c:pt idx="3238">
                  <c:v>41598</c:v>
                </c:pt>
                <c:pt idx="3239">
                  <c:v>41597</c:v>
                </c:pt>
                <c:pt idx="3240">
                  <c:v>41596</c:v>
                </c:pt>
                <c:pt idx="3241">
                  <c:v>41593</c:v>
                </c:pt>
                <c:pt idx="3242">
                  <c:v>41592</c:v>
                </c:pt>
                <c:pt idx="3243">
                  <c:v>41591</c:v>
                </c:pt>
                <c:pt idx="3244">
                  <c:v>41590</c:v>
                </c:pt>
                <c:pt idx="3245">
                  <c:v>41589</c:v>
                </c:pt>
                <c:pt idx="3246">
                  <c:v>41586</c:v>
                </c:pt>
                <c:pt idx="3247">
                  <c:v>41585</c:v>
                </c:pt>
                <c:pt idx="3248">
                  <c:v>41584</c:v>
                </c:pt>
                <c:pt idx="3249">
                  <c:v>41583</c:v>
                </c:pt>
                <c:pt idx="3250">
                  <c:v>41582</c:v>
                </c:pt>
                <c:pt idx="3251">
                  <c:v>41579</c:v>
                </c:pt>
                <c:pt idx="3252">
                  <c:v>41578</c:v>
                </c:pt>
                <c:pt idx="3253">
                  <c:v>41577</c:v>
                </c:pt>
                <c:pt idx="3254">
                  <c:v>41576</c:v>
                </c:pt>
                <c:pt idx="3255">
                  <c:v>41575</c:v>
                </c:pt>
                <c:pt idx="3256">
                  <c:v>41572</c:v>
                </c:pt>
                <c:pt idx="3257">
                  <c:v>41571</c:v>
                </c:pt>
                <c:pt idx="3258">
                  <c:v>41570</c:v>
                </c:pt>
                <c:pt idx="3259">
                  <c:v>41569</c:v>
                </c:pt>
                <c:pt idx="3260">
                  <c:v>41568</c:v>
                </c:pt>
                <c:pt idx="3261">
                  <c:v>41565</c:v>
                </c:pt>
                <c:pt idx="3262">
                  <c:v>41564</c:v>
                </c:pt>
                <c:pt idx="3263">
                  <c:v>41563</c:v>
                </c:pt>
                <c:pt idx="3264">
                  <c:v>41562</c:v>
                </c:pt>
                <c:pt idx="3265">
                  <c:v>41561</c:v>
                </c:pt>
                <c:pt idx="3266">
                  <c:v>41558</c:v>
                </c:pt>
                <c:pt idx="3267">
                  <c:v>41557</c:v>
                </c:pt>
                <c:pt idx="3268">
                  <c:v>41556</c:v>
                </c:pt>
                <c:pt idx="3269">
                  <c:v>41555</c:v>
                </c:pt>
                <c:pt idx="3270">
                  <c:v>41554</c:v>
                </c:pt>
                <c:pt idx="3271">
                  <c:v>41551</c:v>
                </c:pt>
                <c:pt idx="3272">
                  <c:v>41550</c:v>
                </c:pt>
                <c:pt idx="3273">
                  <c:v>41549</c:v>
                </c:pt>
                <c:pt idx="3274">
                  <c:v>41548</c:v>
                </c:pt>
                <c:pt idx="3275">
                  <c:v>41547</c:v>
                </c:pt>
                <c:pt idx="3276">
                  <c:v>41544</c:v>
                </c:pt>
                <c:pt idx="3277">
                  <c:v>41543</c:v>
                </c:pt>
                <c:pt idx="3278">
                  <c:v>41542</c:v>
                </c:pt>
                <c:pt idx="3279">
                  <c:v>41541</c:v>
                </c:pt>
                <c:pt idx="3280">
                  <c:v>41540</c:v>
                </c:pt>
                <c:pt idx="3281">
                  <c:v>41537</c:v>
                </c:pt>
                <c:pt idx="3282">
                  <c:v>41536</c:v>
                </c:pt>
                <c:pt idx="3283">
                  <c:v>41535</c:v>
                </c:pt>
                <c:pt idx="3284">
                  <c:v>41534</c:v>
                </c:pt>
                <c:pt idx="3285">
                  <c:v>41533</c:v>
                </c:pt>
                <c:pt idx="3286">
                  <c:v>41530</c:v>
                </c:pt>
                <c:pt idx="3287">
                  <c:v>41529</c:v>
                </c:pt>
                <c:pt idx="3288">
                  <c:v>41528</c:v>
                </c:pt>
                <c:pt idx="3289">
                  <c:v>41527</c:v>
                </c:pt>
                <c:pt idx="3290">
                  <c:v>41526</c:v>
                </c:pt>
                <c:pt idx="3291">
                  <c:v>41523</c:v>
                </c:pt>
                <c:pt idx="3292">
                  <c:v>41522</c:v>
                </c:pt>
                <c:pt idx="3293">
                  <c:v>41521</c:v>
                </c:pt>
                <c:pt idx="3294">
                  <c:v>41520</c:v>
                </c:pt>
                <c:pt idx="3295">
                  <c:v>41519</c:v>
                </c:pt>
                <c:pt idx="3296">
                  <c:v>41516</c:v>
                </c:pt>
                <c:pt idx="3297">
                  <c:v>41515</c:v>
                </c:pt>
                <c:pt idx="3298">
                  <c:v>41514</c:v>
                </c:pt>
                <c:pt idx="3299">
                  <c:v>41513</c:v>
                </c:pt>
                <c:pt idx="3300">
                  <c:v>41512</c:v>
                </c:pt>
                <c:pt idx="3301">
                  <c:v>41509</c:v>
                </c:pt>
                <c:pt idx="3302">
                  <c:v>41508</c:v>
                </c:pt>
                <c:pt idx="3303">
                  <c:v>41507</c:v>
                </c:pt>
                <c:pt idx="3304">
                  <c:v>41506</c:v>
                </c:pt>
                <c:pt idx="3305">
                  <c:v>41505</c:v>
                </c:pt>
                <c:pt idx="3306">
                  <c:v>41502</c:v>
                </c:pt>
                <c:pt idx="3307">
                  <c:v>41501</c:v>
                </c:pt>
                <c:pt idx="3308">
                  <c:v>41500</c:v>
                </c:pt>
                <c:pt idx="3309">
                  <c:v>41499</c:v>
                </c:pt>
                <c:pt idx="3310">
                  <c:v>41498</c:v>
                </c:pt>
                <c:pt idx="3311">
                  <c:v>41495</c:v>
                </c:pt>
                <c:pt idx="3312">
                  <c:v>41494</c:v>
                </c:pt>
                <c:pt idx="3313">
                  <c:v>41493</c:v>
                </c:pt>
                <c:pt idx="3314">
                  <c:v>41492</c:v>
                </c:pt>
                <c:pt idx="3315">
                  <c:v>41491</c:v>
                </c:pt>
                <c:pt idx="3316">
                  <c:v>41488</c:v>
                </c:pt>
                <c:pt idx="3317">
                  <c:v>41487</c:v>
                </c:pt>
                <c:pt idx="3318">
                  <c:v>41486</c:v>
                </c:pt>
                <c:pt idx="3319">
                  <c:v>41485</c:v>
                </c:pt>
                <c:pt idx="3320">
                  <c:v>41484</c:v>
                </c:pt>
                <c:pt idx="3321">
                  <c:v>41481</c:v>
                </c:pt>
                <c:pt idx="3322">
                  <c:v>41480</c:v>
                </c:pt>
                <c:pt idx="3323">
                  <c:v>41479</c:v>
                </c:pt>
                <c:pt idx="3324">
                  <c:v>41478</c:v>
                </c:pt>
                <c:pt idx="3325">
                  <c:v>41477</c:v>
                </c:pt>
                <c:pt idx="3326">
                  <c:v>41474</c:v>
                </c:pt>
                <c:pt idx="3327">
                  <c:v>41473</c:v>
                </c:pt>
                <c:pt idx="3328">
                  <c:v>41472</c:v>
                </c:pt>
                <c:pt idx="3329">
                  <c:v>41471</c:v>
                </c:pt>
                <c:pt idx="3330">
                  <c:v>41470</c:v>
                </c:pt>
                <c:pt idx="3331">
                  <c:v>41467</c:v>
                </c:pt>
                <c:pt idx="3332">
                  <c:v>41466</c:v>
                </c:pt>
                <c:pt idx="3333">
                  <c:v>41465</c:v>
                </c:pt>
                <c:pt idx="3334">
                  <c:v>41464</c:v>
                </c:pt>
                <c:pt idx="3335">
                  <c:v>41463</c:v>
                </c:pt>
                <c:pt idx="3336">
                  <c:v>41460</c:v>
                </c:pt>
                <c:pt idx="3337">
                  <c:v>41459</c:v>
                </c:pt>
                <c:pt idx="3338">
                  <c:v>41458</c:v>
                </c:pt>
                <c:pt idx="3339">
                  <c:v>41457</c:v>
                </c:pt>
                <c:pt idx="3340">
                  <c:v>41456</c:v>
                </c:pt>
                <c:pt idx="3341">
                  <c:v>41453</c:v>
                </c:pt>
                <c:pt idx="3342">
                  <c:v>41452</c:v>
                </c:pt>
                <c:pt idx="3343">
                  <c:v>41451</c:v>
                </c:pt>
                <c:pt idx="3344">
                  <c:v>41450</c:v>
                </c:pt>
                <c:pt idx="3345">
                  <c:v>41449</c:v>
                </c:pt>
                <c:pt idx="3346">
                  <c:v>41446</c:v>
                </c:pt>
                <c:pt idx="3347">
                  <c:v>41445</c:v>
                </c:pt>
                <c:pt idx="3348">
                  <c:v>41444</c:v>
                </c:pt>
                <c:pt idx="3349">
                  <c:v>41443</c:v>
                </c:pt>
                <c:pt idx="3350">
                  <c:v>41442</c:v>
                </c:pt>
                <c:pt idx="3351">
                  <c:v>41439</c:v>
                </c:pt>
                <c:pt idx="3352">
                  <c:v>41438</c:v>
                </c:pt>
                <c:pt idx="3353">
                  <c:v>41437</c:v>
                </c:pt>
                <c:pt idx="3354">
                  <c:v>41436</c:v>
                </c:pt>
                <c:pt idx="3355">
                  <c:v>41435</c:v>
                </c:pt>
                <c:pt idx="3356">
                  <c:v>41432</c:v>
                </c:pt>
                <c:pt idx="3357">
                  <c:v>41431</c:v>
                </c:pt>
                <c:pt idx="3358">
                  <c:v>41430</c:v>
                </c:pt>
                <c:pt idx="3359">
                  <c:v>41429</c:v>
                </c:pt>
                <c:pt idx="3360">
                  <c:v>41428</c:v>
                </c:pt>
                <c:pt idx="3361">
                  <c:v>41425</c:v>
                </c:pt>
                <c:pt idx="3362">
                  <c:v>41424</c:v>
                </c:pt>
                <c:pt idx="3363">
                  <c:v>41423</c:v>
                </c:pt>
                <c:pt idx="3364">
                  <c:v>41422</c:v>
                </c:pt>
                <c:pt idx="3365">
                  <c:v>41421</c:v>
                </c:pt>
                <c:pt idx="3366">
                  <c:v>41418</c:v>
                </c:pt>
                <c:pt idx="3367">
                  <c:v>41417</c:v>
                </c:pt>
                <c:pt idx="3368">
                  <c:v>41416</c:v>
                </c:pt>
                <c:pt idx="3369">
                  <c:v>41415</c:v>
                </c:pt>
                <c:pt idx="3370">
                  <c:v>41414</c:v>
                </c:pt>
                <c:pt idx="3371">
                  <c:v>41411</c:v>
                </c:pt>
                <c:pt idx="3372">
                  <c:v>41410</c:v>
                </c:pt>
                <c:pt idx="3373">
                  <c:v>41409</c:v>
                </c:pt>
                <c:pt idx="3374">
                  <c:v>41408</c:v>
                </c:pt>
                <c:pt idx="3375">
                  <c:v>41407</c:v>
                </c:pt>
                <c:pt idx="3376">
                  <c:v>41404</c:v>
                </c:pt>
                <c:pt idx="3377">
                  <c:v>41403</c:v>
                </c:pt>
                <c:pt idx="3378">
                  <c:v>41402</c:v>
                </c:pt>
                <c:pt idx="3379">
                  <c:v>41401</c:v>
                </c:pt>
                <c:pt idx="3380">
                  <c:v>41400</c:v>
                </c:pt>
                <c:pt idx="3381">
                  <c:v>41397</c:v>
                </c:pt>
                <c:pt idx="3382">
                  <c:v>41396</c:v>
                </c:pt>
                <c:pt idx="3383">
                  <c:v>41395</c:v>
                </c:pt>
                <c:pt idx="3384">
                  <c:v>41394</c:v>
                </c:pt>
                <c:pt idx="3385">
                  <c:v>41393</c:v>
                </c:pt>
                <c:pt idx="3386">
                  <c:v>41390</c:v>
                </c:pt>
                <c:pt idx="3387">
                  <c:v>41389</c:v>
                </c:pt>
                <c:pt idx="3388">
                  <c:v>41388</c:v>
                </c:pt>
                <c:pt idx="3389">
                  <c:v>41387</c:v>
                </c:pt>
                <c:pt idx="3390">
                  <c:v>41386</c:v>
                </c:pt>
                <c:pt idx="3391">
                  <c:v>41383</c:v>
                </c:pt>
                <c:pt idx="3392">
                  <c:v>41382</c:v>
                </c:pt>
                <c:pt idx="3393">
                  <c:v>41381</c:v>
                </c:pt>
                <c:pt idx="3394">
                  <c:v>41380</c:v>
                </c:pt>
                <c:pt idx="3395">
                  <c:v>41379</c:v>
                </c:pt>
                <c:pt idx="3396">
                  <c:v>41376</c:v>
                </c:pt>
                <c:pt idx="3397">
                  <c:v>41375</c:v>
                </c:pt>
                <c:pt idx="3398">
                  <c:v>41374</c:v>
                </c:pt>
                <c:pt idx="3399">
                  <c:v>41373</c:v>
                </c:pt>
                <c:pt idx="3400">
                  <c:v>41372</c:v>
                </c:pt>
                <c:pt idx="3401">
                  <c:v>41369</c:v>
                </c:pt>
                <c:pt idx="3402">
                  <c:v>41368</c:v>
                </c:pt>
                <c:pt idx="3403">
                  <c:v>41367</c:v>
                </c:pt>
                <c:pt idx="3404">
                  <c:v>41366</c:v>
                </c:pt>
                <c:pt idx="3405">
                  <c:v>41365</c:v>
                </c:pt>
                <c:pt idx="3406">
                  <c:v>41362</c:v>
                </c:pt>
                <c:pt idx="3407">
                  <c:v>41361</c:v>
                </c:pt>
                <c:pt idx="3408">
                  <c:v>41360</c:v>
                </c:pt>
                <c:pt idx="3409">
                  <c:v>41359</c:v>
                </c:pt>
                <c:pt idx="3410">
                  <c:v>41358</c:v>
                </c:pt>
                <c:pt idx="3411">
                  <c:v>41355</c:v>
                </c:pt>
                <c:pt idx="3412">
                  <c:v>41354</c:v>
                </c:pt>
                <c:pt idx="3413">
                  <c:v>41353</c:v>
                </c:pt>
                <c:pt idx="3414">
                  <c:v>41352</c:v>
                </c:pt>
                <c:pt idx="3415">
                  <c:v>41351</c:v>
                </c:pt>
                <c:pt idx="3416">
                  <c:v>41348</c:v>
                </c:pt>
                <c:pt idx="3417">
                  <c:v>41347</c:v>
                </c:pt>
                <c:pt idx="3418">
                  <c:v>41346</c:v>
                </c:pt>
                <c:pt idx="3419">
                  <c:v>41345</c:v>
                </c:pt>
                <c:pt idx="3420">
                  <c:v>41344</c:v>
                </c:pt>
                <c:pt idx="3421">
                  <c:v>41341</c:v>
                </c:pt>
                <c:pt idx="3422">
                  <c:v>41340</c:v>
                </c:pt>
                <c:pt idx="3423">
                  <c:v>41339</c:v>
                </c:pt>
                <c:pt idx="3424">
                  <c:v>41338</c:v>
                </c:pt>
                <c:pt idx="3425">
                  <c:v>41337</c:v>
                </c:pt>
                <c:pt idx="3426">
                  <c:v>41334</c:v>
                </c:pt>
                <c:pt idx="3427">
                  <c:v>41333</c:v>
                </c:pt>
                <c:pt idx="3428">
                  <c:v>41332</c:v>
                </c:pt>
                <c:pt idx="3429">
                  <c:v>41331</c:v>
                </c:pt>
                <c:pt idx="3430">
                  <c:v>41330</c:v>
                </c:pt>
                <c:pt idx="3431">
                  <c:v>41327</c:v>
                </c:pt>
                <c:pt idx="3432">
                  <c:v>41326</c:v>
                </c:pt>
                <c:pt idx="3433">
                  <c:v>41325</c:v>
                </c:pt>
                <c:pt idx="3434">
                  <c:v>41324</c:v>
                </c:pt>
                <c:pt idx="3435">
                  <c:v>41323</c:v>
                </c:pt>
                <c:pt idx="3436">
                  <c:v>41320</c:v>
                </c:pt>
                <c:pt idx="3437">
                  <c:v>41319</c:v>
                </c:pt>
                <c:pt idx="3438">
                  <c:v>41318</c:v>
                </c:pt>
                <c:pt idx="3439">
                  <c:v>41317</c:v>
                </c:pt>
                <c:pt idx="3440">
                  <c:v>41316</c:v>
                </c:pt>
                <c:pt idx="3441">
                  <c:v>41313</c:v>
                </c:pt>
                <c:pt idx="3442">
                  <c:v>41312</c:v>
                </c:pt>
                <c:pt idx="3443">
                  <c:v>41311</c:v>
                </c:pt>
                <c:pt idx="3444">
                  <c:v>41310</c:v>
                </c:pt>
                <c:pt idx="3445">
                  <c:v>41309</c:v>
                </c:pt>
                <c:pt idx="3446">
                  <c:v>41306</c:v>
                </c:pt>
                <c:pt idx="3447">
                  <c:v>41305</c:v>
                </c:pt>
                <c:pt idx="3448">
                  <c:v>41304</c:v>
                </c:pt>
                <c:pt idx="3449">
                  <c:v>41303</c:v>
                </c:pt>
                <c:pt idx="3450">
                  <c:v>41302</c:v>
                </c:pt>
                <c:pt idx="3451">
                  <c:v>41299</c:v>
                </c:pt>
                <c:pt idx="3452">
                  <c:v>41298</c:v>
                </c:pt>
                <c:pt idx="3453">
                  <c:v>41297</c:v>
                </c:pt>
                <c:pt idx="3454">
                  <c:v>41296</c:v>
                </c:pt>
                <c:pt idx="3455">
                  <c:v>41295</c:v>
                </c:pt>
                <c:pt idx="3456">
                  <c:v>41292</c:v>
                </c:pt>
                <c:pt idx="3457">
                  <c:v>41291</c:v>
                </c:pt>
                <c:pt idx="3458">
                  <c:v>41290</c:v>
                </c:pt>
                <c:pt idx="3459">
                  <c:v>41289</c:v>
                </c:pt>
                <c:pt idx="3460">
                  <c:v>41288</c:v>
                </c:pt>
                <c:pt idx="3461">
                  <c:v>41285</c:v>
                </c:pt>
                <c:pt idx="3462">
                  <c:v>41284</c:v>
                </c:pt>
                <c:pt idx="3463">
                  <c:v>41283</c:v>
                </c:pt>
                <c:pt idx="3464">
                  <c:v>41282</c:v>
                </c:pt>
                <c:pt idx="3465">
                  <c:v>41281</c:v>
                </c:pt>
                <c:pt idx="3466">
                  <c:v>41278</c:v>
                </c:pt>
                <c:pt idx="3467">
                  <c:v>41277</c:v>
                </c:pt>
                <c:pt idx="3468">
                  <c:v>41276</c:v>
                </c:pt>
                <c:pt idx="3469">
                  <c:v>41275</c:v>
                </c:pt>
                <c:pt idx="3470">
                  <c:v>41274</c:v>
                </c:pt>
                <c:pt idx="3471">
                  <c:v>41271</c:v>
                </c:pt>
                <c:pt idx="3472">
                  <c:v>41270</c:v>
                </c:pt>
                <c:pt idx="3473">
                  <c:v>41269</c:v>
                </c:pt>
                <c:pt idx="3474">
                  <c:v>41268</c:v>
                </c:pt>
                <c:pt idx="3475">
                  <c:v>41267</c:v>
                </c:pt>
                <c:pt idx="3476">
                  <c:v>41264</c:v>
                </c:pt>
                <c:pt idx="3477">
                  <c:v>41263</c:v>
                </c:pt>
                <c:pt idx="3478">
                  <c:v>41262</c:v>
                </c:pt>
                <c:pt idx="3479">
                  <c:v>41261</c:v>
                </c:pt>
                <c:pt idx="3480">
                  <c:v>41260</c:v>
                </c:pt>
                <c:pt idx="3481">
                  <c:v>41257</c:v>
                </c:pt>
                <c:pt idx="3482">
                  <c:v>41256</c:v>
                </c:pt>
                <c:pt idx="3483">
                  <c:v>41255</c:v>
                </c:pt>
                <c:pt idx="3484">
                  <c:v>41254</c:v>
                </c:pt>
                <c:pt idx="3485">
                  <c:v>41253</c:v>
                </c:pt>
                <c:pt idx="3486">
                  <c:v>41250</c:v>
                </c:pt>
                <c:pt idx="3487">
                  <c:v>41249</c:v>
                </c:pt>
                <c:pt idx="3488">
                  <c:v>41248</c:v>
                </c:pt>
                <c:pt idx="3489">
                  <c:v>41247</c:v>
                </c:pt>
                <c:pt idx="3490">
                  <c:v>41246</c:v>
                </c:pt>
                <c:pt idx="3491">
                  <c:v>41243</c:v>
                </c:pt>
                <c:pt idx="3492">
                  <c:v>41242</c:v>
                </c:pt>
                <c:pt idx="3493">
                  <c:v>41241</c:v>
                </c:pt>
                <c:pt idx="3494">
                  <c:v>41240</c:v>
                </c:pt>
                <c:pt idx="3495">
                  <c:v>41239</c:v>
                </c:pt>
                <c:pt idx="3496">
                  <c:v>41236</c:v>
                </c:pt>
                <c:pt idx="3497">
                  <c:v>41235</c:v>
                </c:pt>
                <c:pt idx="3498">
                  <c:v>41234</c:v>
                </c:pt>
                <c:pt idx="3499">
                  <c:v>41233</c:v>
                </c:pt>
                <c:pt idx="3500">
                  <c:v>41232</c:v>
                </c:pt>
                <c:pt idx="3501">
                  <c:v>41229</c:v>
                </c:pt>
                <c:pt idx="3502">
                  <c:v>41228</c:v>
                </c:pt>
                <c:pt idx="3503">
                  <c:v>41227</c:v>
                </c:pt>
                <c:pt idx="3504">
                  <c:v>41226</c:v>
                </c:pt>
                <c:pt idx="3505">
                  <c:v>41225</c:v>
                </c:pt>
                <c:pt idx="3506">
                  <c:v>41222</c:v>
                </c:pt>
                <c:pt idx="3507">
                  <c:v>41221</c:v>
                </c:pt>
                <c:pt idx="3508">
                  <c:v>41220</c:v>
                </c:pt>
                <c:pt idx="3509">
                  <c:v>41219</c:v>
                </c:pt>
                <c:pt idx="3510">
                  <c:v>41218</c:v>
                </c:pt>
                <c:pt idx="3511">
                  <c:v>41215</c:v>
                </c:pt>
                <c:pt idx="3512">
                  <c:v>41214</c:v>
                </c:pt>
                <c:pt idx="3513">
                  <c:v>41213</c:v>
                </c:pt>
                <c:pt idx="3514">
                  <c:v>41212</c:v>
                </c:pt>
                <c:pt idx="3515">
                  <c:v>41211</c:v>
                </c:pt>
                <c:pt idx="3516">
                  <c:v>41208</c:v>
                </c:pt>
                <c:pt idx="3517">
                  <c:v>41207</c:v>
                </c:pt>
                <c:pt idx="3518">
                  <c:v>41206</c:v>
                </c:pt>
                <c:pt idx="3519">
                  <c:v>41205</c:v>
                </c:pt>
                <c:pt idx="3520">
                  <c:v>41204</c:v>
                </c:pt>
                <c:pt idx="3521">
                  <c:v>41201</c:v>
                </c:pt>
                <c:pt idx="3522">
                  <c:v>41200</c:v>
                </c:pt>
                <c:pt idx="3523">
                  <c:v>41199</c:v>
                </c:pt>
                <c:pt idx="3524">
                  <c:v>41198</c:v>
                </c:pt>
                <c:pt idx="3525">
                  <c:v>41197</c:v>
                </c:pt>
                <c:pt idx="3526">
                  <c:v>41194</c:v>
                </c:pt>
                <c:pt idx="3527">
                  <c:v>41193</c:v>
                </c:pt>
                <c:pt idx="3528">
                  <c:v>41192</c:v>
                </c:pt>
                <c:pt idx="3529">
                  <c:v>41191</c:v>
                </c:pt>
                <c:pt idx="3530">
                  <c:v>41190</c:v>
                </c:pt>
                <c:pt idx="3531">
                  <c:v>41187</c:v>
                </c:pt>
                <c:pt idx="3532">
                  <c:v>41186</c:v>
                </c:pt>
                <c:pt idx="3533">
                  <c:v>41185</c:v>
                </c:pt>
                <c:pt idx="3534">
                  <c:v>41184</c:v>
                </c:pt>
                <c:pt idx="3535">
                  <c:v>41183</c:v>
                </c:pt>
                <c:pt idx="3536">
                  <c:v>41180</c:v>
                </c:pt>
                <c:pt idx="3537">
                  <c:v>41179</c:v>
                </c:pt>
                <c:pt idx="3538">
                  <c:v>41178</c:v>
                </c:pt>
                <c:pt idx="3539">
                  <c:v>41177</c:v>
                </c:pt>
                <c:pt idx="3540">
                  <c:v>41176</c:v>
                </c:pt>
                <c:pt idx="3541">
                  <c:v>41173</c:v>
                </c:pt>
                <c:pt idx="3542">
                  <c:v>41172</c:v>
                </c:pt>
                <c:pt idx="3543">
                  <c:v>41171</c:v>
                </c:pt>
                <c:pt idx="3544">
                  <c:v>41170</c:v>
                </c:pt>
                <c:pt idx="3545">
                  <c:v>41169</c:v>
                </c:pt>
                <c:pt idx="3546">
                  <c:v>41166</c:v>
                </c:pt>
                <c:pt idx="3547">
                  <c:v>41165</c:v>
                </c:pt>
                <c:pt idx="3548">
                  <c:v>41164</c:v>
                </c:pt>
                <c:pt idx="3549">
                  <c:v>41163</c:v>
                </c:pt>
                <c:pt idx="3550">
                  <c:v>41162</c:v>
                </c:pt>
                <c:pt idx="3551">
                  <c:v>41159</c:v>
                </c:pt>
                <c:pt idx="3552">
                  <c:v>41158</c:v>
                </c:pt>
                <c:pt idx="3553">
                  <c:v>41157</c:v>
                </c:pt>
                <c:pt idx="3554">
                  <c:v>41156</c:v>
                </c:pt>
                <c:pt idx="3555">
                  <c:v>41155</c:v>
                </c:pt>
                <c:pt idx="3556">
                  <c:v>41152</c:v>
                </c:pt>
                <c:pt idx="3557">
                  <c:v>41151</c:v>
                </c:pt>
                <c:pt idx="3558">
                  <c:v>41150</c:v>
                </c:pt>
                <c:pt idx="3559">
                  <c:v>41149</c:v>
                </c:pt>
                <c:pt idx="3560">
                  <c:v>41148</c:v>
                </c:pt>
                <c:pt idx="3561">
                  <c:v>41145</c:v>
                </c:pt>
                <c:pt idx="3562">
                  <c:v>41144</c:v>
                </c:pt>
                <c:pt idx="3563">
                  <c:v>41143</c:v>
                </c:pt>
                <c:pt idx="3564">
                  <c:v>41142</c:v>
                </c:pt>
                <c:pt idx="3565">
                  <c:v>41141</c:v>
                </c:pt>
                <c:pt idx="3566">
                  <c:v>41138</c:v>
                </c:pt>
                <c:pt idx="3567">
                  <c:v>41137</c:v>
                </c:pt>
                <c:pt idx="3568">
                  <c:v>41136</c:v>
                </c:pt>
                <c:pt idx="3569">
                  <c:v>41135</c:v>
                </c:pt>
                <c:pt idx="3570">
                  <c:v>41134</c:v>
                </c:pt>
                <c:pt idx="3571">
                  <c:v>41131</c:v>
                </c:pt>
                <c:pt idx="3572">
                  <c:v>41130</c:v>
                </c:pt>
                <c:pt idx="3573">
                  <c:v>41129</c:v>
                </c:pt>
                <c:pt idx="3574">
                  <c:v>41128</c:v>
                </c:pt>
                <c:pt idx="3575">
                  <c:v>41127</c:v>
                </c:pt>
                <c:pt idx="3576">
                  <c:v>41124</c:v>
                </c:pt>
                <c:pt idx="3577">
                  <c:v>41123</c:v>
                </c:pt>
                <c:pt idx="3578">
                  <c:v>41122</c:v>
                </c:pt>
                <c:pt idx="3579">
                  <c:v>41121</c:v>
                </c:pt>
                <c:pt idx="3580">
                  <c:v>41120</c:v>
                </c:pt>
                <c:pt idx="3581">
                  <c:v>41117</c:v>
                </c:pt>
                <c:pt idx="3582">
                  <c:v>41116</c:v>
                </c:pt>
                <c:pt idx="3583">
                  <c:v>41115</c:v>
                </c:pt>
                <c:pt idx="3584">
                  <c:v>41114</c:v>
                </c:pt>
                <c:pt idx="3585">
                  <c:v>41113</c:v>
                </c:pt>
                <c:pt idx="3586">
                  <c:v>41110</c:v>
                </c:pt>
                <c:pt idx="3587">
                  <c:v>41109</c:v>
                </c:pt>
                <c:pt idx="3588">
                  <c:v>41108</c:v>
                </c:pt>
                <c:pt idx="3589">
                  <c:v>41107</c:v>
                </c:pt>
                <c:pt idx="3590">
                  <c:v>41106</c:v>
                </c:pt>
                <c:pt idx="3591">
                  <c:v>41103</c:v>
                </c:pt>
                <c:pt idx="3592">
                  <c:v>41102</c:v>
                </c:pt>
                <c:pt idx="3593">
                  <c:v>41101</c:v>
                </c:pt>
                <c:pt idx="3594">
                  <c:v>41100</c:v>
                </c:pt>
                <c:pt idx="3595">
                  <c:v>41099</c:v>
                </c:pt>
                <c:pt idx="3596">
                  <c:v>41096</c:v>
                </c:pt>
                <c:pt idx="3597">
                  <c:v>41095</c:v>
                </c:pt>
                <c:pt idx="3598">
                  <c:v>41094</c:v>
                </c:pt>
                <c:pt idx="3599">
                  <c:v>41093</c:v>
                </c:pt>
                <c:pt idx="3600">
                  <c:v>41092</c:v>
                </c:pt>
                <c:pt idx="3601">
                  <c:v>41089</c:v>
                </c:pt>
                <c:pt idx="3602">
                  <c:v>41088</c:v>
                </c:pt>
                <c:pt idx="3603">
                  <c:v>41087</c:v>
                </c:pt>
                <c:pt idx="3604">
                  <c:v>41086</c:v>
                </c:pt>
                <c:pt idx="3605">
                  <c:v>41085</c:v>
                </c:pt>
                <c:pt idx="3606">
                  <c:v>41082</c:v>
                </c:pt>
                <c:pt idx="3607">
                  <c:v>41081</c:v>
                </c:pt>
                <c:pt idx="3608">
                  <c:v>41080</c:v>
                </c:pt>
                <c:pt idx="3609">
                  <c:v>41079</c:v>
                </c:pt>
                <c:pt idx="3610">
                  <c:v>41078</c:v>
                </c:pt>
                <c:pt idx="3611">
                  <c:v>41075</c:v>
                </c:pt>
                <c:pt idx="3612">
                  <c:v>41074</c:v>
                </c:pt>
                <c:pt idx="3613">
                  <c:v>41073</c:v>
                </c:pt>
                <c:pt idx="3614">
                  <c:v>41072</c:v>
                </c:pt>
                <c:pt idx="3615">
                  <c:v>41071</c:v>
                </c:pt>
                <c:pt idx="3616">
                  <c:v>41068</c:v>
                </c:pt>
                <c:pt idx="3617">
                  <c:v>41067</c:v>
                </c:pt>
                <c:pt idx="3618">
                  <c:v>41066</c:v>
                </c:pt>
                <c:pt idx="3619">
                  <c:v>41065</c:v>
                </c:pt>
                <c:pt idx="3620">
                  <c:v>41064</c:v>
                </c:pt>
                <c:pt idx="3621">
                  <c:v>41061</c:v>
                </c:pt>
                <c:pt idx="3622">
                  <c:v>41060</c:v>
                </c:pt>
                <c:pt idx="3623">
                  <c:v>41059</c:v>
                </c:pt>
                <c:pt idx="3624">
                  <c:v>41058</c:v>
                </c:pt>
                <c:pt idx="3625">
                  <c:v>41057</c:v>
                </c:pt>
                <c:pt idx="3626">
                  <c:v>41054</c:v>
                </c:pt>
                <c:pt idx="3627">
                  <c:v>41053</c:v>
                </c:pt>
                <c:pt idx="3628">
                  <c:v>41052</c:v>
                </c:pt>
                <c:pt idx="3629">
                  <c:v>41051</c:v>
                </c:pt>
                <c:pt idx="3630">
                  <c:v>41050</c:v>
                </c:pt>
                <c:pt idx="3631">
                  <c:v>41047</c:v>
                </c:pt>
                <c:pt idx="3632">
                  <c:v>41046</c:v>
                </c:pt>
                <c:pt idx="3633">
                  <c:v>41045</c:v>
                </c:pt>
                <c:pt idx="3634">
                  <c:v>41044</c:v>
                </c:pt>
                <c:pt idx="3635">
                  <c:v>41043</c:v>
                </c:pt>
                <c:pt idx="3636">
                  <c:v>41040</c:v>
                </c:pt>
                <c:pt idx="3637">
                  <c:v>41039</c:v>
                </c:pt>
                <c:pt idx="3638">
                  <c:v>41038</c:v>
                </c:pt>
                <c:pt idx="3639">
                  <c:v>41037</c:v>
                </c:pt>
                <c:pt idx="3640">
                  <c:v>41036</c:v>
                </c:pt>
                <c:pt idx="3641">
                  <c:v>41033</c:v>
                </c:pt>
                <c:pt idx="3642">
                  <c:v>41032</c:v>
                </c:pt>
                <c:pt idx="3643">
                  <c:v>41031</c:v>
                </c:pt>
                <c:pt idx="3644">
                  <c:v>41030</c:v>
                </c:pt>
                <c:pt idx="3645">
                  <c:v>41029</c:v>
                </c:pt>
                <c:pt idx="3646">
                  <c:v>41026</c:v>
                </c:pt>
                <c:pt idx="3647">
                  <c:v>41025</c:v>
                </c:pt>
                <c:pt idx="3648">
                  <c:v>41024</c:v>
                </c:pt>
                <c:pt idx="3649">
                  <c:v>41023</c:v>
                </c:pt>
                <c:pt idx="3650">
                  <c:v>41022</c:v>
                </c:pt>
                <c:pt idx="3651">
                  <c:v>41019</c:v>
                </c:pt>
                <c:pt idx="3652">
                  <c:v>41018</c:v>
                </c:pt>
                <c:pt idx="3653">
                  <c:v>41017</c:v>
                </c:pt>
                <c:pt idx="3654">
                  <c:v>41016</c:v>
                </c:pt>
                <c:pt idx="3655">
                  <c:v>41015</c:v>
                </c:pt>
                <c:pt idx="3656">
                  <c:v>41012</c:v>
                </c:pt>
                <c:pt idx="3657">
                  <c:v>41011</c:v>
                </c:pt>
                <c:pt idx="3658">
                  <c:v>41010</c:v>
                </c:pt>
                <c:pt idx="3659">
                  <c:v>41009</c:v>
                </c:pt>
                <c:pt idx="3660">
                  <c:v>41008</c:v>
                </c:pt>
                <c:pt idx="3661">
                  <c:v>41005</c:v>
                </c:pt>
                <c:pt idx="3662">
                  <c:v>41004</c:v>
                </c:pt>
                <c:pt idx="3663">
                  <c:v>41003</c:v>
                </c:pt>
                <c:pt idx="3664">
                  <c:v>41002</c:v>
                </c:pt>
                <c:pt idx="3665">
                  <c:v>41001</c:v>
                </c:pt>
                <c:pt idx="3666">
                  <c:v>40998</c:v>
                </c:pt>
                <c:pt idx="3667">
                  <c:v>40997</c:v>
                </c:pt>
                <c:pt idx="3668">
                  <c:v>40996</c:v>
                </c:pt>
                <c:pt idx="3669">
                  <c:v>40995</c:v>
                </c:pt>
                <c:pt idx="3670">
                  <c:v>40994</c:v>
                </c:pt>
                <c:pt idx="3671">
                  <c:v>40991</c:v>
                </c:pt>
                <c:pt idx="3672">
                  <c:v>40990</c:v>
                </c:pt>
                <c:pt idx="3673">
                  <c:v>40989</c:v>
                </c:pt>
                <c:pt idx="3674">
                  <c:v>40988</c:v>
                </c:pt>
                <c:pt idx="3675">
                  <c:v>40987</c:v>
                </c:pt>
                <c:pt idx="3676">
                  <c:v>40984</c:v>
                </c:pt>
                <c:pt idx="3677">
                  <c:v>40983</c:v>
                </c:pt>
                <c:pt idx="3678">
                  <c:v>40982</c:v>
                </c:pt>
                <c:pt idx="3679">
                  <c:v>40981</c:v>
                </c:pt>
                <c:pt idx="3680">
                  <c:v>40980</c:v>
                </c:pt>
                <c:pt idx="3681">
                  <c:v>40977</c:v>
                </c:pt>
                <c:pt idx="3682">
                  <c:v>40976</c:v>
                </c:pt>
                <c:pt idx="3683">
                  <c:v>40975</c:v>
                </c:pt>
                <c:pt idx="3684">
                  <c:v>40974</c:v>
                </c:pt>
                <c:pt idx="3685">
                  <c:v>40973</c:v>
                </c:pt>
                <c:pt idx="3686">
                  <c:v>40970</c:v>
                </c:pt>
                <c:pt idx="3687">
                  <c:v>40969</c:v>
                </c:pt>
                <c:pt idx="3688">
                  <c:v>40968</c:v>
                </c:pt>
                <c:pt idx="3689">
                  <c:v>40967</c:v>
                </c:pt>
                <c:pt idx="3690">
                  <c:v>40966</c:v>
                </c:pt>
                <c:pt idx="3691">
                  <c:v>40963</c:v>
                </c:pt>
                <c:pt idx="3692">
                  <c:v>40962</c:v>
                </c:pt>
                <c:pt idx="3693">
                  <c:v>40961</c:v>
                </c:pt>
                <c:pt idx="3694">
                  <c:v>40960</c:v>
                </c:pt>
                <c:pt idx="3695">
                  <c:v>40959</c:v>
                </c:pt>
                <c:pt idx="3696">
                  <c:v>40956</c:v>
                </c:pt>
                <c:pt idx="3697">
                  <c:v>40955</c:v>
                </c:pt>
                <c:pt idx="3698">
                  <c:v>40954</c:v>
                </c:pt>
                <c:pt idx="3699">
                  <c:v>40953</c:v>
                </c:pt>
                <c:pt idx="3700">
                  <c:v>40952</c:v>
                </c:pt>
                <c:pt idx="3701">
                  <c:v>40949</c:v>
                </c:pt>
                <c:pt idx="3702">
                  <c:v>40948</c:v>
                </c:pt>
                <c:pt idx="3703">
                  <c:v>40947</c:v>
                </c:pt>
                <c:pt idx="3704">
                  <c:v>40946</c:v>
                </c:pt>
                <c:pt idx="3705">
                  <c:v>40945</c:v>
                </c:pt>
                <c:pt idx="3706">
                  <c:v>40942</c:v>
                </c:pt>
                <c:pt idx="3707">
                  <c:v>40941</c:v>
                </c:pt>
                <c:pt idx="3708">
                  <c:v>40940</c:v>
                </c:pt>
                <c:pt idx="3709">
                  <c:v>40939</c:v>
                </c:pt>
                <c:pt idx="3710">
                  <c:v>40938</c:v>
                </c:pt>
                <c:pt idx="3711">
                  <c:v>40935</c:v>
                </c:pt>
                <c:pt idx="3712">
                  <c:v>40934</c:v>
                </c:pt>
                <c:pt idx="3713">
                  <c:v>40933</c:v>
                </c:pt>
                <c:pt idx="3714">
                  <c:v>40932</c:v>
                </c:pt>
                <c:pt idx="3715">
                  <c:v>40931</c:v>
                </c:pt>
                <c:pt idx="3716">
                  <c:v>40928</c:v>
                </c:pt>
                <c:pt idx="3717">
                  <c:v>40927</c:v>
                </c:pt>
                <c:pt idx="3718">
                  <c:v>40926</c:v>
                </c:pt>
                <c:pt idx="3719">
                  <c:v>40925</c:v>
                </c:pt>
                <c:pt idx="3720">
                  <c:v>40924</c:v>
                </c:pt>
                <c:pt idx="3721">
                  <c:v>40921</c:v>
                </c:pt>
                <c:pt idx="3722">
                  <c:v>40920</c:v>
                </c:pt>
                <c:pt idx="3723">
                  <c:v>40919</c:v>
                </c:pt>
                <c:pt idx="3724">
                  <c:v>40918</c:v>
                </c:pt>
                <c:pt idx="3725">
                  <c:v>40917</c:v>
                </c:pt>
                <c:pt idx="3726">
                  <c:v>40914</c:v>
                </c:pt>
                <c:pt idx="3727">
                  <c:v>40913</c:v>
                </c:pt>
                <c:pt idx="3728">
                  <c:v>40912</c:v>
                </c:pt>
                <c:pt idx="3729">
                  <c:v>40911</c:v>
                </c:pt>
                <c:pt idx="3730">
                  <c:v>40910</c:v>
                </c:pt>
                <c:pt idx="3731">
                  <c:v>40907</c:v>
                </c:pt>
                <c:pt idx="3732">
                  <c:v>40906</c:v>
                </c:pt>
                <c:pt idx="3733">
                  <c:v>40905</c:v>
                </c:pt>
                <c:pt idx="3734">
                  <c:v>40904</c:v>
                </c:pt>
                <c:pt idx="3735">
                  <c:v>40903</c:v>
                </c:pt>
                <c:pt idx="3736">
                  <c:v>40900</c:v>
                </c:pt>
                <c:pt idx="3737">
                  <c:v>40899</c:v>
                </c:pt>
                <c:pt idx="3738">
                  <c:v>40898</c:v>
                </c:pt>
                <c:pt idx="3739">
                  <c:v>40897</c:v>
                </c:pt>
                <c:pt idx="3740">
                  <c:v>40896</c:v>
                </c:pt>
                <c:pt idx="3741">
                  <c:v>40893</c:v>
                </c:pt>
                <c:pt idx="3742">
                  <c:v>40892</c:v>
                </c:pt>
                <c:pt idx="3743">
                  <c:v>40891</c:v>
                </c:pt>
                <c:pt idx="3744">
                  <c:v>40890</c:v>
                </c:pt>
                <c:pt idx="3745">
                  <c:v>40889</c:v>
                </c:pt>
                <c:pt idx="3746">
                  <c:v>40886</c:v>
                </c:pt>
                <c:pt idx="3747">
                  <c:v>40885</c:v>
                </c:pt>
                <c:pt idx="3748">
                  <c:v>40884</c:v>
                </c:pt>
                <c:pt idx="3749">
                  <c:v>40883</c:v>
                </c:pt>
                <c:pt idx="3750">
                  <c:v>40882</c:v>
                </c:pt>
                <c:pt idx="3751">
                  <c:v>40879</c:v>
                </c:pt>
                <c:pt idx="3752">
                  <c:v>40878</c:v>
                </c:pt>
                <c:pt idx="3753">
                  <c:v>40877</c:v>
                </c:pt>
                <c:pt idx="3754">
                  <c:v>40876</c:v>
                </c:pt>
                <c:pt idx="3755">
                  <c:v>40875</c:v>
                </c:pt>
                <c:pt idx="3756">
                  <c:v>40872</c:v>
                </c:pt>
                <c:pt idx="3757">
                  <c:v>40871</c:v>
                </c:pt>
                <c:pt idx="3758">
                  <c:v>40870</c:v>
                </c:pt>
                <c:pt idx="3759">
                  <c:v>40869</c:v>
                </c:pt>
                <c:pt idx="3760">
                  <c:v>40868</c:v>
                </c:pt>
                <c:pt idx="3761">
                  <c:v>40865</c:v>
                </c:pt>
                <c:pt idx="3762">
                  <c:v>40864</c:v>
                </c:pt>
                <c:pt idx="3763">
                  <c:v>40863</c:v>
                </c:pt>
                <c:pt idx="3764">
                  <c:v>40862</c:v>
                </c:pt>
                <c:pt idx="3765">
                  <c:v>40861</c:v>
                </c:pt>
                <c:pt idx="3766">
                  <c:v>40858</c:v>
                </c:pt>
                <c:pt idx="3767">
                  <c:v>40857</c:v>
                </c:pt>
                <c:pt idx="3768">
                  <c:v>40856</c:v>
                </c:pt>
                <c:pt idx="3769">
                  <c:v>40855</c:v>
                </c:pt>
                <c:pt idx="3770">
                  <c:v>40854</c:v>
                </c:pt>
                <c:pt idx="3771">
                  <c:v>40851</c:v>
                </c:pt>
                <c:pt idx="3772">
                  <c:v>40850</c:v>
                </c:pt>
                <c:pt idx="3773">
                  <c:v>40849</c:v>
                </c:pt>
                <c:pt idx="3774">
                  <c:v>40848</c:v>
                </c:pt>
                <c:pt idx="3775">
                  <c:v>40847</c:v>
                </c:pt>
                <c:pt idx="3776">
                  <c:v>40844</c:v>
                </c:pt>
                <c:pt idx="3777">
                  <c:v>40843</c:v>
                </c:pt>
                <c:pt idx="3778">
                  <c:v>40842</c:v>
                </c:pt>
                <c:pt idx="3779">
                  <c:v>40841</c:v>
                </c:pt>
                <c:pt idx="3780">
                  <c:v>40840</c:v>
                </c:pt>
                <c:pt idx="3781">
                  <c:v>40837</c:v>
                </c:pt>
                <c:pt idx="3782">
                  <c:v>40836</c:v>
                </c:pt>
                <c:pt idx="3783">
                  <c:v>40835</c:v>
                </c:pt>
                <c:pt idx="3784">
                  <c:v>40834</c:v>
                </c:pt>
                <c:pt idx="3785">
                  <c:v>40833</c:v>
                </c:pt>
                <c:pt idx="3786">
                  <c:v>40830</c:v>
                </c:pt>
                <c:pt idx="3787">
                  <c:v>40829</c:v>
                </c:pt>
                <c:pt idx="3788">
                  <c:v>40828</c:v>
                </c:pt>
                <c:pt idx="3789">
                  <c:v>40827</c:v>
                </c:pt>
                <c:pt idx="3790">
                  <c:v>40826</c:v>
                </c:pt>
                <c:pt idx="3791">
                  <c:v>40823</c:v>
                </c:pt>
                <c:pt idx="3792">
                  <c:v>40822</c:v>
                </c:pt>
                <c:pt idx="3793">
                  <c:v>40821</c:v>
                </c:pt>
                <c:pt idx="3794">
                  <c:v>40820</c:v>
                </c:pt>
                <c:pt idx="3795">
                  <c:v>40819</c:v>
                </c:pt>
                <c:pt idx="3796">
                  <c:v>40816</c:v>
                </c:pt>
                <c:pt idx="3797">
                  <c:v>40815</c:v>
                </c:pt>
                <c:pt idx="3798">
                  <c:v>40814</c:v>
                </c:pt>
                <c:pt idx="3799">
                  <c:v>40813</c:v>
                </c:pt>
                <c:pt idx="3800">
                  <c:v>40812</c:v>
                </c:pt>
                <c:pt idx="3801">
                  <c:v>40809</c:v>
                </c:pt>
                <c:pt idx="3802">
                  <c:v>40808</c:v>
                </c:pt>
                <c:pt idx="3803">
                  <c:v>40807</c:v>
                </c:pt>
                <c:pt idx="3804">
                  <c:v>40806</c:v>
                </c:pt>
                <c:pt idx="3805">
                  <c:v>40805</c:v>
                </c:pt>
                <c:pt idx="3806">
                  <c:v>40802</c:v>
                </c:pt>
                <c:pt idx="3807">
                  <c:v>40801</c:v>
                </c:pt>
                <c:pt idx="3808">
                  <c:v>40800</c:v>
                </c:pt>
                <c:pt idx="3809">
                  <c:v>40799</c:v>
                </c:pt>
                <c:pt idx="3810">
                  <c:v>40798</c:v>
                </c:pt>
                <c:pt idx="3811">
                  <c:v>40795</c:v>
                </c:pt>
                <c:pt idx="3812">
                  <c:v>40794</c:v>
                </c:pt>
                <c:pt idx="3813">
                  <c:v>40793</c:v>
                </c:pt>
                <c:pt idx="3814">
                  <c:v>40792</c:v>
                </c:pt>
                <c:pt idx="3815">
                  <c:v>40791</c:v>
                </c:pt>
                <c:pt idx="3816">
                  <c:v>40788</c:v>
                </c:pt>
                <c:pt idx="3817">
                  <c:v>40787</c:v>
                </c:pt>
                <c:pt idx="3818">
                  <c:v>40786</c:v>
                </c:pt>
                <c:pt idx="3819">
                  <c:v>40785</c:v>
                </c:pt>
                <c:pt idx="3820">
                  <c:v>40784</c:v>
                </c:pt>
                <c:pt idx="3821">
                  <c:v>40781</c:v>
                </c:pt>
                <c:pt idx="3822">
                  <c:v>40780</c:v>
                </c:pt>
                <c:pt idx="3823">
                  <c:v>40779</c:v>
                </c:pt>
                <c:pt idx="3824">
                  <c:v>40778</c:v>
                </c:pt>
                <c:pt idx="3825">
                  <c:v>40777</c:v>
                </c:pt>
                <c:pt idx="3826">
                  <c:v>40774</c:v>
                </c:pt>
                <c:pt idx="3827">
                  <c:v>40773</c:v>
                </c:pt>
                <c:pt idx="3828">
                  <c:v>40772</c:v>
                </c:pt>
                <c:pt idx="3829">
                  <c:v>40771</c:v>
                </c:pt>
                <c:pt idx="3830">
                  <c:v>40770</c:v>
                </c:pt>
                <c:pt idx="3831">
                  <c:v>40767</c:v>
                </c:pt>
                <c:pt idx="3832">
                  <c:v>40766</c:v>
                </c:pt>
                <c:pt idx="3833">
                  <c:v>40765</c:v>
                </c:pt>
                <c:pt idx="3834">
                  <c:v>40764</c:v>
                </c:pt>
                <c:pt idx="3835">
                  <c:v>40763</c:v>
                </c:pt>
                <c:pt idx="3836">
                  <c:v>40760</c:v>
                </c:pt>
                <c:pt idx="3837">
                  <c:v>40759</c:v>
                </c:pt>
                <c:pt idx="3838">
                  <c:v>40758</c:v>
                </c:pt>
                <c:pt idx="3839">
                  <c:v>40757</c:v>
                </c:pt>
                <c:pt idx="3840">
                  <c:v>40756</c:v>
                </c:pt>
                <c:pt idx="3841">
                  <c:v>40753</c:v>
                </c:pt>
                <c:pt idx="3842">
                  <c:v>40752</c:v>
                </c:pt>
                <c:pt idx="3843">
                  <c:v>40751</c:v>
                </c:pt>
                <c:pt idx="3844">
                  <c:v>40750</c:v>
                </c:pt>
                <c:pt idx="3845">
                  <c:v>40749</c:v>
                </c:pt>
                <c:pt idx="3846">
                  <c:v>40746</c:v>
                </c:pt>
                <c:pt idx="3847">
                  <c:v>40745</c:v>
                </c:pt>
                <c:pt idx="3848">
                  <c:v>40744</c:v>
                </c:pt>
                <c:pt idx="3849">
                  <c:v>40743</c:v>
                </c:pt>
                <c:pt idx="3850">
                  <c:v>40742</c:v>
                </c:pt>
                <c:pt idx="3851">
                  <c:v>40739</c:v>
                </c:pt>
                <c:pt idx="3852">
                  <c:v>40738</c:v>
                </c:pt>
                <c:pt idx="3853">
                  <c:v>40737</c:v>
                </c:pt>
                <c:pt idx="3854">
                  <c:v>40736</c:v>
                </c:pt>
                <c:pt idx="3855">
                  <c:v>40735</c:v>
                </c:pt>
                <c:pt idx="3856">
                  <c:v>40732</c:v>
                </c:pt>
                <c:pt idx="3857">
                  <c:v>40731</c:v>
                </c:pt>
                <c:pt idx="3858">
                  <c:v>40730</c:v>
                </c:pt>
                <c:pt idx="3859">
                  <c:v>40729</c:v>
                </c:pt>
                <c:pt idx="3860">
                  <c:v>40728</c:v>
                </c:pt>
                <c:pt idx="3861">
                  <c:v>40725</c:v>
                </c:pt>
                <c:pt idx="3862">
                  <c:v>40724</c:v>
                </c:pt>
                <c:pt idx="3863">
                  <c:v>40723</c:v>
                </c:pt>
                <c:pt idx="3864">
                  <c:v>40722</c:v>
                </c:pt>
                <c:pt idx="3865">
                  <c:v>40721</c:v>
                </c:pt>
                <c:pt idx="3866">
                  <c:v>40718</c:v>
                </c:pt>
                <c:pt idx="3867">
                  <c:v>40717</c:v>
                </c:pt>
                <c:pt idx="3868">
                  <c:v>40716</c:v>
                </c:pt>
                <c:pt idx="3869">
                  <c:v>40715</c:v>
                </c:pt>
                <c:pt idx="3870">
                  <c:v>40714</c:v>
                </c:pt>
                <c:pt idx="3871">
                  <c:v>40711</c:v>
                </c:pt>
                <c:pt idx="3872">
                  <c:v>40710</c:v>
                </c:pt>
                <c:pt idx="3873">
                  <c:v>40709</c:v>
                </c:pt>
                <c:pt idx="3874">
                  <c:v>40708</c:v>
                </c:pt>
                <c:pt idx="3875">
                  <c:v>40707</c:v>
                </c:pt>
                <c:pt idx="3876">
                  <c:v>40704</c:v>
                </c:pt>
                <c:pt idx="3877">
                  <c:v>40703</c:v>
                </c:pt>
                <c:pt idx="3878">
                  <c:v>40702</c:v>
                </c:pt>
                <c:pt idx="3879">
                  <c:v>40701</c:v>
                </c:pt>
                <c:pt idx="3880">
                  <c:v>40700</c:v>
                </c:pt>
                <c:pt idx="3881">
                  <c:v>40697</c:v>
                </c:pt>
                <c:pt idx="3882">
                  <c:v>40696</c:v>
                </c:pt>
                <c:pt idx="3883">
                  <c:v>40695</c:v>
                </c:pt>
                <c:pt idx="3884">
                  <c:v>40694</c:v>
                </c:pt>
                <c:pt idx="3885">
                  <c:v>40693</c:v>
                </c:pt>
                <c:pt idx="3886">
                  <c:v>40690</c:v>
                </c:pt>
                <c:pt idx="3887">
                  <c:v>40689</c:v>
                </c:pt>
                <c:pt idx="3888">
                  <c:v>40688</c:v>
                </c:pt>
                <c:pt idx="3889">
                  <c:v>40687</c:v>
                </c:pt>
                <c:pt idx="3890">
                  <c:v>40686</c:v>
                </c:pt>
                <c:pt idx="3891">
                  <c:v>40683</c:v>
                </c:pt>
                <c:pt idx="3892">
                  <c:v>40682</c:v>
                </c:pt>
                <c:pt idx="3893">
                  <c:v>40681</c:v>
                </c:pt>
                <c:pt idx="3894">
                  <c:v>40680</c:v>
                </c:pt>
                <c:pt idx="3895">
                  <c:v>40679</c:v>
                </c:pt>
                <c:pt idx="3896">
                  <c:v>40676</c:v>
                </c:pt>
                <c:pt idx="3897">
                  <c:v>40675</c:v>
                </c:pt>
                <c:pt idx="3898">
                  <c:v>40674</c:v>
                </c:pt>
                <c:pt idx="3899">
                  <c:v>40673</c:v>
                </c:pt>
                <c:pt idx="3900">
                  <c:v>40672</c:v>
                </c:pt>
                <c:pt idx="3901">
                  <c:v>40669</c:v>
                </c:pt>
                <c:pt idx="3902">
                  <c:v>40668</c:v>
                </c:pt>
                <c:pt idx="3903">
                  <c:v>40667</c:v>
                </c:pt>
                <c:pt idx="3904">
                  <c:v>40666</c:v>
                </c:pt>
                <c:pt idx="3905">
                  <c:v>40665</c:v>
                </c:pt>
                <c:pt idx="3906">
                  <c:v>40662</c:v>
                </c:pt>
                <c:pt idx="3907">
                  <c:v>40661</c:v>
                </c:pt>
                <c:pt idx="3908">
                  <c:v>40660</c:v>
                </c:pt>
                <c:pt idx="3909">
                  <c:v>40659</c:v>
                </c:pt>
                <c:pt idx="3910">
                  <c:v>40658</c:v>
                </c:pt>
                <c:pt idx="3911">
                  <c:v>40655</c:v>
                </c:pt>
                <c:pt idx="3912">
                  <c:v>40654</c:v>
                </c:pt>
                <c:pt idx="3913">
                  <c:v>40653</c:v>
                </c:pt>
                <c:pt idx="3914">
                  <c:v>40652</c:v>
                </c:pt>
                <c:pt idx="3915">
                  <c:v>40651</c:v>
                </c:pt>
                <c:pt idx="3916">
                  <c:v>40648</c:v>
                </c:pt>
                <c:pt idx="3917">
                  <c:v>40647</c:v>
                </c:pt>
                <c:pt idx="3918">
                  <c:v>40646</c:v>
                </c:pt>
                <c:pt idx="3919">
                  <c:v>40645</c:v>
                </c:pt>
                <c:pt idx="3920">
                  <c:v>40644</c:v>
                </c:pt>
                <c:pt idx="3921">
                  <c:v>40641</c:v>
                </c:pt>
                <c:pt idx="3922">
                  <c:v>40640</c:v>
                </c:pt>
                <c:pt idx="3923">
                  <c:v>40639</c:v>
                </c:pt>
                <c:pt idx="3924">
                  <c:v>40638</c:v>
                </c:pt>
                <c:pt idx="3925">
                  <c:v>40637</c:v>
                </c:pt>
                <c:pt idx="3926">
                  <c:v>40634</c:v>
                </c:pt>
                <c:pt idx="3927">
                  <c:v>40633</c:v>
                </c:pt>
                <c:pt idx="3928">
                  <c:v>40632</c:v>
                </c:pt>
                <c:pt idx="3929">
                  <c:v>40631</c:v>
                </c:pt>
                <c:pt idx="3930">
                  <c:v>40630</c:v>
                </c:pt>
                <c:pt idx="3931">
                  <c:v>40627</c:v>
                </c:pt>
                <c:pt idx="3932">
                  <c:v>40626</c:v>
                </c:pt>
                <c:pt idx="3933">
                  <c:v>40625</c:v>
                </c:pt>
                <c:pt idx="3934">
                  <c:v>40624</c:v>
                </c:pt>
                <c:pt idx="3935">
                  <c:v>40623</c:v>
                </c:pt>
                <c:pt idx="3936">
                  <c:v>40620</c:v>
                </c:pt>
                <c:pt idx="3937">
                  <c:v>40619</c:v>
                </c:pt>
                <c:pt idx="3938">
                  <c:v>40618</c:v>
                </c:pt>
                <c:pt idx="3939">
                  <c:v>40617</c:v>
                </c:pt>
                <c:pt idx="3940">
                  <c:v>40616</c:v>
                </c:pt>
                <c:pt idx="3941">
                  <c:v>40613</c:v>
                </c:pt>
                <c:pt idx="3942">
                  <c:v>40612</c:v>
                </c:pt>
                <c:pt idx="3943">
                  <c:v>40611</c:v>
                </c:pt>
                <c:pt idx="3944">
                  <c:v>40610</c:v>
                </c:pt>
                <c:pt idx="3945">
                  <c:v>40609</c:v>
                </c:pt>
                <c:pt idx="3946">
                  <c:v>40606</c:v>
                </c:pt>
                <c:pt idx="3947">
                  <c:v>40605</c:v>
                </c:pt>
                <c:pt idx="3948">
                  <c:v>40604</c:v>
                </c:pt>
                <c:pt idx="3949">
                  <c:v>40603</c:v>
                </c:pt>
                <c:pt idx="3950">
                  <c:v>40602</c:v>
                </c:pt>
                <c:pt idx="3951">
                  <c:v>40599</c:v>
                </c:pt>
                <c:pt idx="3952">
                  <c:v>40598</c:v>
                </c:pt>
                <c:pt idx="3953">
                  <c:v>40597</c:v>
                </c:pt>
                <c:pt idx="3954">
                  <c:v>40596</c:v>
                </c:pt>
                <c:pt idx="3955">
                  <c:v>40595</c:v>
                </c:pt>
                <c:pt idx="3956">
                  <c:v>40592</c:v>
                </c:pt>
                <c:pt idx="3957">
                  <c:v>40591</c:v>
                </c:pt>
                <c:pt idx="3958">
                  <c:v>40590</c:v>
                </c:pt>
                <c:pt idx="3959">
                  <c:v>40589</c:v>
                </c:pt>
                <c:pt idx="3960">
                  <c:v>40588</c:v>
                </c:pt>
                <c:pt idx="3961">
                  <c:v>40585</c:v>
                </c:pt>
                <c:pt idx="3962">
                  <c:v>40584</c:v>
                </c:pt>
                <c:pt idx="3963">
                  <c:v>40583</c:v>
                </c:pt>
                <c:pt idx="3964">
                  <c:v>40582</c:v>
                </c:pt>
                <c:pt idx="3965">
                  <c:v>40581</c:v>
                </c:pt>
                <c:pt idx="3966">
                  <c:v>40578</c:v>
                </c:pt>
                <c:pt idx="3967">
                  <c:v>40577</c:v>
                </c:pt>
                <c:pt idx="3968">
                  <c:v>40576</c:v>
                </c:pt>
                <c:pt idx="3969">
                  <c:v>40575</c:v>
                </c:pt>
                <c:pt idx="3970">
                  <c:v>40574</c:v>
                </c:pt>
                <c:pt idx="3971">
                  <c:v>40571</c:v>
                </c:pt>
                <c:pt idx="3972">
                  <c:v>40570</c:v>
                </c:pt>
                <c:pt idx="3973">
                  <c:v>40569</c:v>
                </c:pt>
                <c:pt idx="3974">
                  <c:v>40568</c:v>
                </c:pt>
                <c:pt idx="3975">
                  <c:v>40567</c:v>
                </c:pt>
                <c:pt idx="3976">
                  <c:v>40564</c:v>
                </c:pt>
                <c:pt idx="3977">
                  <c:v>40563</c:v>
                </c:pt>
                <c:pt idx="3978">
                  <c:v>40562</c:v>
                </c:pt>
                <c:pt idx="3979">
                  <c:v>40561</c:v>
                </c:pt>
                <c:pt idx="3980">
                  <c:v>40560</c:v>
                </c:pt>
                <c:pt idx="3981">
                  <c:v>40557</c:v>
                </c:pt>
                <c:pt idx="3982">
                  <c:v>40556</c:v>
                </c:pt>
                <c:pt idx="3983">
                  <c:v>40555</c:v>
                </c:pt>
                <c:pt idx="3984">
                  <c:v>40554</c:v>
                </c:pt>
                <c:pt idx="3985">
                  <c:v>40553</c:v>
                </c:pt>
                <c:pt idx="3986">
                  <c:v>40550</c:v>
                </c:pt>
                <c:pt idx="3987">
                  <c:v>40549</c:v>
                </c:pt>
                <c:pt idx="3988">
                  <c:v>40548</c:v>
                </c:pt>
                <c:pt idx="3989">
                  <c:v>40547</c:v>
                </c:pt>
                <c:pt idx="3990">
                  <c:v>40546</c:v>
                </c:pt>
                <c:pt idx="3991">
                  <c:v>40543</c:v>
                </c:pt>
                <c:pt idx="3992">
                  <c:v>40542</c:v>
                </c:pt>
                <c:pt idx="3993">
                  <c:v>40541</c:v>
                </c:pt>
                <c:pt idx="3994">
                  <c:v>40540</c:v>
                </c:pt>
                <c:pt idx="3995">
                  <c:v>40539</c:v>
                </c:pt>
                <c:pt idx="3996">
                  <c:v>40536</c:v>
                </c:pt>
                <c:pt idx="3997">
                  <c:v>40535</c:v>
                </c:pt>
                <c:pt idx="3998">
                  <c:v>40534</c:v>
                </c:pt>
                <c:pt idx="3999">
                  <c:v>40533</c:v>
                </c:pt>
                <c:pt idx="4000">
                  <c:v>40532</c:v>
                </c:pt>
                <c:pt idx="4001">
                  <c:v>40529</c:v>
                </c:pt>
                <c:pt idx="4002">
                  <c:v>40528</c:v>
                </c:pt>
                <c:pt idx="4003">
                  <c:v>40527</c:v>
                </c:pt>
                <c:pt idx="4004">
                  <c:v>40526</c:v>
                </c:pt>
                <c:pt idx="4005">
                  <c:v>40525</c:v>
                </c:pt>
                <c:pt idx="4006">
                  <c:v>40522</c:v>
                </c:pt>
                <c:pt idx="4007">
                  <c:v>40521</c:v>
                </c:pt>
                <c:pt idx="4008">
                  <c:v>40520</c:v>
                </c:pt>
                <c:pt idx="4009">
                  <c:v>40519</c:v>
                </c:pt>
                <c:pt idx="4010">
                  <c:v>40518</c:v>
                </c:pt>
                <c:pt idx="4011">
                  <c:v>40515</c:v>
                </c:pt>
                <c:pt idx="4012">
                  <c:v>40514</c:v>
                </c:pt>
                <c:pt idx="4013">
                  <c:v>40513</c:v>
                </c:pt>
                <c:pt idx="4014">
                  <c:v>40512</c:v>
                </c:pt>
                <c:pt idx="4015">
                  <c:v>40511</c:v>
                </c:pt>
                <c:pt idx="4016">
                  <c:v>40508</c:v>
                </c:pt>
                <c:pt idx="4017">
                  <c:v>40507</c:v>
                </c:pt>
                <c:pt idx="4018">
                  <c:v>40506</c:v>
                </c:pt>
                <c:pt idx="4019">
                  <c:v>40505</c:v>
                </c:pt>
                <c:pt idx="4020">
                  <c:v>40504</c:v>
                </c:pt>
                <c:pt idx="4021">
                  <c:v>40501</c:v>
                </c:pt>
                <c:pt idx="4022">
                  <c:v>40500</c:v>
                </c:pt>
                <c:pt idx="4023">
                  <c:v>40499</c:v>
                </c:pt>
                <c:pt idx="4024">
                  <c:v>40498</c:v>
                </c:pt>
                <c:pt idx="4025">
                  <c:v>40497</c:v>
                </c:pt>
                <c:pt idx="4026">
                  <c:v>40494</c:v>
                </c:pt>
                <c:pt idx="4027">
                  <c:v>40493</c:v>
                </c:pt>
                <c:pt idx="4028">
                  <c:v>40492</c:v>
                </c:pt>
                <c:pt idx="4029">
                  <c:v>40491</c:v>
                </c:pt>
                <c:pt idx="4030">
                  <c:v>40490</c:v>
                </c:pt>
                <c:pt idx="4031">
                  <c:v>40487</c:v>
                </c:pt>
                <c:pt idx="4032">
                  <c:v>40486</c:v>
                </c:pt>
                <c:pt idx="4033">
                  <c:v>40485</c:v>
                </c:pt>
                <c:pt idx="4034">
                  <c:v>40484</c:v>
                </c:pt>
                <c:pt idx="4035">
                  <c:v>40483</c:v>
                </c:pt>
                <c:pt idx="4036">
                  <c:v>40480</c:v>
                </c:pt>
                <c:pt idx="4037">
                  <c:v>40479</c:v>
                </c:pt>
                <c:pt idx="4038">
                  <c:v>40478</c:v>
                </c:pt>
                <c:pt idx="4039">
                  <c:v>40477</c:v>
                </c:pt>
                <c:pt idx="4040">
                  <c:v>40476</c:v>
                </c:pt>
                <c:pt idx="4041">
                  <c:v>40473</c:v>
                </c:pt>
                <c:pt idx="4042">
                  <c:v>40472</c:v>
                </c:pt>
                <c:pt idx="4043">
                  <c:v>40471</c:v>
                </c:pt>
                <c:pt idx="4044">
                  <c:v>40470</c:v>
                </c:pt>
                <c:pt idx="4045">
                  <c:v>40469</c:v>
                </c:pt>
                <c:pt idx="4046">
                  <c:v>40466</c:v>
                </c:pt>
                <c:pt idx="4047">
                  <c:v>40465</c:v>
                </c:pt>
                <c:pt idx="4048">
                  <c:v>40464</c:v>
                </c:pt>
                <c:pt idx="4049">
                  <c:v>40463</c:v>
                </c:pt>
                <c:pt idx="4050">
                  <c:v>40462</c:v>
                </c:pt>
                <c:pt idx="4051">
                  <c:v>40459</c:v>
                </c:pt>
                <c:pt idx="4052">
                  <c:v>40458</c:v>
                </c:pt>
                <c:pt idx="4053">
                  <c:v>40457</c:v>
                </c:pt>
                <c:pt idx="4054">
                  <c:v>40456</c:v>
                </c:pt>
                <c:pt idx="4055">
                  <c:v>40455</c:v>
                </c:pt>
                <c:pt idx="4056">
                  <c:v>40452</c:v>
                </c:pt>
                <c:pt idx="4057">
                  <c:v>40451</c:v>
                </c:pt>
                <c:pt idx="4058">
                  <c:v>40450</c:v>
                </c:pt>
                <c:pt idx="4059">
                  <c:v>40449</c:v>
                </c:pt>
                <c:pt idx="4060">
                  <c:v>40448</c:v>
                </c:pt>
                <c:pt idx="4061">
                  <c:v>40445</c:v>
                </c:pt>
                <c:pt idx="4062">
                  <c:v>40444</c:v>
                </c:pt>
                <c:pt idx="4063">
                  <c:v>40443</c:v>
                </c:pt>
                <c:pt idx="4064">
                  <c:v>40442</c:v>
                </c:pt>
                <c:pt idx="4065">
                  <c:v>40441</c:v>
                </c:pt>
                <c:pt idx="4066">
                  <c:v>40438</c:v>
                </c:pt>
                <c:pt idx="4067">
                  <c:v>40437</c:v>
                </c:pt>
                <c:pt idx="4068">
                  <c:v>40436</c:v>
                </c:pt>
                <c:pt idx="4069">
                  <c:v>40435</c:v>
                </c:pt>
                <c:pt idx="4070">
                  <c:v>40434</c:v>
                </c:pt>
                <c:pt idx="4071">
                  <c:v>40431</c:v>
                </c:pt>
                <c:pt idx="4072">
                  <c:v>40430</c:v>
                </c:pt>
                <c:pt idx="4073">
                  <c:v>40429</c:v>
                </c:pt>
                <c:pt idx="4074">
                  <c:v>40428</c:v>
                </c:pt>
                <c:pt idx="4075">
                  <c:v>40427</c:v>
                </c:pt>
              </c:numCache>
            </c:numRef>
          </c:cat>
          <c:val>
            <c:numRef>
              <c:f>주가!$D$15:$D$4090</c:f>
              <c:numCache>
                <c:formatCode>#,##0</c:formatCode>
                <c:ptCount val="4076"/>
                <c:pt idx="0">
                  <c:v>39950</c:v>
                </c:pt>
                <c:pt idx="1">
                  <c:v>38550</c:v>
                </c:pt>
                <c:pt idx="2">
                  <c:v>36800</c:v>
                </c:pt>
                <c:pt idx="3">
                  <c:v>35350</c:v>
                </c:pt>
                <c:pt idx="4">
                  <c:v>36100</c:v>
                </c:pt>
                <c:pt idx="5">
                  <c:v>36750</c:v>
                </c:pt>
                <c:pt idx="6">
                  <c:v>35200</c:v>
                </c:pt>
                <c:pt idx="7">
                  <c:v>32650</c:v>
                </c:pt>
                <c:pt idx="8">
                  <c:v>31350</c:v>
                </c:pt>
                <c:pt idx="9">
                  <c:v>29750</c:v>
                </c:pt>
                <c:pt idx="10">
                  <c:v>27700</c:v>
                </c:pt>
                <c:pt idx="11">
                  <c:v>27450</c:v>
                </c:pt>
                <c:pt idx="12">
                  <c:v>27050</c:v>
                </c:pt>
                <c:pt idx="13">
                  <c:v>29300</c:v>
                </c:pt>
                <c:pt idx="14">
                  <c:v>27250</c:v>
                </c:pt>
                <c:pt idx="15">
                  <c:v>28750</c:v>
                </c:pt>
                <c:pt idx="16">
                  <c:v>29350</c:v>
                </c:pt>
                <c:pt idx="17">
                  <c:v>30650</c:v>
                </c:pt>
                <c:pt idx="18">
                  <c:v>32500</c:v>
                </c:pt>
                <c:pt idx="19">
                  <c:v>32750</c:v>
                </c:pt>
                <c:pt idx="20">
                  <c:v>31900</c:v>
                </c:pt>
                <c:pt idx="21">
                  <c:v>33900</c:v>
                </c:pt>
                <c:pt idx="22">
                  <c:v>32850</c:v>
                </c:pt>
                <c:pt idx="23">
                  <c:v>32400</c:v>
                </c:pt>
                <c:pt idx="24">
                  <c:v>33100</c:v>
                </c:pt>
                <c:pt idx="25">
                  <c:v>33650</c:v>
                </c:pt>
                <c:pt idx="26">
                  <c:v>32000</c:v>
                </c:pt>
                <c:pt idx="27">
                  <c:v>32450</c:v>
                </c:pt>
                <c:pt idx="28">
                  <c:v>28850</c:v>
                </c:pt>
                <c:pt idx="29">
                  <c:v>28650</c:v>
                </c:pt>
                <c:pt idx="30">
                  <c:v>27050</c:v>
                </c:pt>
                <c:pt idx="31">
                  <c:v>28850</c:v>
                </c:pt>
                <c:pt idx="32">
                  <c:v>28600</c:v>
                </c:pt>
                <c:pt idx="33">
                  <c:v>25700</c:v>
                </c:pt>
                <c:pt idx="34">
                  <c:v>26800</c:v>
                </c:pt>
                <c:pt idx="35">
                  <c:v>29550</c:v>
                </c:pt>
                <c:pt idx="36">
                  <c:v>29550</c:v>
                </c:pt>
                <c:pt idx="37">
                  <c:v>32700</c:v>
                </c:pt>
                <c:pt idx="38">
                  <c:v>33000</c:v>
                </c:pt>
                <c:pt idx="39">
                  <c:v>34800</c:v>
                </c:pt>
                <c:pt idx="40">
                  <c:v>33200</c:v>
                </c:pt>
                <c:pt idx="41">
                  <c:v>31850</c:v>
                </c:pt>
                <c:pt idx="42">
                  <c:v>34900</c:v>
                </c:pt>
                <c:pt idx="43">
                  <c:v>34400</c:v>
                </c:pt>
                <c:pt idx="44">
                  <c:v>34400</c:v>
                </c:pt>
                <c:pt idx="45">
                  <c:v>34400</c:v>
                </c:pt>
                <c:pt idx="46">
                  <c:v>34400</c:v>
                </c:pt>
                <c:pt idx="47">
                  <c:v>34850</c:v>
                </c:pt>
                <c:pt idx="48">
                  <c:v>34300</c:v>
                </c:pt>
                <c:pt idx="49">
                  <c:v>34700</c:v>
                </c:pt>
                <c:pt idx="50">
                  <c:v>34450</c:v>
                </c:pt>
                <c:pt idx="51">
                  <c:v>35700</c:v>
                </c:pt>
                <c:pt idx="52">
                  <c:v>36850</c:v>
                </c:pt>
                <c:pt idx="53">
                  <c:v>37900</c:v>
                </c:pt>
                <c:pt idx="54">
                  <c:v>39200</c:v>
                </c:pt>
                <c:pt idx="55">
                  <c:v>36050</c:v>
                </c:pt>
                <c:pt idx="56">
                  <c:v>35300</c:v>
                </c:pt>
                <c:pt idx="57">
                  <c:v>35750</c:v>
                </c:pt>
                <c:pt idx="58">
                  <c:v>35200</c:v>
                </c:pt>
                <c:pt idx="59">
                  <c:v>35800</c:v>
                </c:pt>
                <c:pt idx="60">
                  <c:v>34600</c:v>
                </c:pt>
                <c:pt idx="61">
                  <c:v>34100</c:v>
                </c:pt>
                <c:pt idx="62">
                  <c:v>34350</c:v>
                </c:pt>
                <c:pt idx="63">
                  <c:v>34200</c:v>
                </c:pt>
                <c:pt idx="64">
                  <c:v>28450</c:v>
                </c:pt>
                <c:pt idx="65">
                  <c:v>27900</c:v>
                </c:pt>
                <c:pt idx="66">
                  <c:v>26200</c:v>
                </c:pt>
                <c:pt idx="67">
                  <c:v>25700</c:v>
                </c:pt>
                <c:pt idx="68">
                  <c:v>24300</c:v>
                </c:pt>
                <c:pt idx="69">
                  <c:v>23200</c:v>
                </c:pt>
                <c:pt idx="70">
                  <c:v>23150</c:v>
                </c:pt>
                <c:pt idx="71">
                  <c:v>21800</c:v>
                </c:pt>
                <c:pt idx="72">
                  <c:v>22250</c:v>
                </c:pt>
                <c:pt idx="73">
                  <c:v>22400</c:v>
                </c:pt>
                <c:pt idx="74">
                  <c:v>23000</c:v>
                </c:pt>
                <c:pt idx="75">
                  <c:v>23850</c:v>
                </c:pt>
                <c:pt idx="76">
                  <c:v>23850</c:v>
                </c:pt>
                <c:pt idx="77">
                  <c:v>22200</c:v>
                </c:pt>
                <c:pt idx="78">
                  <c:v>22200</c:v>
                </c:pt>
                <c:pt idx="79">
                  <c:v>22200</c:v>
                </c:pt>
                <c:pt idx="80">
                  <c:v>22400</c:v>
                </c:pt>
                <c:pt idx="81">
                  <c:v>21500</c:v>
                </c:pt>
                <c:pt idx="82">
                  <c:v>21800</c:v>
                </c:pt>
                <c:pt idx="83">
                  <c:v>21800</c:v>
                </c:pt>
                <c:pt idx="84">
                  <c:v>21750</c:v>
                </c:pt>
                <c:pt idx="85">
                  <c:v>21200</c:v>
                </c:pt>
                <c:pt idx="86">
                  <c:v>20200</c:v>
                </c:pt>
                <c:pt idx="87">
                  <c:v>19800</c:v>
                </c:pt>
                <c:pt idx="88">
                  <c:v>20250</c:v>
                </c:pt>
                <c:pt idx="89">
                  <c:v>19900</c:v>
                </c:pt>
                <c:pt idx="90">
                  <c:v>22050</c:v>
                </c:pt>
                <c:pt idx="91">
                  <c:v>21650</c:v>
                </c:pt>
                <c:pt idx="92">
                  <c:v>20550</c:v>
                </c:pt>
                <c:pt idx="93">
                  <c:v>20700</c:v>
                </c:pt>
                <c:pt idx="94">
                  <c:v>21200</c:v>
                </c:pt>
                <c:pt idx="95">
                  <c:v>20500</c:v>
                </c:pt>
                <c:pt idx="96">
                  <c:v>21250</c:v>
                </c:pt>
                <c:pt idx="97">
                  <c:v>21700</c:v>
                </c:pt>
                <c:pt idx="98">
                  <c:v>21750</c:v>
                </c:pt>
                <c:pt idx="99">
                  <c:v>20850</c:v>
                </c:pt>
                <c:pt idx="100">
                  <c:v>19800</c:v>
                </c:pt>
                <c:pt idx="101">
                  <c:v>20750</c:v>
                </c:pt>
                <c:pt idx="102">
                  <c:v>20450</c:v>
                </c:pt>
                <c:pt idx="103">
                  <c:v>17740</c:v>
                </c:pt>
                <c:pt idx="104">
                  <c:v>17310</c:v>
                </c:pt>
                <c:pt idx="105">
                  <c:v>16150</c:v>
                </c:pt>
                <c:pt idx="106">
                  <c:v>15450</c:v>
                </c:pt>
                <c:pt idx="107">
                  <c:v>16680</c:v>
                </c:pt>
                <c:pt idx="108">
                  <c:v>16720</c:v>
                </c:pt>
                <c:pt idx="109">
                  <c:v>17180</c:v>
                </c:pt>
                <c:pt idx="110">
                  <c:v>18030</c:v>
                </c:pt>
                <c:pt idx="111">
                  <c:v>17620</c:v>
                </c:pt>
                <c:pt idx="112">
                  <c:v>18630</c:v>
                </c:pt>
                <c:pt idx="113">
                  <c:v>19590</c:v>
                </c:pt>
                <c:pt idx="114">
                  <c:v>19250</c:v>
                </c:pt>
                <c:pt idx="115">
                  <c:v>19350</c:v>
                </c:pt>
                <c:pt idx="116">
                  <c:v>18970</c:v>
                </c:pt>
                <c:pt idx="117">
                  <c:v>20100</c:v>
                </c:pt>
                <c:pt idx="118">
                  <c:v>19400</c:v>
                </c:pt>
                <c:pt idx="119">
                  <c:v>21000</c:v>
                </c:pt>
                <c:pt idx="120">
                  <c:v>21350</c:v>
                </c:pt>
                <c:pt idx="121">
                  <c:v>21900</c:v>
                </c:pt>
                <c:pt idx="122">
                  <c:v>21700</c:v>
                </c:pt>
                <c:pt idx="123">
                  <c:v>22300</c:v>
                </c:pt>
                <c:pt idx="124">
                  <c:v>22650</c:v>
                </c:pt>
                <c:pt idx="125">
                  <c:v>23000</c:v>
                </c:pt>
                <c:pt idx="126">
                  <c:v>22800</c:v>
                </c:pt>
                <c:pt idx="127">
                  <c:v>23450</c:v>
                </c:pt>
                <c:pt idx="128">
                  <c:v>23750</c:v>
                </c:pt>
                <c:pt idx="129">
                  <c:v>24050</c:v>
                </c:pt>
                <c:pt idx="130">
                  <c:v>25550</c:v>
                </c:pt>
                <c:pt idx="131">
                  <c:v>26000</c:v>
                </c:pt>
                <c:pt idx="132">
                  <c:v>26850</c:v>
                </c:pt>
                <c:pt idx="133">
                  <c:v>27300</c:v>
                </c:pt>
                <c:pt idx="134">
                  <c:v>25800</c:v>
                </c:pt>
                <c:pt idx="135">
                  <c:v>27800</c:v>
                </c:pt>
                <c:pt idx="136">
                  <c:v>27600</c:v>
                </c:pt>
                <c:pt idx="137">
                  <c:v>27300</c:v>
                </c:pt>
                <c:pt idx="138">
                  <c:v>27300</c:v>
                </c:pt>
                <c:pt idx="139">
                  <c:v>27300</c:v>
                </c:pt>
                <c:pt idx="140">
                  <c:v>27300</c:v>
                </c:pt>
                <c:pt idx="141">
                  <c:v>27300</c:v>
                </c:pt>
                <c:pt idx="142">
                  <c:v>27300</c:v>
                </c:pt>
                <c:pt idx="143">
                  <c:v>24700</c:v>
                </c:pt>
                <c:pt idx="144">
                  <c:v>23850</c:v>
                </c:pt>
                <c:pt idx="145">
                  <c:v>24900</c:v>
                </c:pt>
                <c:pt idx="146">
                  <c:v>25950</c:v>
                </c:pt>
                <c:pt idx="147">
                  <c:v>25550</c:v>
                </c:pt>
                <c:pt idx="148">
                  <c:v>25600</c:v>
                </c:pt>
                <c:pt idx="149">
                  <c:v>25200</c:v>
                </c:pt>
                <c:pt idx="150">
                  <c:v>25700</c:v>
                </c:pt>
                <c:pt idx="151">
                  <c:v>24700</c:v>
                </c:pt>
                <c:pt idx="152">
                  <c:v>24050</c:v>
                </c:pt>
                <c:pt idx="153">
                  <c:v>22350</c:v>
                </c:pt>
                <c:pt idx="154">
                  <c:v>22050</c:v>
                </c:pt>
                <c:pt idx="155">
                  <c:v>20500</c:v>
                </c:pt>
                <c:pt idx="156">
                  <c:v>20050</c:v>
                </c:pt>
                <c:pt idx="157">
                  <c:v>19840</c:v>
                </c:pt>
                <c:pt idx="158">
                  <c:v>18500</c:v>
                </c:pt>
                <c:pt idx="159">
                  <c:v>18900</c:v>
                </c:pt>
                <c:pt idx="160">
                  <c:v>18410</c:v>
                </c:pt>
                <c:pt idx="161">
                  <c:v>17440</c:v>
                </c:pt>
                <c:pt idx="162">
                  <c:v>17910</c:v>
                </c:pt>
                <c:pt idx="163">
                  <c:v>17680</c:v>
                </c:pt>
                <c:pt idx="164">
                  <c:v>17770</c:v>
                </c:pt>
                <c:pt idx="165">
                  <c:v>16180</c:v>
                </c:pt>
                <c:pt idx="166">
                  <c:v>16840</c:v>
                </c:pt>
                <c:pt idx="167">
                  <c:v>17260</c:v>
                </c:pt>
                <c:pt idx="168">
                  <c:v>16930</c:v>
                </c:pt>
                <c:pt idx="169">
                  <c:v>16910</c:v>
                </c:pt>
                <c:pt idx="170">
                  <c:v>16940</c:v>
                </c:pt>
                <c:pt idx="171">
                  <c:v>16170</c:v>
                </c:pt>
                <c:pt idx="172">
                  <c:v>15820</c:v>
                </c:pt>
                <c:pt idx="173">
                  <c:v>15450</c:v>
                </c:pt>
                <c:pt idx="174">
                  <c:v>15810</c:v>
                </c:pt>
                <c:pt idx="175">
                  <c:v>16820</c:v>
                </c:pt>
                <c:pt idx="176">
                  <c:v>18220</c:v>
                </c:pt>
                <c:pt idx="177">
                  <c:v>18220</c:v>
                </c:pt>
                <c:pt idx="178">
                  <c:v>18480</c:v>
                </c:pt>
                <c:pt idx="179">
                  <c:v>18190</c:v>
                </c:pt>
                <c:pt idx="180">
                  <c:v>18190</c:v>
                </c:pt>
                <c:pt idx="181">
                  <c:v>17850</c:v>
                </c:pt>
                <c:pt idx="182">
                  <c:v>17790</c:v>
                </c:pt>
                <c:pt idx="183">
                  <c:v>17870</c:v>
                </c:pt>
                <c:pt idx="184">
                  <c:v>18020</c:v>
                </c:pt>
                <c:pt idx="185">
                  <c:v>17700</c:v>
                </c:pt>
                <c:pt idx="186">
                  <c:v>18100</c:v>
                </c:pt>
                <c:pt idx="187">
                  <c:v>17710</c:v>
                </c:pt>
                <c:pt idx="188">
                  <c:v>18520</c:v>
                </c:pt>
                <c:pt idx="189">
                  <c:v>18580</c:v>
                </c:pt>
                <c:pt idx="190">
                  <c:v>18230</c:v>
                </c:pt>
                <c:pt idx="191">
                  <c:v>18140</c:v>
                </c:pt>
                <c:pt idx="192">
                  <c:v>16490</c:v>
                </c:pt>
                <c:pt idx="193">
                  <c:v>16560</c:v>
                </c:pt>
                <c:pt idx="194">
                  <c:v>15520</c:v>
                </c:pt>
                <c:pt idx="195">
                  <c:v>14290</c:v>
                </c:pt>
                <c:pt idx="196">
                  <c:v>13400</c:v>
                </c:pt>
                <c:pt idx="197">
                  <c:v>13500</c:v>
                </c:pt>
                <c:pt idx="198">
                  <c:v>13430</c:v>
                </c:pt>
                <c:pt idx="199">
                  <c:v>13600</c:v>
                </c:pt>
                <c:pt idx="200">
                  <c:v>13100</c:v>
                </c:pt>
                <c:pt idx="201">
                  <c:v>13050</c:v>
                </c:pt>
                <c:pt idx="202">
                  <c:v>12700</c:v>
                </c:pt>
                <c:pt idx="203">
                  <c:v>12740</c:v>
                </c:pt>
                <c:pt idx="204">
                  <c:v>12750</c:v>
                </c:pt>
                <c:pt idx="205">
                  <c:v>12230</c:v>
                </c:pt>
                <c:pt idx="206">
                  <c:v>12230</c:v>
                </c:pt>
                <c:pt idx="207">
                  <c:v>12260</c:v>
                </c:pt>
                <c:pt idx="208">
                  <c:v>11800</c:v>
                </c:pt>
                <c:pt idx="209">
                  <c:v>12010</c:v>
                </c:pt>
                <c:pt idx="210">
                  <c:v>12210</c:v>
                </c:pt>
                <c:pt idx="211">
                  <c:v>12770</c:v>
                </c:pt>
                <c:pt idx="212">
                  <c:v>13100</c:v>
                </c:pt>
                <c:pt idx="213">
                  <c:v>13150</c:v>
                </c:pt>
                <c:pt idx="214">
                  <c:v>13060</c:v>
                </c:pt>
                <c:pt idx="215">
                  <c:v>12890</c:v>
                </c:pt>
                <c:pt idx="216">
                  <c:v>13470</c:v>
                </c:pt>
                <c:pt idx="217">
                  <c:v>14000</c:v>
                </c:pt>
                <c:pt idx="218">
                  <c:v>13900</c:v>
                </c:pt>
                <c:pt idx="219">
                  <c:v>13640</c:v>
                </c:pt>
                <c:pt idx="220">
                  <c:v>13330</c:v>
                </c:pt>
                <c:pt idx="221">
                  <c:v>12740</c:v>
                </c:pt>
                <c:pt idx="222">
                  <c:v>13450</c:v>
                </c:pt>
                <c:pt idx="223">
                  <c:v>13410</c:v>
                </c:pt>
                <c:pt idx="224">
                  <c:v>13070</c:v>
                </c:pt>
                <c:pt idx="225">
                  <c:v>13450</c:v>
                </c:pt>
                <c:pt idx="226">
                  <c:v>13500</c:v>
                </c:pt>
                <c:pt idx="227">
                  <c:v>13500</c:v>
                </c:pt>
                <c:pt idx="228">
                  <c:v>13210</c:v>
                </c:pt>
                <c:pt idx="229">
                  <c:v>12410</c:v>
                </c:pt>
                <c:pt idx="230">
                  <c:v>12410</c:v>
                </c:pt>
                <c:pt idx="231">
                  <c:v>12400</c:v>
                </c:pt>
                <c:pt idx="232">
                  <c:v>12680</c:v>
                </c:pt>
                <c:pt idx="233">
                  <c:v>12710</c:v>
                </c:pt>
                <c:pt idx="234">
                  <c:v>12680</c:v>
                </c:pt>
                <c:pt idx="235">
                  <c:v>13000</c:v>
                </c:pt>
                <c:pt idx="236">
                  <c:v>13150</c:v>
                </c:pt>
                <c:pt idx="237">
                  <c:v>13200</c:v>
                </c:pt>
                <c:pt idx="238">
                  <c:v>13470</c:v>
                </c:pt>
                <c:pt idx="239">
                  <c:v>14000</c:v>
                </c:pt>
                <c:pt idx="240">
                  <c:v>14460</c:v>
                </c:pt>
                <c:pt idx="241">
                  <c:v>14400</c:v>
                </c:pt>
                <c:pt idx="242">
                  <c:v>14400</c:v>
                </c:pt>
                <c:pt idx="243">
                  <c:v>14830</c:v>
                </c:pt>
                <c:pt idx="244">
                  <c:v>14650</c:v>
                </c:pt>
                <c:pt idx="245">
                  <c:v>14340</c:v>
                </c:pt>
                <c:pt idx="246">
                  <c:v>14300</c:v>
                </c:pt>
                <c:pt idx="247">
                  <c:v>14080</c:v>
                </c:pt>
                <c:pt idx="248">
                  <c:v>14020</c:v>
                </c:pt>
                <c:pt idx="249">
                  <c:v>13880</c:v>
                </c:pt>
                <c:pt idx="250">
                  <c:v>13880</c:v>
                </c:pt>
                <c:pt idx="251">
                  <c:v>13880</c:v>
                </c:pt>
                <c:pt idx="252">
                  <c:v>14220</c:v>
                </c:pt>
                <c:pt idx="253">
                  <c:v>14220</c:v>
                </c:pt>
                <c:pt idx="254">
                  <c:v>14970</c:v>
                </c:pt>
                <c:pt idx="255">
                  <c:v>15340</c:v>
                </c:pt>
                <c:pt idx="256">
                  <c:v>14600</c:v>
                </c:pt>
                <c:pt idx="257">
                  <c:v>13810</c:v>
                </c:pt>
                <c:pt idx="258">
                  <c:v>13450</c:v>
                </c:pt>
                <c:pt idx="259">
                  <c:v>12810</c:v>
                </c:pt>
                <c:pt idx="260">
                  <c:v>12100</c:v>
                </c:pt>
                <c:pt idx="261">
                  <c:v>11050</c:v>
                </c:pt>
                <c:pt idx="262">
                  <c:v>11220</c:v>
                </c:pt>
                <c:pt idx="263">
                  <c:v>11060</c:v>
                </c:pt>
                <c:pt idx="264">
                  <c:v>11420</c:v>
                </c:pt>
                <c:pt idx="265">
                  <c:v>11240</c:v>
                </c:pt>
                <c:pt idx="266">
                  <c:v>11240</c:v>
                </c:pt>
                <c:pt idx="267">
                  <c:v>10850</c:v>
                </c:pt>
                <c:pt idx="268">
                  <c:v>10300</c:v>
                </c:pt>
                <c:pt idx="269">
                  <c:v>10000</c:v>
                </c:pt>
                <c:pt idx="270">
                  <c:v>9900</c:v>
                </c:pt>
                <c:pt idx="271">
                  <c:v>10790</c:v>
                </c:pt>
                <c:pt idx="272">
                  <c:v>11170</c:v>
                </c:pt>
                <c:pt idx="273">
                  <c:v>11210</c:v>
                </c:pt>
                <c:pt idx="274">
                  <c:v>11660</c:v>
                </c:pt>
                <c:pt idx="275">
                  <c:v>11550</c:v>
                </c:pt>
                <c:pt idx="276">
                  <c:v>11990</c:v>
                </c:pt>
                <c:pt idx="277">
                  <c:v>12370</c:v>
                </c:pt>
                <c:pt idx="278">
                  <c:v>12760</c:v>
                </c:pt>
                <c:pt idx="279">
                  <c:v>12580</c:v>
                </c:pt>
                <c:pt idx="280">
                  <c:v>13270</c:v>
                </c:pt>
                <c:pt idx="281">
                  <c:v>13800</c:v>
                </c:pt>
                <c:pt idx="282">
                  <c:v>13890</c:v>
                </c:pt>
                <c:pt idx="283">
                  <c:v>14060</c:v>
                </c:pt>
                <c:pt idx="284">
                  <c:v>13500</c:v>
                </c:pt>
                <c:pt idx="285">
                  <c:v>13450</c:v>
                </c:pt>
                <c:pt idx="286">
                  <c:v>12910</c:v>
                </c:pt>
                <c:pt idx="287">
                  <c:v>13140</c:v>
                </c:pt>
                <c:pt idx="288">
                  <c:v>13400</c:v>
                </c:pt>
                <c:pt idx="289">
                  <c:v>12690</c:v>
                </c:pt>
                <c:pt idx="290">
                  <c:v>13000</c:v>
                </c:pt>
                <c:pt idx="291">
                  <c:v>12930</c:v>
                </c:pt>
                <c:pt idx="292">
                  <c:v>13150</c:v>
                </c:pt>
                <c:pt idx="293">
                  <c:v>12800</c:v>
                </c:pt>
                <c:pt idx="294">
                  <c:v>12770</c:v>
                </c:pt>
                <c:pt idx="295">
                  <c:v>13220</c:v>
                </c:pt>
                <c:pt idx="296">
                  <c:v>13220</c:v>
                </c:pt>
                <c:pt idx="297">
                  <c:v>13790</c:v>
                </c:pt>
                <c:pt idx="298">
                  <c:v>14410</c:v>
                </c:pt>
                <c:pt idx="299">
                  <c:v>14090</c:v>
                </c:pt>
                <c:pt idx="300">
                  <c:v>14510</c:v>
                </c:pt>
                <c:pt idx="301">
                  <c:v>13300</c:v>
                </c:pt>
                <c:pt idx="302">
                  <c:v>13430</c:v>
                </c:pt>
                <c:pt idx="303">
                  <c:v>14310</c:v>
                </c:pt>
                <c:pt idx="304">
                  <c:v>14020</c:v>
                </c:pt>
                <c:pt idx="305">
                  <c:v>13930</c:v>
                </c:pt>
                <c:pt idx="306">
                  <c:v>13100</c:v>
                </c:pt>
                <c:pt idx="307">
                  <c:v>12430</c:v>
                </c:pt>
                <c:pt idx="308">
                  <c:v>12520</c:v>
                </c:pt>
                <c:pt idx="309">
                  <c:v>12400</c:v>
                </c:pt>
                <c:pt idx="310">
                  <c:v>12570</c:v>
                </c:pt>
                <c:pt idx="311">
                  <c:v>12350</c:v>
                </c:pt>
                <c:pt idx="312">
                  <c:v>12390</c:v>
                </c:pt>
                <c:pt idx="313">
                  <c:v>12300</c:v>
                </c:pt>
                <c:pt idx="314">
                  <c:v>12010</c:v>
                </c:pt>
                <c:pt idx="315">
                  <c:v>12030</c:v>
                </c:pt>
                <c:pt idx="316">
                  <c:v>12490</c:v>
                </c:pt>
                <c:pt idx="317">
                  <c:v>13240</c:v>
                </c:pt>
                <c:pt idx="318">
                  <c:v>13240</c:v>
                </c:pt>
                <c:pt idx="319">
                  <c:v>13240</c:v>
                </c:pt>
                <c:pt idx="320">
                  <c:v>13240</c:v>
                </c:pt>
                <c:pt idx="321">
                  <c:v>13240</c:v>
                </c:pt>
                <c:pt idx="322">
                  <c:v>13340</c:v>
                </c:pt>
                <c:pt idx="323">
                  <c:v>13610</c:v>
                </c:pt>
                <c:pt idx="324">
                  <c:v>13600</c:v>
                </c:pt>
                <c:pt idx="325">
                  <c:v>13230</c:v>
                </c:pt>
                <c:pt idx="326">
                  <c:v>13130</c:v>
                </c:pt>
                <c:pt idx="327">
                  <c:v>13370</c:v>
                </c:pt>
                <c:pt idx="328">
                  <c:v>13380</c:v>
                </c:pt>
                <c:pt idx="329">
                  <c:v>13800</c:v>
                </c:pt>
                <c:pt idx="330">
                  <c:v>13610</c:v>
                </c:pt>
                <c:pt idx="331">
                  <c:v>14210</c:v>
                </c:pt>
                <c:pt idx="332">
                  <c:v>14750</c:v>
                </c:pt>
                <c:pt idx="333">
                  <c:v>14710</c:v>
                </c:pt>
                <c:pt idx="334">
                  <c:v>14190</c:v>
                </c:pt>
                <c:pt idx="335">
                  <c:v>14560</c:v>
                </c:pt>
                <c:pt idx="336">
                  <c:v>13800</c:v>
                </c:pt>
                <c:pt idx="337">
                  <c:v>12770</c:v>
                </c:pt>
                <c:pt idx="338">
                  <c:v>12780</c:v>
                </c:pt>
                <c:pt idx="339">
                  <c:v>12780</c:v>
                </c:pt>
                <c:pt idx="340">
                  <c:v>12780</c:v>
                </c:pt>
                <c:pt idx="341">
                  <c:v>12670</c:v>
                </c:pt>
                <c:pt idx="342">
                  <c:v>12780</c:v>
                </c:pt>
                <c:pt idx="343">
                  <c:v>13030</c:v>
                </c:pt>
                <c:pt idx="344">
                  <c:v>13030</c:v>
                </c:pt>
                <c:pt idx="345">
                  <c:v>13470</c:v>
                </c:pt>
                <c:pt idx="346">
                  <c:v>12910</c:v>
                </c:pt>
                <c:pt idx="347">
                  <c:v>13530</c:v>
                </c:pt>
                <c:pt idx="348">
                  <c:v>13680</c:v>
                </c:pt>
                <c:pt idx="349">
                  <c:v>14330</c:v>
                </c:pt>
                <c:pt idx="350">
                  <c:v>14120</c:v>
                </c:pt>
                <c:pt idx="351">
                  <c:v>13780</c:v>
                </c:pt>
                <c:pt idx="352">
                  <c:v>13800</c:v>
                </c:pt>
                <c:pt idx="353">
                  <c:v>13390</c:v>
                </c:pt>
                <c:pt idx="354">
                  <c:v>12700</c:v>
                </c:pt>
                <c:pt idx="355">
                  <c:v>12110</c:v>
                </c:pt>
                <c:pt idx="356">
                  <c:v>12940</c:v>
                </c:pt>
                <c:pt idx="357">
                  <c:v>13350</c:v>
                </c:pt>
                <c:pt idx="358">
                  <c:v>13210</c:v>
                </c:pt>
                <c:pt idx="359">
                  <c:v>13460</c:v>
                </c:pt>
                <c:pt idx="360">
                  <c:v>13500</c:v>
                </c:pt>
                <c:pt idx="361">
                  <c:v>13850</c:v>
                </c:pt>
                <c:pt idx="362">
                  <c:v>14370</c:v>
                </c:pt>
                <c:pt idx="363">
                  <c:v>14250</c:v>
                </c:pt>
                <c:pt idx="364">
                  <c:v>14900</c:v>
                </c:pt>
                <c:pt idx="365">
                  <c:v>15020</c:v>
                </c:pt>
                <c:pt idx="366">
                  <c:v>14850</c:v>
                </c:pt>
                <c:pt idx="367">
                  <c:v>14000</c:v>
                </c:pt>
                <c:pt idx="368">
                  <c:v>14040</c:v>
                </c:pt>
                <c:pt idx="369">
                  <c:v>13500</c:v>
                </c:pt>
                <c:pt idx="370">
                  <c:v>13050</c:v>
                </c:pt>
                <c:pt idx="371">
                  <c:v>14040</c:v>
                </c:pt>
                <c:pt idx="372">
                  <c:v>14440</c:v>
                </c:pt>
                <c:pt idx="373">
                  <c:v>14500</c:v>
                </c:pt>
                <c:pt idx="374">
                  <c:v>14820</c:v>
                </c:pt>
                <c:pt idx="375">
                  <c:v>16260</c:v>
                </c:pt>
                <c:pt idx="376">
                  <c:v>17430</c:v>
                </c:pt>
                <c:pt idx="377">
                  <c:v>17950</c:v>
                </c:pt>
                <c:pt idx="378">
                  <c:v>18420</c:v>
                </c:pt>
                <c:pt idx="379">
                  <c:v>18800</c:v>
                </c:pt>
                <c:pt idx="380">
                  <c:v>18820</c:v>
                </c:pt>
                <c:pt idx="381">
                  <c:v>18630</c:v>
                </c:pt>
                <c:pt idx="382">
                  <c:v>19100</c:v>
                </c:pt>
                <c:pt idx="383">
                  <c:v>18840</c:v>
                </c:pt>
                <c:pt idx="384">
                  <c:v>18800</c:v>
                </c:pt>
                <c:pt idx="385">
                  <c:v>19160</c:v>
                </c:pt>
                <c:pt idx="386">
                  <c:v>18790</c:v>
                </c:pt>
                <c:pt idx="387">
                  <c:v>19240</c:v>
                </c:pt>
                <c:pt idx="388">
                  <c:v>20700</c:v>
                </c:pt>
                <c:pt idx="389">
                  <c:v>20950</c:v>
                </c:pt>
                <c:pt idx="390">
                  <c:v>21350</c:v>
                </c:pt>
                <c:pt idx="391">
                  <c:v>21050</c:v>
                </c:pt>
                <c:pt idx="392">
                  <c:v>21200</c:v>
                </c:pt>
                <c:pt idx="393">
                  <c:v>21700</c:v>
                </c:pt>
                <c:pt idx="394">
                  <c:v>21900</c:v>
                </c:pt>
                <c:pt idx="395">
                  <c:v>22600</c:v>
                </c:pt>
                <c:pt idx="396">
                  <c:v>21750</c:v>
                </c:pt>
                <c:pt idx="397">
                  <c:v>22100</c:v>
                </c:pt>
                <c:pt idx="398">
                  <c:v>21100</c:v>
                </c:pt>
                <c:pt idx="399">
                  <c:v>21100</c:v>
                </c:pt>
                <c:pt idx="400">
                  <c:v>21300</c:v>
                </c:pt>
                <c:pt idx="401">
                  <c:v>19180</c:v>
                </c:pt>
                <c:pt idx="402">
                  <c:v>19110</c:v>
                </c:pt>
                <c:pt idx="403">
                  <c:v>19110</c:v>
                </c:pt>
                <c:pt idx="404">
                  <c:v>19970</c:v>
                </c:pt>
                <c:pt idx="405">
                  <c:v>19970</c:v>
                </c:pt>
                <c:pt idx="406">
                  <c:v>20550</c:v>
                </c:pt>
                <c:pt idx="407">
                  <c:v>20700</c:v>
                </c:pt>
                <c:pt idx="408">
                  <c:v>19560</c:v>
                </c:pt>
                <c:pt idx="409">
                  <c:v>19500</c:v>
                </c:pt>
                <c:pt idx="410">
                  <c:v>19240</c:v>
                </c:pt>
                <c:pt idx="411">
                  <c:v>18900</c:v>
                </c:pt>
                <c:pt idx="412">
                  <c:v>18940</c:v>
                </c:pt>
                <c:pt idx="413">
                  <c:v>19840</c:v>
                </c:pt>
                <c:pt idx="414">
                  <c:v>19840</c:v>
                </c:pt>
                <c:pt idx="415">
                  <c:v>19840</c:v>
                </c:pt>
                <c:pt idx="416">
                  <c:v>19840</c:v>
                </c:pt>
                <c:pt idx="417">
                  <c:v>20550</c:v>
                </c:pt>
                <c:pt idx="418">
                  <c:v>19280</c:v>
                </c:pt>
                <c:pt idx="419">
                  <c:v>18960</c:v>
                </c:pt>
                <c:pt idx="420">
                  <c:v>18700</c:v>
                </c:pt>
                <c:pt idx="421">
                  <c:v>18690</c:v>
                </c:pt>
                <c:pt idx="422">
                  <c:v>19500</c:v>
                </c:pt>
                <c:pt idx="423">
                  <c:v>20100</c:v>
                </c:pt>
                <c:pt idx="424">
                  <c:v>21500</c:v>
                </c:pt>
                <c:pt idx="425">
                  <c:v>22300</c:v>
                </c:pt>
                <c:pt idx="426">
                  <c:v>23500</c:v>
                </c:pt>
                <c:pt idx="427">
                  <c:v>22800</c:v>
                </c:pt>
                <c:pt idx="428">
                  <c:v>22950</c:v>
                </c:pt>
                <c:pt idx="429">
                  <c:v>23150</c:v>
                </c:pt>
                <c:pt idx="430">
                  <c:v>21000</c:v>
                </c:pt>
                <c:pt idx="431">
                  <c:v>20800</c:v>
                </c:pt>
                <c:pt idx="432">
                  <c:v>21250</c:v>
                </c:pt>
                <c:pt idx="433">
                  <c:v>20750</c:v>
                </c:pt>
                <c:pt idx="434">
                  <c:v>20950</c:v>
                </c:pt>
                <c:pt idx="435">
                  <c:v>19600</c:v>
                </c:pt>
                <c:pt idx="436">
                  <c:v>20200</c:v>
                </c:pt>
                <c:pt idx="437">
                  <c:v>20000</c:v>
                </c:pt>
                <c:pt idx="438">
                  <c:v>20000</c:v>
                </c:pt>
                <c:pt idx="439">
                  <c:v>19110</c:v>
                </c:pt>
                <c:pt idx="440">
                  <c:v>19350</c:v>
                </c:pt>
                <c:pt idx="441">
                  <c:v>18660</c:v>
                </c:pt>
                <c:pt idx="442">
                  <c:v>17830</c:v>
                </c:pt>
                <c:pt idx="443">
                  <c:v>17170</c:v>
                </c:pt>
                <c:pt idx="444">
                  <c:v>17010</c:v>
                </c:pt>
                <c:pt idx="445">
                  <c:v>16310</c:v>
                </c:pt>
                <c:pt idx="446">
                  <c:v>19590</c:v>
                </c:pt>
                <c:pt idx="447">
                  <c:v>21200</c:v>
                </c:pt>
                <c:pt idx="448">
                  <c:v>21650</c:v>
                </c:pt>
                <c:pt idx="449">
                  <c:v>20850</c:v>
                </c:pt>
                <c:pt idx="450">
                  <c:v>21350</c:v>
                </c:pt>
                <c:pt idx="451">
                  <c:v>21150</c:v>
                </c:pt>
                <c:pt idx="452">
                  <c:v>19900</c:v>
                </c:pt>
                <c:pt idx="453">
                  <c:v>21050</c:v>
                </c:pt>
                <c:pt idx="454">
                  <c:v>20900</c:v>
                </c:pt>
                <c:pt idx="455">
                  <c:v>20350</c:v>
                </c:pt>
                <c:pt idx="456">
                  <c:v>22000</c:v>
                </c:pt>
                <c:pt idx="457">
                  <c:v>22300</c:v>
                </c:pt>
                <c:pt idx="458">
                  <c:v>23200</c:v>
                </c:pt>
                <c:pt idx="459">
                  <c:v>24650</c:v>
                </c:pt>
                <c:pt idx="460">
                  <c:v>23800</c:v>
                </c:pt>
                <c:pt idx="461">
                  <c:v>23050</c:v>
                </c:pt>
                <c:pt idx="462">
                  <c:v>23750</c:v>
                </c:pt>
                <c:pt idx="463">
                  <c:v>24100</c:v>
                </c:pt>
                <c:pt idx="464">
                  <c:v>23600</c:v>
                </c:pt>
                <c:pt idx="465">
                  <c:v>22550</c:v>
                </c:pt>
                <c:pt idx="466">
                  <c:v>22400</c:v>
                </c:pt>
                <c:pt idx="467">
                  <c:v>23500</c:v>
                </c:pt>
                <c:pt idx="468">
                  <c:v>23700</c:v>
                </c:pt>
                <c:pt idx="469">
                  <c:v>25000</c:v>
                </c:pt>
                <c:pt idx="470">
                  <c:v>24750</c:v>
                </c:pt>
                <c:pt idx="471">
                  <c:v>27000</c:v>
                </c:pt>
                <c:pt idx="472">
                  <c:v>27250</c:v>
                </c:pt>
                <c:pt idx="473">
                  <c:v>28600</c:v>
                </c:pt>
                <c:pt idx="474">
                  <c:v>26800</c:v>
                </c:pt>
                <c:pt idx="475">
                  <c:v>28000</c:v>
                </c:pt>
                <c:pt idx="476">
                  <c:v>29350</c:v>
                </c:pt>
                <c:pt idx="477">
                  <c:v>30750</c:v>
                </c:pt>
                <c:pt idx="478">
                  <c:v>32600</c:v>
                </c:pt>
                <c:pt idx="479">
                  <c:v>31650</c:v>
                </c:pt>
                <c:pt idx="480">
                  <c:v>31850</c:v>
                </c:pt>
                <c:pt idx="481">
                  <c:v>32450</c:v>
                </c:pt>
                <c:pt idx="482">
                  <c:v>33150</c:v>
                </c:pt>
                <c:pt idx="483">
                  <c:v>33150</c:v>
                </c:pt>
                <c:pt idx="484">
                  <c:v>33800</c:v>
                </c:pt>
                <c:pt idx="485">
                  <c:v>35200</c:v>
                </c:pt>
                <c:pt idx="486">
                  <c:v>31950</c:v>
                </c:pt>
                <c:pt idx="487">
                  <c:v>31300</c:v>
                </c:pt>
                <c:pt idx="488">
                  <c:v>31300</c:v>
                </c:pt>
                <c:pt idx="489">
                  <c:v>31700</c:v>
                </c:pt>
                <c:pt idx="490">
                  <c:v>32700</c:v>
                </c:pt>
                <c:pt idx="491">
                  <c:v>32600</c:v>
                </c:pt>
                <c:pt idx="492">
                  <c:v>32350</c:v>
                </c:pt>
                <c:pt idx="493">
                  <c:v>33650</c:v>
                </c:pt>
                <c:pt idx="494">
                  <c:v>35000</c:v>
                </c:pt>
                <c:pt idx="495">
                  <c:v>33600</c:v>
                </c:pt>
                <c:pt idx="496">
                  <c:v>33600</c:v>
                </c:pt>
                <c:pt idx="497">
                  <c:v>36050</c:v>
                </c:pt>
                <c:pt idx="498">
                  <c:v>38750</c:v>
                </c:pt>
                <c:pt idx="499">
                  <c:v>39200</c:v>
                </c:pt>
                <c:pt idx="500">
                  <c:v>40500</c:v>
                </c:pt>
                <c:pt idx="501">
                  <c:v>40050</c:v>
                </c:pt>
                <c:pt idx="502">
                  <c:v>40450</c:v>
                </c:pt>
                <c:pt idx="503">
                  <c:v>41500</c:v>
                </c:pt>
                <c:pt idx="504">
                  <c:v>41500</c:v>
                </c:pt>
                <c:pt idx="505">
                  <c:v>42800</c:v>
                </c:pt>
                <c:pt idx="506">
                  <c:v>39800</c:v>
                </c:pt>
                <c:pt idx="507">
                  <c:v>40700</c:v>
                </c:pt>
                <c:pt idx="508">
                  <c:v>41100</c:v>
                </c:pt>
                <c:pt idx="509">
                  <c:v>42000</c:v>
                </c:pt>
                <c:pt idx="510">
                  <c:v>37200</c:v>
                </c:pt>
                <c:pt idx="511">
                  <c:v>37200</c:v>
                </c:pt>
                <c:pt idx="512">
                  <c:v>36300</c:v>
                </c:pt>
                <c:pt idx="513">
                  <c:v>36500</c:v>
                </c:pt>
                <c:pt idx="514">
                  <c:v>36500</c:v>
                </c:pt>
                <c:pt idx="515">
                  <c:v>37950</c:v>
                </c:pt>
                <c:pt idx="516">
                  <c:v>36400</c:v>
                </c:pt>
                <c:pt idx="517">
                  <c:v>32500</c:v>
                </c:pt>
                <c:pt idx="518">
                  <c:v>32250</c:v>
                </c:pt>
                <c:pt idx="519">
                  <c:v>29800</c:v>
                </c:pt>
                <c:pt idx="520">
                  <c:v>28600</c:v>
                </c:pt>
                <c:pt idx="521">
                  <c:v>30350</c:v>
                </c:pt>
                <c:pt idx="522">
                  <c:v>30900</c:v>
                </c:pt>
                <c:pt idx="523">
                  <c:v>28500</c:v>
                </c:pt>
                <c:pt idx="524">
                  <c:v>27200</c:v>
                </c:pt>
                <c:pt idx="525">
                  <c:v>28100</c:v>
                </c:pt>
                <c:pt idx="526">
                  <c:v>28900</c:v>
                </c:pt>
                <c:pt idx="527">
                  <c:v>29550</c:v>
                </c:pt>
                <c:pt idx="528">
                  <c:v>29700</c:v>
                </c:pt>
                <c:pt idx="529">
                  <c:v>29700</c:v>
                </c:pt>
                <c:pt idx="530">
                  <c:v>28500</c:v>
                </c:pt>
                <c:pt idx="531">
                  <c:v>29950</c:v>
                </c:pt>
                <c:pt idx="532">
                  <c:v>34700</c:v>
                </c:pt>
                <c:pt idx="533">
                  <c:v>37000</c:v>
                </c:pt>
                <c:pt idx="534">
                  <c:v>37500</c:v>
                </c:pt>
                <c:pt idx="535">
                  <c:v>38400</c:v>
                </c:pt>
                <c:pt idx="536">
                  <c:v>39300</c:v>
                </c:pt>
                <c:pt idx="537">
                  <c:v>39550</c:v>
                </c:pt>
                <c:pt idx="538">
                  <c:v>39400</c:v>
                </c:pt>
                <c:pt idx="539">
                  <c:v>38250</c:v>
                </c:pt>
                <c:pt idx="540">
                  <c:v>37800</c:v>
                </c:pt>
                <c:pt idx="541">
                  <c:v>38050</c:v>
                </c:pt>
                <c:pt idx="542">
                  <c:v>38500</c:v>
                </c:pt>
                <c:pt idx="543">
                  <c:v>36150</c:v>
                </c:pt>
                <c:pt idx="544">
                  <c:v>37650</c:v>
                </c:pt>
                <c:pt idx="545">
                  <c:v>37650</c:v>
                </c:pt>
                <c:pt idx="546">
                  <c:v>33000</c:v>
                </c:pt>
                <c:pt idx="547">
                  <c:v>33000</c:v>
                </c:pt>
                <c:pt idx="548">
                  <c:v>32600</c:v>
                </c:pt>
                <c:pt idx="549">
                  <c:v>33450</c:v>
                </c:pt>
                <c:pt idx="550">
                  <c:v>30500</c:v>
                </c:pt>
                <c:pt idx="551">
                  <c:v>31700</c:v>
                </c:pt>
                <c:pt idx="552">
                  <c:v>32800</c:v>
                </c:pt>
                <c:pt idx="553">
                  <c:v>34000</c:v>
                </c:pt>
                <c:pt idx="554">
                  <c:v>33000</c:v>
                </c:pt>
                <c:pt idx="555">
                  <c:v>32050</c:v>
                </c:pt>
                <c:pt idx="556">
                  <c:v>33700</c:v>
                </c:pt>
                <c:pt idx="557">
                  <c:v>33700</c:v>
                </c:pt>
                <c:pt idx="558">
                  <c:v>35000</c:v>
                </c:pt>
                <c:pt idx="559">
                  <c:v>33400</c:v>
                </c:pt>
                <c:pt idx="560">
                  <c:v>31500</c:v>
                </c:pt>
                <c:pt idx="561">
                  <c:v>30650</c:v>
                </c:pt>
                <c:pt idx="562">
                  <c:v>31600</c:v>
                </c:pt>
                <c:pt idx="563">
                  <c:v>28850</c:v>
                </c:pt>
                <c:pt idx="564">
                  <c:v>29350</c:v>
                </c:pt>
                <c:pt idx="565">
                  <c:v>28250</c:v>
                </c:pt>
                <c:pt idx="566">
                  <c:v>31000</c:v>
                </c:pt>
                <c:pt idx="567">
                  <c:v>31000</c:v>
                </c:pt>
                <c:pt idx="568">
                  <c:v>31550</c:v>
                </c:pt>
                <c:pt idx="569">
                  <c:v>28250</c:v>
                </c:pt>
                <c:pt idx="570">
                  <c:v>25500</c:v>
                </c:pt>
                <c:pt idx="571">
                  <c:v>25500</c:v>
                </c:pt>
                <c:pt idx="572">
                  <c:v>25500</c:v>
                </c:pt>
                <c:pt idx="573">
                  <c:v>24200</c:v>
                </c:pt>
                <c:pt idx="574">
                  <c:v>24450</c:v>
                </c:pt>
                <c:pt idx="575">
                  <c:v>23750</c:v>
                </c:pt>
                <c:pt idx="576">
                  <c:v>24150</c:v>
                </c:pt>
                <c:pt idx="577">
                  <c:v>23500</c:v>
                </c:pt>
                <c:pt idx="578">
                  <c:v>23250</c:v>
                </c:pt>
                <c:pt idx="579">
                  <c:v>24700</c:v>
                </c:pt>
                <c:pt idx="580">
                  <c:v>24300</c:v>
                </c:pt>
                <c:pt idx="581">
                  <c:v>23750</c:v>
                </c:pt>
                <c:pt idx="582">
                  <c:v>25000</c:v>
                </c:pt>
                <c:pt idx="583">
                  <c:v>25000</c:v>
                </c:pt>
                <c:pt idx="584">
                  <c:v>24900</c:v>
                </c:pt>
                <c:pt idx="585">
                  <c:v>24050</c:v>
                </c:pt>
                <c:pt idx="586">
                  <c:v>21850</c:v>
                </c:pt>
                <c:pt idx="587">
                  <c:v>22200</c:v>
                </c:pt>
                <c:pt idx="588">
                  <c:v>21150</c:v>
                </c:pt>
                <c:pt idx="589">
                  <c:v>21300</c:v>
                </c:pt>
                <c:pt idx="590">
                  <c:v>22000</c:v>
                </c:pt>
                <c:pt idx="591">
                  <c:v>22050</c:v>
                </c:pt>
                <c:pt idx="592">
                  <c:v>22200</c:v>
                </c:pt>
                <c:pt idx="593">
                  <c:v>22000</c:v>
                </c:pt>
                <c:pt idx="594">
                  <c:v>21950</c:v>
                </c:pt>
                <c:pt idx="595">
                  <c:v>22150</c:v>
                </c:pt>
                <c:pt idx="596">
                  <c:v>21200</c:v>
                </c:pt>
                <c:pt idx="597">
                  <c:v>21750</c:v>
                </c:pt>
                <c:pt idx="598">
                  <c:v>21350</c:v>
                </c:pt>
                <c:pt idx="599">
                  <c:v>21750</c:v>
                </c:pt>
                <c:pt idx="600">
                  <c:v>19990</c:v>
                </c:pt>
                <c:pt idx="601">
                  <c:v>19990</c:v>
                </c:pt>
                <c:pt idx="602">
                  <c:v>19990</c:v>
                </c:pt>
                <c:pt idx="603">
                  <c:v>19030</c:v>
                </c:pt>
                <c:pt idx="604">
                  <c:v>18550</c:v>
                </c:pt>
                <c:pt idx="605">
                  <c:v>18700</c:v>
                </c:pt>
                <c:pt idx="606">
                  <c:v>18700</c:v>
                </c:pt>
                <c:pt idx="607">
                  <c:v>18520</c:v>
                </c:pt>
                <c:pt idx="608">
                  <c:v>19100</c:v>
                </c:pt>
                <c:pt idx="609">
                  <c:v>19300</c:v>
                </c:pt>
                <c:pt idx="610">
                  <c:v>18880</c:v>
                </c:pt>
                <c:pt idx="611">
                  <c:v>18640</c:v>
                </c:pt>
                <c:pt idx="612">
                  <c:v>19280</c:v>
                </c:pt>
                <c:pt idx="613">
                  <c:v>18650</c:v>
                </c:pt>
                <c:pt idx="614">
                  <c:v>18950</c:v>
                </c:pt>
                <c:pt idx="615">
                  <c:v>19010</c:v>
                </c:pt>
                <c:pt idx="616">
                  <c:v>18350</c:v>
                </c:pt>
                <c:pt idx="617">
                  <c:v>18020</c:v>
                </c:pt>
                <c:pt idx="618">
                  <c:v>18700</c:v>
                </c:pt>
                <c:pt idx="619">
                  <c:v>18440</c:v>
                </c:pt>
                <c:pt idx="620">
                  <c:v>18800</c:v>
                </c:pt>
                <c:pt idx="621">
                  <c:v>18890</c:v>
                </c:pt>
                <c:pt idx="622">
                  <c:v>18970</c:v>
                </c:pt>
                <c:pt idx="623">
                  <c:v>19000</c:v>
                </c:pt>
                <c:pt idx="624">
                  <c:v>19340</c:v>
                </c:pt>
                <c:pt idx="625">
                  <c:v>19230</c:v>
                </c:pt>
                <c:pt idx="626">
                  <c:v>19300</c:v>
                </c:pt>
                <c:pt idx="627">
                  <c:v>19420</c:v>
                </c:pt>
                <c:pt idx="628">
                  <c:v>19400</c:v>
                </c:pt>
                <c:pt idx="629">
                  <c:v>19460</c:v>
                </c:pt>
                <c:pt idx="630">
                  <c:v>19380</c:v>
                </c:pt>
                <c:pt idx="631">
                  <c:v>19460</c:v>
                </c:pt>
                <c:pt idx="632">
                  <c:v>20350</c:v>
                </c:pt>
                <c:pt idx="633">
                  <c:v>18590</c:v>
                </c:pt>
                <c:pt idx="634">
                  <c:v>18160</c:v>
                </c:pt>
                <c:pt idx="635">
                  <c:v>17480</c:v>
                </c:pt>
                <c:pt idx="636">
                  <c:v>18150</c:v>
                </c:pt>
                <c:pt idx="637">
                  <c:v>18520</c:v>
                </c:pt>
                <c:pt idx="638">
                  <c:v>18950</c:v>
                </c:pt>
                <c:pt idx="639">
                  <c:v>18500</c:v>
                </c:pt>
                <c:pt idx="640">
                  <c:v>18840</c:v>
                </c:pt>
                <c:pt idx="641">
                  <c:v>18680</c:v>
                </c:pt>
                <c:pt idx="642">
                  <c:v>18630</c:v>
                </c:pt>
                <c:pt idx="643">
                  <c:v>18480</c:v>
                </c:pt>
                <c:pt idx="644">
                  <c:v>18050</c:v>
                </c:pt>
                <c:pt idx="645">
                  <c:v>19420</c:v>
                </c:pt>
                <c:pt idx="646">
                  <c:v>19110</c:v>
                </c:pt>
                <c:pt idx="647">
                  <c:v>18990</c:v>
                </c:pt>
                <c:pt idx="648">
                  <c:v>19450</c:v>
                </c:pt>
                <c:pt idx="649">
                  <c:v>19500</c:v>
                </c:pt>
                <c:pt idx="650">
                  <c:v>19050</c:v>
                </c:pt>
                <c:pt idx="651">
                  <c:v>19500</c:v>
                </c:pt>
                <c:pt idx="652">
                  <c:v>19530</c:v>
                </c:pt>
                <c:pt idx="653">
                  <c:v>20600</c:v>
                </c:pt>
                <c:pt idx="654">
                  <c:v>20550</c:v>
                </c:pt>
                <c:pt idx="655">
                  <c:v>19720</c:v>
                </c:pt>
                <c:pt idx="656">
                  <c:v>20500</c:v>
                </c:pt>
                <c:pt idx="657">
                  <c:v>20100</c:v>
                </c:pt>
                <c:pt idx="658">
                  <c:v>20500</c:v>
                </c:pt>
                <c:pt idx="659">
                  <c:v>20000</c:v>
                </c:pt>
                <c:pt idx="660">
                  <c:v>20400</c:v>
                </c:pt>
                <c:pt idx="661">
                  <c:v>20400</c:v>
                </c:pt>
                <c:pt idx="662">
                  <c:v>20750</c:v>
                </c:pt>
                <c:pt idx="663">
                  <c:v>19050</c:v>
                </c:pt>
                <c:pt idx="664">
                  <c:v>21350</c:v>
                </c:pt>
                <c:pt idx="665">
                  <c:v>21350</c:v>
                </c:pt>
                <c:pt idx="666">
                  <c:v>21350</c:v>
                </c:pt>
                <c:pt idx="667">
                  <c:v>21350</c:v>
                </c:pt>
                <c:pt idx="668">
                  <c:v>21350</c:v>
                </c:pt>
                <c:pt idx="669">
                  <c:v>21150</c:v>
                </c:pt>
                <c:pt idx="670">
                  <c:v>20950</c:v>
                </c:pt>
                <c:pt idx="671">
                  <c:v>21800</c:v>
                </c:pt>
                <c:pt idx="672">
                  <c:v>21800</c:v>
                </c:pt>
                <c:pt idx="673">
                  <c:v>23150</c:v>
                </c:pt>
                <c:pt idx="674">
                  <c:v>22850</c:v>
                </c:pt>
                <c:pt idx="675">
                  <c:v>22950</c:v>
                </c:pt>
                <c:pt idx="676">
                  <c:v>23500</c:v>
                </c:pt>
                <c:pt idx="677">
                  <c:v>23850</c:v>
                </c:pt>
                <c:pt idx="678">
                  <c:v>23250</c:v>
                </c:pt>
                <c:pt idx="679">
                  <c:v>23400</c:v>
                </c:pt>
                <c:pt idx="680">
                  <c:v>23450</c:v>
                </c:pt>
                <c:pt idx="681">
                  <c:v>24400</c:v>
                </c:pt>
                <c:pt idx="682">
                  <c:v>24350</c:v>
                </c:pt>
                <c:pt idx="683">
                  <c:v>25000</c:v>
                </c:pt>
                <c:pt idx="684">
                  <c:v>25000</c:v>
                </c:pt>
                <c:pt idx="685">
                  <c:v>26000</c:v>
                </c:pt>
                <c:pt idx="686">
                  <c:v>26800</c:v>
                </c:pt>
                <c:pt idx="687">
                  <c:v>26450</c:v>
                </c:pt>
                <c:pt idx="688">
                  <c:v>25900</c:v>
                </c:pt>
                <c:pt idx="689">
                  <c:v>26150</c:v>
                </c:pt>
                <c:pt idx="690">
                  <c:v>25500</c:v>
                </c:pt>
                <c:pt idx="691">
                  <c:v>25250</c:v>
                </c:pt>
                <c:pt idx="692">
                  <c:v>27250</c:v>
                </c:pt>
                <c:pt idx="693">
                  <c:v>25750</c:v>
                </c:pt>
                <c:pt idx="694">
                  <c:v>25650</c:v>
                </c:pt>
                <c:pt idx="695">
                  <c:v>26100</c:v>
                </c:pt>
                <c:pt idx="696">
                  <c:v>26100</c:v>
                </c:pt>
                <c:pt idx="697">
                  <c:v>26850</c:v>
                </c:pt>
                <c:pt idx="698">
                  <c:v>26150</c:v>
                </c:pt>
                <c:pt idx="699">
                  <c:v>26250</c:v>
                </c:pt>
                <c:pt idx="700">
                  <c:v>26250</c:v>
                </c:pt>
                <c:pt idx="701">
                  <c:v>27200</c:v>
                </c:pt>
                <c:pt idx="702">
                  <c:v>26950</c:v>
                </c:pt>
                <c:pt idx="703">
                  <c:v>29200</c:v>
                </c:pt>
                <c:pt idx="704">
                  <c:v>29500</c:v>
                </c:pt>
                <c:pt idx="705">
                  <c:v>30400</c:v>
                </c:pt>
                <c:pt idx="706">
                  <c:v>30000</c:v>
                </c:pt>
                <c:pt idx="707">
                  <c:v>29750</c:v>
                </c:pt>
                <c:pt idx="708">
                  <c:v>30950</c:v>
                </c:pt>
                <c:pt idx="709">
                  <c:v>32300</c:v>
                </c:pt>
                <c:pt idx="710">
                  <c:v>32700</c:v>
                </c:pt>
                <c:pt idx="711">
                  <c:v>33000</c:v>
                </c:pt>
                <c:pt idx="712">
                  <c:v>31950</c:v>
                </c:pt>
                <c:pt idx="713">
                  <c:v>33900</c:v>
                </c:pt>
                <c:pt idx="714">
                  <c:v>34900</c:v>
                </c:pt>
                <c:pt idx="715">
                  <c:v>34400</c:v>
                </c:pt>
                <c:pt idx="716">
                  <c:v>34900</c:v>
                </c:pt>
                <c:pt idx="717">
                  <c:v>35200</c:v>
                </c:pt>
                <c:pt idx="718">
                  <c:v>35200</c:v>
                </c:pt>
                <c:pt idx="719">
                  <c:v>31400</c:v>
                </c:pt>
                <c:pt idx="720">
                  <c:v>32650</c:v>
                </c:pt>
                <c:pt idx="721">
                  <c:v>31850</c:v>
                </c:pt>
                <c:pt idx="722">
                  <c:v>30000</c:v>
                </c:pt>
                <c:pt idx="723">
                  <c:v>28600</c:v>
                </c:pt>
                <c:pt idx="724">
                  <c:v>27900</c:v>
                </c:pt>
                <c:pt idx="725">
                  <c:v>27950</c:v>
                </c:pt>
                <c:pt idx="726">
                  <c:v>28300</c:v>
                </c:pt>
                <c:pt idx="727">
                  <c:v>28850</c:v>
                </c:pt>
                <c:pt idx="728">
                  <c:v>30650</c:v>
                </c:pt>
                <c:pt idx="729">
                  <c:v>27200</c:v>
                </c:pt>
                <c:pt idx="730">
                  <c:v>24950</c:v>
                </c:pt>
                <c:pt idx="731">
                  <c:v>25050</c:v>
                </c:pt>
                <c:pt idx="732">
                  <c:v>26050</c:v>
                </c:pt>
                <c:pt idx="733">
                  <c:v>25800</c:v>
                </c:pt>
                <c:pt idx="734">
                  <c:v>26350</c:v>
                </c:pt>
                <c:pt idx="735">
                  <c:v>27500</c:v>
                </c:pt>
                <c:pt idx="736">
                  <c:v>26350</c:v>
                </c:pt>
                <c:pt idx="737">
                  <c:v>25950</c:v>
                </c:pt>
                <c:pt idx="738">
                  <c:v>25950</c:v>
                </c:pt>
                <c:pt idx="739">
                  <c:v>26600</c:v>
                </c:pt>
                <c:pt idx="740">
                  <c:v>26450</c:v>
                </c:pt>
                <c:pt idx="741">
                  <c:v>26150</c:v>
                </c:pt>
                <c:pt idx="742">
                  <c:v>25900</c:v>
                </c:pt>
                <c:pt idx="743">
                  <c:v>25500</c:v>
                </c:pt>
                <c:pt idx="744">
                  <c:v>26200</c:v>
                </c:pt>
                <c:pt idx="745">
                  <c:v>25450</c:v>
                </c:pt>
                <c:pt idx="746">
                  <c:v>25700</c:v>
                </c:pt>
                <c:pt idx="747">
                  <c:v>23500</c:v>
                </c:pt>
                <c:pt idx="748">
                  <c:v>22950</c:v>
                </c:pt>
                <c:pt idx="749">
                  <c:v>22400</c:v>
                </c:pt>
                <c:pt idx="750">
                  <c:v>22400</c:v>
                </c:pt>
                <c:pt idx="751">
                  <c:v>23300</c:v>
                </c:pt>
                <c:pt idx="752">
                  <c:v>22550</c:v>
                </c:pt>
                <c:pt idx="753">
                  <c:v>22450</c:v>
                </c:pt>
                <c:pt idx="754">
                  <c:v>22550</c:v>
                </c:pt>
                <c:pt idx="755">
                  <c:v>22350</c:v>
                </c:pt>
                <c:pt idx="756">
                  <c:v>22350</c:v>
                </c:pt>
                <c:pt idx="757">
                  <c:v>22100</c:v>
                </c:pt>
                <c:pt idx="758">
                  <c:v>22800</c:v>
                </c:pt>
                <c:pt idx="759">
                  <c:v>22550</c:v>
                </c:pt>
                <c:pt idx="760">
                  <c:v>23500</c:v>
                </c:pt>
                <c:pt idx="761">
                  <c:v>23000</c:v>
                </c:pt>
                <c:pt idx="762">
                  <c:v>22500</c:v>
                </c:pt>
                <c:pt idx="763">
                  <c:v>21750</c:v>
                </c:pt>
                <c:pt idx="764">
                  <c:v>22250</c:v>
                </c:pt>
                <c:pt idx="765">
                  <c:v>22150</c:v>
                </c:pt>
                <c:pt idx="766">
                  <c:v>22800</c:v>
                </c:pt>
                <c:pt idx="767">
                  <c:v>23550</c:v>
                </c:pt>
                <c:pt idx="768">
                  <c:v>22800</c:v>
                </c:pt>
                <c:pt idx="769">
                  <c:v>22900</c:v>
                </c:pt>
                <c:pt idx="770">
                  <c:v>23550</c:v>
                </c:pt>
                <c:pt idx="771">
                  <c:v>23500</c:v>
                </c:pt>
                <c:pt idx="772">
                  <c:v>23500</c:v>
                </c:pt>
                <c:pt idx="773">
                  <c:v>23800</c:v>
                </c:pt>
                <c:pt idx="774">
                  <c:v>23600</c:v>
                </c:pt>
                <c:pt idx="775">
                  <c:v>23450</c:v>
                </c:pt>
                <c:pt idx="776">
                  <c:v>23450</c:v>
                </c:pt>
                <c:pt idx="777">
                  <c:v>23150</c:v>
                </c:pt>
                <c:pt idx="778">
                  <c:v>22550</c:v>
                </c:pt>
                <c:pt idx="779">
                  <c:v>22300</c:v>
                </c:pt>
                <c:pt idx="780">
                  <c:v>22400</c:v>
                </c:pt>
                <c:pt idx="781">
                  <c:v>23500</c:v>
                </c:pt>
                <c:pt idx="782">
                  <c:v>24400</c:v>
                </c:pt>
                <c:pt idx="783">
                  <c:v>24500</c:v>
                </c:pt>
                <c:pt idx="784">
                  <c:v>25000</c:v>
                </c:pt>
                <c:pt idx="785">
                  <c:v>25000</c:v>
                </c:pt>
                <c:pt idx="786">
                  <c:v>25000</c:v>
                </c:pt>
                <c:pt idx="787">
                  <c:v>25450</c:v>
                </c:pt>
                <c:pt idx="788">
                  <c:v>25000</c:v>
                </c:pt>
                <c:pt idx="789">
                  <c:v>23800</c:v>
                </c:pt>
                <c:pt idx="790">
                  <c:v>22450</c:v>
                </c:pt>
                <c:pt idx="791">
                  <c:v>22550</c:v>
                </c:pt>
                <c:pt idx="792">
                  <c:v>21500</c:v>
                </c:pt>
                <c:pt idx="793">
                  <c:v>21500</c:v>
                </c:pt>
                <c:pt idx="794">
                  <c:v>20750</c:v>
                </c:pt>
                <c:pt idx="795">
                  <c:v>20100</c:v>
                </c:pt>
                <c:pt idx="796">
                  <c:v>20050</c:v>
                </c:pt>
                <c:pt idx="797">
                  <c:v>20800</c:v>
                </c:pt>
                <c:pt idx="798">
                  <c:v>20500</c:v>
                </c:pt>
                <c:pt idx="799">
                  <c:v>19580</c:v>
                </c:pt>
                <c:pt idx="800">
                  <c:v>17920</c:v>
                </c:pt>
                <c:pt idx="801">
                  <c:v>18300</c:v>
                </c:pt>
                <c:pt idx="802">
                  <c:v>18410</c:v>
                </c:pt>
                <c:pt idx="803">
                  <c:v>18600</c:v>
                </c:pt>
                <c:pt idx="804">
                  <c:v>18850</c:v>
                </c:pt>
                <c:pt idx="805">
                  <c:v>19180</c:v>
                </c:pt>
                <c:pt idx="806">
                  <c:v>19730</c:v>
                </c:pt>
                <c:pt idx="807">
                  <c:v>19230</c:v>
                </c:pt>
                <c:pt idx="808">
                  <c:v>18800</c:v>
                </c:pt>
                <c:pt idx="809">
                  <c:v>18510</c:v>
                </c:pt>
                <c:pt idx="810">
                  <c:v>18800</c:v>
                </c:pt>
                <c:pt idx="811">
                  <c:v>19100</c:v>
                </c:pt>
                <c:pt idx="812">
                  <c:v>19000</c:v>
                </c:pt>
                <c:pt idx="813">
                  <c:v>19050</c:v>
                </c:pt>
                <c:pt idx="814">
                  <c:v>19240</c:v>
                </c:pt>
                <c:pt idx="815">
                  <c:v>19260</c:v>
                </c:pt>
                <c:pt idx="816">
                  <c:v>19410</c:v>
                </c:pt>
                <c:pt idx="817">
                  <c:v>19920</c:v>
                </c:pt>
                <c:pt idx="818">
                  <c:v>20250</c:v>
                </c:pt>
                <c:pt idx="819">
                  <c:v>20250</c:v>
                </c:pt>
                <c:pt idx="820">
                  <c:v>20450</c:v>
                </c:pt>
                <c:pt idx="821">
                  <c:v>19900</c:v>
                </c:pt>
                <c:pt idx="822">
                  <c:v>19370</c:v>
                </c:pt>
                <c:pt idx="823">
                  <c:v>19040</c:v>
                </c:pt>
                <c:pt idx="824">
                  <c:v>19350</c:v>
                </c:pt>
                <c:pt idx="825">
                  <c:v>19980</c:v>
                </c:pt>
                <c:pt idx="826">
                  <c:v>20100</c:v>
                </c:pt>
                <c:pt idx="827">
                  <c:v>20300</c:v>
                </c:pt>
                <c:pt idx="828">
                  <c:v>20500</c:v>
                </c:pt>
                <c:pt idx="829">
                  <c:v>20500</c:v>
                </c:pt>
                <c:pt idx="830">
                  <c:v>20450</c:v>
                </c:pt>
                <c:pt idx="831">
                  <c:v>20450</c:v>
                </c:pt>
                <c:pt idx="832">
                  <c:v>20500</c:v>
                </c:pt>
                <c:pt idx="833">
                  <c:v>20450</c:v>
                </c:pt>
                <c:pt idx="834">
                  <c:v>20350</c:v>
                </c:pt>
                <c:pt idx="835">
                  <c:v>20450</c:v>
                </c:pt>
                <c:pt idx="836">
                  <c:v>20500</c:v>
                </c:pt>
                <c:pt idx="837">
                  <c:v>20250</c:v>
                </c:pt>
                <c:pt idx="838">
                  <c:v>20700</c:v>
                </c:pt>
                <c:pt idx="839">
                  <c:v>20800</c:v>
                </c:pt>
                <c:pt idx="840">
                  <c:v>20750</c:v>
                </c:pt>
                <c:pt idx="841">
                  <c:v>21400</c:v>
                </c:pt>
                <c:pt idx="842">
                  <c:v>21450</c:v>
                </c:pt>
                <c:pt idx="843">
                  <c:v>20650</c:v>
                </c:pt>
                <c:pt idx="844">
                  <c:v>20450</c:v>
                </c:pt>
                <c:pt idx="845">
                  <c:v>20450</c:v>
                </c:pt>
                <c:pt idx="846">
                  <c:v>20450</c:v>
                </c:pt>
                <c:pt idx="847">
                  <c:v>20250</c:v>
                </c:pt>
                <c:pt idx="848">
                  <c:v>20550</c:v>
                </c:pt>
                <c:pt idx="849">
                  <c:v>19650</c:v>
                </c:pt>
                <c:pt idx="850">
                  <c:v>20050</c:v>
                </c:pt>
                <c:pt idx="851">
                  <c:v>20600</c:v>
                </c:pt>
                <c:pt idx="852">
                  <c:v>20550</c:v>
                </c:pt>
                <c:pt idx="853">
                  <c:v>20450</c:v>
                </c:pt>
                <c:pt idx="854">
                  <c:v>19650</c:v>
                </c:pt>
                <c:pt idx="855">
                  <c:v>18700</c:v>
                </c:pt>
                <c:pt idx="856">
                  <c:v>18700</c:v>
                </c:pt>
                <c:pt idx="857">
                  <c:v>18450</c:v>
                </c:pt>
                <c:pt idx="858">
                  <c:v>18550</c:v>
                </c:pt>
                <c:pt idx="859">
                  <c:v>17650</c:v>
                </c:pt>
                <c:pt idx="860">
                  <c:v>18750</c:v>
                </c:pt>
                <c:pt idx="861">
                  <c:v>20050</c:v>
                </c:pt>
                <c:pt idx="862">
                  <c:v>20050</c:v>
                </c:pt>
                <c:pt idx="863">
                  <c:v>20150</c:v>
                </c:pt>
                <c:pt idx="864">
                  <c:v>20000</c:v>
                </c:pt>
                <c:pt idx="865">
                  <c:v>19900</c:v>
                </c:pt>
                <c:pt idx="866">
                  <c:v>20250</c:v>
                </c:pt>
                <c:pt idx="867">
                  <c:v>20450</c:v>
                </c:pt>
                <c:pt idx="868">
                  <c:v>20200</c:v>
                </c:pt>
                <c:pt idx="869">
                  <c:v>21250</c:v>
                </c:pt>
                <c:pt idx="870">
                  <c:v>22000</c:v>
                </c:pt>
                <c:pt idx="871">
                  <c:v>22800</c:v>
                </c:pt>
                <c:pt idx="872">
                  <c:v>22900</c:v>
                </c:pt>
                <c:pt idx="873">
                  <c:v>22800</c:v>
                </c:pt>
                <c:pt idx="874">
                  <c:v>21800</c:v>
                </c:pt>
                <c:pt idx="875">
                  <c:v>21300</c:v>
                </c:pt>
                <c:pt idx="876">
                  <c:v>21400</c:v>
                </c:pt>
                <c:pt idx="877">
                  <c:v>21700</c:v>
                </c:pt>
                <c:pt idx="878">
                  <c:v>21700</c:v>
                </c:pt>
                <c:pt idx="879">
                  <c:v>20850</c:v>
                </c:pt>
                <c:pt idx="880">
                  <c:v>21050</c:v>
                </c:pt>
                <c:pt idx="881">
                  <c:v>21500</c:v>
                </c:pt>
                <c:pt idx="882">
                  <c:v>21550</c:v>
                </c:pt>
                <c:pt idx="883">
                  <c:v>20650</c:v>
                </c:pt>
                <c:pt idx="884">
                  <c:v>20100</c:v>
                </c:pt>
                <c:pt idx="885">
                  <c:v>19050</c:v>
                </c:pt>
                <c:pt idx="886">
                  <c:v>19150</c:v>
                </c:pt>
                <c:pt idx="887">
                  <c:v>19700</c:v>
                </c:pt>
                <c:pt idx="888">
                  <c:v>19900</c:v>
                </c:pt>
                <c:pt idx="889">
                  <c:v>19900</c:v>
                </c:pt>
                <c:pt idx="890">
                  <c:v>20800</c:v>
                </c:pt>
                <c:pt idx="891">
                  <c:v>21250</c:v>
                </c:pt>
                <c:pt idx="892">
                  <c:v>20850</c:v>
                </c:pt>
                <c:pt idx="893">
                  <c:v>21100</c:v>
                </c:pt>
                <c:pt idx="894">
                  <c:v>21500</c:v>
                </c:pt>
                <c:pt idx="895">
                  <c:v>20850</c:v>
                </c:pt>
                <c:pt idx="896">
                  <c:v>20750</c:v>
                </c:pt>
                <c:pt idx="897">
                  <c:v>20550</c:v>
                </c:pt>
                <c:pt idx="898">
                  <c:v>20700</c:v>
                </c:pt>
                <c:pt idx="899">
                  <c:v>19800</c:v>
                </c:pt>
                <c:pt idx="900">
                  <c:v>20050</c:v>
                </c:pt>
                <c:pt idx="901">
                  <c:v>18600</c:v>
                </c:pt>
                <c:pt idx="902">
                  <c:v>18900</c:v>
                </c:pt>
                <c:pt idx="903">
                  <c:v>19100</c:v>
                </c:pt>
                <c:pt idx="904">
                  <c:v>19350</c:v>
                </c:pt>
                <c:pt idx="905">
                  <c:v>19350</c:v>
                </c:pt>
                <c:pt idx="906">
                  <c:v>20050</c:v>
                </c:pt>
                <c:pt idx="907">
                  <c:v>20300</c:v>
                </c:pt>
                <c:pt idx="908">
                  <c:v>20200</c:v>
                </c:pt>
                <c:pt idx="909">
                  <c:v>20250</c:v>
                </c:pt>
                <c:pt idx="910">
                  <c:v>20300</c:v>
                </c:pt>
                <c:pt idx="911">
                  <c:v>21500</c:v>
                </c:pt>
                <c:pt idx="912">
                  <c:v>21600</c:v>
                </c:pt>
                <c:pt idx="913">
                  <c:v>21800</c:v>
                </c:pt>
                <c:pt idx="914">
                  <c:v>21750</c:v>
                </c:pt>
                <c:pt idx="915">
                  <c:v>21700</c:v>
                </c:pt>
                <c:pt idx="916">
                  <c:v>19600</c:v>
                </c:pt>
                <c:pt idx="917">
                  <c:v>19450</c:v>
                </c:pt>
                <c:pt idx="918">
                  <c:v>20500</c:v>
                </c:pt>
                <c:pt idx="919">
                  <c:v>21650</c:v>
                </c:pt>
                <c:pt idx="920">
                  <c:v>21750</c:v>
                </c:pt>
                <c:pt idx="921">
                  <c:v>21750</c:v>
                </c:pt>
                <c:pt idx="922">
                  <c:v>20100</c:v>
                </c:pt>
                <c:pt idx="923">
                  <c:v>19050</c:v>
                </c:pt>
                <c:pt idx="924">
                  <c:v>18650</c:v>
                </c:pt>
                <c:pt idx="925">
                  <c:v>17950</c:v>
                </c:pt>
                <c:pt idx="926">
                  <c:v>17950</c:v>
                </c:pt>
                <c:pt idx="927">
                  <c:v>17450</c:v>
                </c:pt>
                <c:pt idx="928">
                  <c:v>16950</c:v>
                </c:pt>
                <c:pt idx="929">
                  <c:v>17900</c:v>
                </c:pt>
                <c:pt idx="930">
                  <c:v>19400</c:v>
                </c:pt>
                <c:pt idx="931">
                  <c:v>20300</c:v>
                </c:pt>
                <c:pt idx="932">
                  <c:v>21200</c:v>
                </c:pt>
                <c:pt idx="933">
                  <c:v>22000</c:v>
                </c:pt>
                <c:pt idx="934">
                  <c:v>23300</c:v>
                </c:pt>
                <c:pt idx="935">
                  <c:v>21750</c:v>
                </c:pt>
                <c:pt idx="936">
                  <c:v>22100</c:v>
                </c:pt>
                <c:pt idx="937">
                  <c:v>22400</c:v>
                </c:pt>
                <c:pt idx="938">
                  <c:v>23100</c:v>
                </c:pt>
                <c:pt idx="939">
                  <c:v>22500</c:v>
                </c:pt>
                <c:pt idx="940">
                  <c:v>21150</c:v>
                </c:pt>
                <c:pt idx="941">
                  <c:v>21150</c:v>
                </c:pt>
                <c:pt idx="942">
                  <c:v>21150</c:v>
                </c:pt>
                <c:pt idx="943">
                  <c:v>21300</c:v>
                </c:pt>
                <c:pt idx="944">
                  <c:v>20800</c:v>
                </c:pt>
                <c:pt idx="945">
                  <c:v>19750</c:v>
                </c:pt>
                <c:pt idx="946">
                  <c:v>19950</c:v>
                </c:pt>
                <c:pt idx="947">
                  <c:v>19100</c:v>
                </c:pt>
                <c:pt idx="948">
                  <c:v>18450</c:v>
                </c:pt>
                <c:pt idx="949">
                  <c:v>18450</c:v>
                </c:pt>
                <c:pt idx="950">
                  <c:v>16750</c:v>
                </c:pt>
                <c:pt idx="951">
                  <c:v>16600</c:v>
                </c:pt>
                <c:pt idx="952">
                  <c:v>17200</c:v>
                </c:pt>
                <c:pt idx="953">
                  <c:v>14450</c:v>
                </c:pt>
                <c:pt idx="954">
                  <c:v>14100</c:v>
                </c:pt>
                <c:pt idx="955">
                  <c:v>14700</c:v>
                </c:pt>
                <c:pt idx="956">
                  <c:v>15400</c:v>
                </c:pt>
                <c:pt idx="957">
                  <c:v>15650</c:v>
                </c:pt>
                <c:pt idx="958">
                  <c:v>15800</c:v>
                </c:pt>
                <c:pt idx="959">
                  <c:v>16100</c:v>
                </c:pt>
                <c:pt idx="960">
                  <c:v>16100</c:v>
                </c:pt>
                <c:pt idx="961">
                  <c:v>16100</c:v>
                </c:pt>
                <c:pt idx="962">
                  <c:v>15950</c:v>
                </c:pt>
                <c:pt idx="963">
                  <c:v>15700</c:v>
                </c:pt>
                <c:pt idx="964">
                  <c:v>15900</c:v>
                </c:pt>
                <c:pt idx="965">
                  <c:v>16100</c:v>
                </c:pt>
                <c:pt idx="966">
                  <c:v>16200</c:v>
                </c:pt>
                <c:pt idx="967">
                  <c:v>16200</c:v>
                </c:pt>
                <c:pt idx="968">
                  <c:v>16100</c:v>
                </c:pt>
                <c:pt idx="969">
                  <c:v>16250</c:v>
                </c:pt>
                <c:pt idx="970">
                  <c:v>16150</c:v>
                </c:pt>
                <c:pt idx="971">
                  <c:v>16100</c:v>
                </c:pt>
                <c:pt idx="972">
                  <c:v>15700</c:v>
                </c:pt>
                <c:pt idx="973">
                  <c:v>15550</c:v>
                </c:pt>
                <c:pt idx="974">
                  <c:v>15200</c:v>
                </c:pt>
                <c:pt idx="975">
                  <c:v>15400</c:v>
                </c:pt>
                <c:pt idx="976">
                  <c:v>15600</c:v>
                </c:pt>
                <c:pt idx="977">
                  <c:v>15650</c:v>
                </c:pt>
                <c:pt idx="978">
                  <c:v>15750</c:v>
                </c:pt>
                <c:pt idx="979">
                  <c:v>15750</c:v>
                </c:pt>
                <c:pt idx="980">
                  <c:v>16000</c:v>
                </c:pt>
                <c:pt idx="981">
                  <c:v>15500</c:v>
                </c:pt>
                <c:pt idx="982">
                  <c:v>15550</c:v>
                </c:pt>
                <c:pt idx="983">
                  <c:v>15600</c:v>
                </c:pt>
                <c:pt idx="984">
                  <c:v>15700</c:v>
                </c:pt>
                <c:pt idx="985">
                  <c:v>15800</c:v>
                </c:pt>
                <c:pt idx="986">
                  <c:v>16200</c:v>
                </c:pt>
                <c:pt idx="987">
                  <c:v>15550</c:v>
                </c:pt>
                <c:pt idx="988">
                  <c:v>15400</c:v>
                </c:pt>
                <c:pt idx="989">
                  <c:v>15200</c:v>
                </c:pt>
                <c:pt idx="990">
                  <c:v>15450</c:v>
                </c:pt>
                <c:pt idx="991">
                  <c:v>15000</c:v>
                </c:pt>
                <c:pt idx="992">
                  <c:v>15250</c:v>
                </c:pt>
                <c:pt idx="993">
                  <c:v>15100</c:v>
                </c:pt>
                <c:pt idx="994">
                  <c:v>13800</c:v>
                </c:pt>
                <c:pt idx="995">
                  <c:v>13850</c:v>
                </c:pt>
                <c:pt idx="996">
                  <c:v>13750</c:v>
                </c:pt>
                <c:pt idx="997">
                  <c:v>13000</c:v>
                </c:pt>
                <c:pt idx="998">
                  <c:v>13300</c:v>
                </c:pt>
                <c:pt idx="999">
                  <c:v>14750</c:v>
                </c:pt>
                <c:pt idx="1000">
                  <c:v>14850</c:v>
                </c:pt>
                <c:pt idx="1001">
                  <c:v>16100</c:v>
                </c:pt>
                <c:pt idx="1002">
                  <c:v>16050</c:v>
                </c:pt>
                <c:pt idx="1003">
                  <c:v>16450</c:v>
                </c:pt>
                <c:pt idx="1004">
                  <c:v>16950</c:v>
                </c:pt>
                <c:pt idx="1005">
                  <c:v>17650</c:v>
                </c:pt>
                <c:pt idx="1006">
                  <c:v>18200</c:v>
                </c:pt>
                <c:pt idx="1007">
                  <c:v>18400</c:v>
                </c:pt>
                <c:pt idx="1008">
                  <c:v>18500</c:v>
                </c:pt>
                <c:pt idx="1009">
                  <c:v>18500</c:v>
                </c:pt>
                <c:pt idx="1010">
                  <c:v>19150</c:v>
                </c:pt>
                <c:pt idx="1011">
                  <c:v>19150</c:v>
                </c:pt>
                <c:pt idx="1012">
                  <c:v>19350</c:v>
                </c:pt>
                <c:pt idx="1013">
                  <c:v>19600</c:v>
                </c:pt>
                <c:pt idx="1014">
                  <c:v>19600</c:v>
                </c:pt>
                <c:pt idx="1015">
                  <c:v>19650</c:v>
                </c:pt>
                <c:pt idx="1016">
                  <c:v>19650</c:v>
                </c:pt>
                <c:pt idx="1017">
                  <c:v>19900</c:v>
                </c:pt>
                <c:pt idx="1018">
                  <c:v>19000</c:v>
                </c:pt>
                <c:pt idx="1019">
                  <c:v>18950</c:v>
                </c:pt>
                <c:pt idx="1020">
                  <c:v>19400</c:v>
                </c:pt>
                <c:pt idx="1021">
                  <c:v>19250</c:v>
                </c:pt>
                <c:pt idx="1022">
                  <c:v>18950</c:v>
                </c:pt>
                <c:pt idx="1023">
                  <c:v>18800</c:v>
                </c:pt>
                <c:pt idx="1024">
                  <c:v>19000</c:v>
                </c:pt>
                <c:pt idx="1025">
                  <c:v>19200</c:v>
                </c:pt>
                <c:pt idx="1026">
                  <c:v>19400</c:v>
                </c:pt>
                <c:pt idx="1027">
                  <c:v>17950</c:v>
                </c:pt>
                <c:pt idx="1028">
                  <c:v>17950</c:v>
                </c:pt>
                <c:pt idx="1029">
                  <c:v>17950</c:v>
                </c:pt>
                <c:pt idx="1030">
                  <c:v>18150</c:v>
                </c:pt>
                <c:pt idx="1031">
                  <c:v>18400</c:v>
                </c:pt>
                <c:pt idx="1032">
                  <c:v>18250</c:v>
                </c:pt>
                <c:pt idx="1033">
                  <c:v>18250</c:v>
                </c:pt>
                <c:pt idx="1034">
                  <c:v>18800</c:v>
                </c:pt>
                <c:pt idx="1035">
                  <c:v>18200</c:v>
                </c:pt>
                <c:pt idx="1036">
                  <c:v>18600</c:v>
                </c:pt>
                <c:pt idx="1037">
                  <c:v>18550</c:v>
                </c:pt>
                <c:pt idx="1038">
                  <c:v>18700</c:v>
                </c:pt>
                <c:pt idx="1039">
                  <c:v>18850</c:v>
                </c:pt>
                <c:pt idx="1040">
                  <c:v>18700</c:v>
                </c:pt>
                <c:pt idx="1041">
                  <c:v>19350</c:v>
                </c:pt>
                <c:pt idx="1042">
                  <c:v>19250</c:v>
                </c:pt>
                <c:pt idx="1043">
                  <c:v>19150</c:v>
                </c:pt>
                <c:pt idx="1044">
                  <c:v>19100</c:v>
                </c:pt>
                <c:pt idx="1045">
                  <c:v>19200</c:v>
                </c:pt>
                <c:pt idx="1046">
                  <c:v>18550</c:v>
                </c:pt>
                <c:pt idx="1047">
                  <c:v>19000</c:v>
                </c:pt>
                <c:pt idx="1048">
                  <c:v>17300</c:v>
                </c:pt>
                <c:pt idx="1049">
                  <c:v>17000</c:v>
                </c:pt>
                <c:pt idx="1050">
                  <c:v>16950</c:v>
                </c:pt>
                <c:pt idx="1051">
                  <c:v>17400</c:v>
                </c:pt>
                <c:pt idx="1052">
                  <c:v>17000</c:v>
                </c:pt>
                <c:pt idx="1053">
                  <c:v>16950</c:v>
                </c:pt>
                <c:pt idx="1054">
                  <c:v>17500</c:v>
                </c:pt>
                <c:pt idx="1055">
                  <c:v>17300</c:v>
                </c:pt>
                <c:pt idx="1056">
                  <c:v>17000</c:v>
                </c:pt>
                <c:pt idx="1057">
                  <c:v>16900</c:v>
                </c:pt>
                <c:pt idx="1058">
                  <c:v>17400</c:v>
                </c:pt>
                <c:pt idx="1059">
                  <c:v>17100</c:v>
                </c:pt>
                <c:pt idx="1060">
                  <c:v>17400</c:v>
                </c:pt>
                <c:pt idx="1061">
                  <c:v>17000</c:v>
                </c:pt>
                <c:pt idx="1062">
                  <c:v>17000</c:v>
                </c:pt>
                <c:pt idx="1063">
                  <c:v>17100</c:v>
                </c:pt>
                <c:pt idx="1064">
                  <c:v>16200</c:v>
                </c:pt>
                <c:pt idx="1065">
                  <c:v>16450</c:v>
                </c:pt>
                <c:pt idx="1066">
                  <c:v>16800</c:v>
                </c:pt>
                <c:pt idx="1067">
                  <c:v>17150</c:v>
                </c:pt>
                <c:pt idx="1068">
                  <c:v>16600</c:v>
                </c:pt>
                <c:pt idx="1069">
                  <c:v>15650</c:v>
                </c:pt>
                <c:pt idx="1070">
                  <c:v>16300</c:v>
                </c:pt>
                <c:pt idx="1071">
                  <c:v>16850</c:v>
                </c:pt>
                <c:pt idx="1072">
                  <c:v>16950</c:v>
                </c:pt>
                <c:pt idx="1073">
                  <c:v>17100</c:v>
                </c:pt>
                <c:pt idx="1074">
                  <c:v>17100</c:v>
                </c:pt>
                <c:pt idx="1075">
                  <c:v>17800</c:v>
                </c:pt>
                <c:pt idx="1076">
                  <c:v>17750</c:v>
                </c:pt>
                <c:pt idx="1077">
                  <c:v>18150</c:v>
                </c:pt>
                <c:pt idx="1078">
                  <c:v>18250</c:v>
                </c:pt>
                <c:pt idx="1079">
                  <c:v>18400</c:v>
                </c:pt>
                <c:pt idx="1080">
                  <c:v>18400</c:v>
                </c:pt>
                <c:pt idx="1081">
                  <c:v>18400</c:v>
                </c:pt>
                <c:pt idx="1082">
                  <c:v>18000</c:v>
                </c:pt>
                <c:pt idx="1083">
                  <c:v>18750</c:v>
                </c:pt>
                <c:pt idx="1084">
                  <c:v>18800</c:v>
                </c:pt>
                <c:pt idx="1085">
                  <c:v>19100</c:v>
                </c:pt>
                <c:pt idx="1086">
                  <c:v>19150</c:v>
                </c:pt>
                <c:pt idx="1087">
                  <c:v>19050</c:v>
                </c:pt>
                <c:pt idx="1088">
                  <c:v>19000</c:v>
                </c:pt>
                <c:pt idx="1089">
                  <c:v>18650</c:v>
                </c:pt>
                <c:pt idx="1090">
                  <c:v>19000</c:v>
                </c:pt>
                <c:pt idx="1091">
                  <c:v>19350</c:v>
                </c:pt>
                <c:pt idx="1092">
                  <c:v>19350</c:v>
                </c:pt>
                <c:pt idx="1093">
                  <c:v>20300</c:v>
                </c:pt>
                <c:pt idx="1094">
                  <c:v>19500</c:v>
                </c:pt>
                <c:pt idx="1095">
                  <c:v>18350</c:v>
                </c:pt>
                <c:pt idx="1096">
                  <c:v>18750</c:v>
                </c:pt>
                <c:pt idx="1097">
                  <c:v>18950</c:v>
                </c:pt>
                <c:pt idx="1098">
                  <c:v>18950</c:v>
                </c:pt>
                <c:pt idx="1099">
                  <c:v>18950</c:v>
                </c:pt>
                <c:pt idx="1100">
                  <c:v>18950</c:v>
                </c:pt>
                <c:pt idx="1101">
                  <c:v>18950</c:v>
                </c:pt>
                <c:pt idx="1102">
                  <c:v>18300</c:v>
                </c:pt>
                <c:pt idx="1103">
                  <c:v>18350</c:v>
                </c:pt>
                <c:pt idx="1104">
                  <c:v>18450</c:v>
                </c:pt>
                <c:pt idx="1105">
                  <c:v>18800</c:v>
                </c:pt>
                <c:pt idx="1106">
                  <c:v>19400</c:v>
                </c:pt>
                <c:pt idx="1107">
                  <c:v>19900</c:v>
                </c:pt>
                <c:pt idx="1108">
                  <c:v>19800</c:v>
                </c:pt>
                <c:pt idx="1109">
                  <c:v>20000</c:v>
                </c:pt>
                <c:pt idx="1110">
                  <c:v>19700</c:v>
                </c:pt>
                <c:pt idx="1111">
                  <c:v>20600</c:v>
                </c:pt>
                <c:pt idx="1112">
                  <c:v>21000</c:v>
                </c:pt>
                <c:pt idx="1113">
                  <c:v>21150</c:v>
                </c:pt>
                <c:pt idx="1114">
                  <c:v>20350</c:v>
                </c:pt>
                <c:pt idx="1115">
                  <c:v>21000</c:v>
                </c:pt>
                <c:pt idx="1116">
                  <c:v>20700</c:v>
                </c:pt>
                <c:pt idx="1117">
                  <c:v>19700</c:v>
                </c:pt>
                <c:pt idx="1118">
                  <c:v>20500</c:v>
                </c:pt>
                <c:pt idx="1119">
                  <c:v>21150</c:v>
                </c:pt>
                <c:pt idx="1120">
                  <c:v>20800</c:v>
                </c:pt>
                <c:pt idx="1121">
                  <c:v>20900</c:v>
                </c:pt>
                <c:pt idx="1122">
                  <c:v>20900</c:v>
                </c:pt>
                <c:pt idx="1123">
                  <c:v>21400</c:v>
                </c:pt>
                <c:pt idx="1124">
                  <c:v>22300</c:v>
                </c:pt>
                <c:pt idx="1125">
                  <c:v>22700</c:v>
                </c:pt>
                <c:pt idx="1126">
                  <c:v>22600</c:v>
                </c:pt>
                <c:pt idx="1127">
                  <c:v>17400</c:v>
                </c:pt>
                <c:pt idx="1128">
                  <c:v>16500</c:v>
                </c:pt>
                <c:pt idx="1129">
                  <c:v>16500</c:v>
                </c:pt>
                <c:pt idx="1130">
                  <c:v>16800</c:v>
                </c:pt>
                <c:pt idx="1131">
                  <c:v>16800</c:v>
                </c:pt>
                <c:pt idx="1132">
                  <c:v>16800</c:v>
                </c:pt>
                <c:pt idx="1133">
                  <c:v>16200</c:v>
                </c:pt>
                <c:pt idx="1134">
                  <c:v>16300</c:v>
                </c:pt>
                <c:pt idx="1135">
                  <c:v>16600</c:v>
                </c:pt>
                <c:pt idx="1136">
                  <c:v>17050</c:v>
                </c:pt>
                <c:pt idx="1137">
                  <c:v>16300</c:v>
                </c:pt>
                <c:pt idx="1138">
                  <c:v>16200</c:v>
                </c:pt>
                <c:pt idx="1139">
                  <c:v>16800</c:v>
                </c:pt>
                <c:pt idx="1140">
                  <c:v>16700</c:v>
                </c:pt>
                <c:pt idx="1141">
                  <c:v>14900</c:v>
                </c:pt>
                <c:pt idx="1142">
                  <c:v>14950</c:v>
                </c:pt>
                <c:pt idx="1143">
                  <c:v>14850</c:v>
                </c:pt>
                <c:pt idx="1144">
                  <c:v>13600</c:v>
                </c:pt>
                <c:pt idx="1145">
                  <c:v>14400</c:v>
                </c:pt>
                <c:pt idx="1146">
                  <c:v>14600</c:v>
                </c:pt>
                <c:pt idx="1147">
                  <c:v>14800</c:v>
                </c:pt>
                <c:pt idx="1148">
                  <c:v>14800</c:v>
                </c:pt>
                <c:pt idx="1149">
                  <c:v>15350</c:v>
                </c:pt>
                <c:pt idx="1150">
                  <c:v>15350</c:v>
                </c:pt>
                <c:pt idx="1151">
                  <c:v>15350</c:v>
                </c:pt>
                <c:pt idx="1152">
                  <c:v>15200</c:v>
                </c:pt>
                <c:pt idx="1153">
                  <c:v>15000</c:v>
                </c:pt>
                <c:pt idx="1154">
                  <c:v>15300</c:v>
                </c:pt>
                <c:pt idx="1155">
                  <c:v>15450</c:v>
                </c:pt>
                <c:pt idx="1156">
                  <c:v>15600</c:v>
                </c:pt>
                <c:pt idx="1157">
                  <c:v>15000</c:v>
                </c:pt>
                <c:pt idx="1158">
                  <c:v>14900</c:v>
                </c:pt>
                <c:pt idx="1159">
                  <c:v>15350</c:v>
                </c:pt>
                <c:pt idx="1160">
                  <c:v>15050</c:v>
                </c:pt>
                <c:pt idx="1161">
                  <c:v>15150</c:v>
                </c:pt>
                <c:pt idx="1162">
                  <c:v>14700</c:v>
                </c:pt>
                <c:pt idx="1163">
                  <c:v>14800</c:v>
                </c:pt>
                <c:pt idx="1164">
                  <c:v>15100</c:v>
                </c:pt>
                <c:pt idx="1165">
                  <c:v>14600</c:v>
                </c:pt>
                <c:pt idx="1166">
                  <c:v>14600</c:v>
                </c:pt>
                <c:pt idx="1167">
                  <c:v>14850</c:v>
                </c:pt>
                <c:pt idx="1168">
                  <c:v>14350</c:v>
                </c:pt>
                <c:pt idx="1169">
                  <c:v>14350</c:v>
                </c:pt>
                <c:pt idx="1170">
                  <c:v>13700</c:v>
                </c:pt>
                <c:pt idx="1171">
                  <c:v>14400</c:v>
                </c:pt>
                <c:pt idx="1172">
                  <c:v>14600</c:v>
                </c:pt>
                <c:pt idx="1173">
                  <c:v>14750</c:v>
                </c:pt>
                <c:pt idx="1174">
                  <c:v>14750</c:v>
                </c:pt>
                <c:pt idx="1175">
                  <c:v>14750</c:v>
                </c:pt>
                <c:pt idx="1176">
                  <c:v>14700</c:v>
                </c:pt>
                <c:pt idx="1177">
                  <c:v>14600</c:v>
                </c:pt>
                <c:pt idx="1178">
                  <c:v>14300</c:v>
                </c:pt>
                <c:pt idx="1179">
                  <c:v>13850</c:v>
                </c:pt>
                <c:pt idx="1180">
                  <c:v>13700</c:v>
                </c:pt>
                <c:pt idx="1181">
                  <c:v>13700</c:v>
                </c:pt>
                <c:pt idx="1182">
                  <c:v>14050</c:v>
                </c:pt>
                <c:pt idx="1183">
                  <c:v>13200</c:v>
                </c:pt>
                <c:pt idx="1184">
                  <c:v>13600</c:v>
                </c:pt>
                <c:pt idx="1185">
                  <c:v>13750</c:v>
                </c:pt>
                <c:pt idx="1186">
                  <c:v>13750</c:v>
                </c:pt>
                <c:pt idx="1187">
                  <c:v>14100</c:v>
                </c:pt>
                <c:pt idx="1188">
                  <c:v>14650</c:v>
                </c:pt>
                <c:pt idx="1189">
                  <c:v>14700</c:v>
                </c:pt>
                <c:pt idx="1190">
                  <c:v>14850</c:v>
                </c:pt>
                <c:pt idx="1191">
                  <c:v>14000</c:v>
                </c:pt>
                <c:pt idx="1192">
                  <c:v>12950</c:v>
                </c:pt>
                <c:pt idx="1193">
                  <c:v>13150</c:v>
                </c:pt>
                <c:pt idx="1194">
                  <c:v>13150</c:v>
                </c:pt>
                <c:pt idx="1195">
                  <c:v>13150</c:v>
                </c:pt>
                <c:pt idx="1196">
                  <c:v>13150</c:v>
                </c:pt>
                <c:pt idx="1197">
                  <c:v>13150</c:v>
                </c:pt>
                <c:pt idx="1198">
                  <c:v>13350</c:v>
                </c:pt>
                <c:pt idx="1199">
                  <c:v>13450</c:v>
                </c:pt>
                <c:pt idx="1200">
                  <c:v>13200</c:v>
                </c:pt>
                <c:pt idx="1201">
                  <c:v>13200</c:v>
                </c:pt>
                <c:pt idx="1202">
                  <c:v>13300</c:v>
                </c:pt>
                <c:pt idx="1203">
                  <c:v>13500</c:v>
                </c:pt>
                <c:pt idx="1204">
                  <c:v>13750</c:v>
                </c:pt>
                <c:pt idx="1205">
                  <c:v>13900</c:v>
                </c:pt>
                <c:pt idx="1206">
                  <c:v>14100</c:v>
                </c:pt>
                <c:pt idx="1207">
                  <c:v>14050</c:v>
                </c:pt>
                <c:pt idx="1208">
                  <c:v>13550</c:v>
                </c:pt>
                <c:pt idx="1209">
                  <c:v>13600</c:v>
                </c:pt>
                <c:pt idx="1210">
                  <c:v>13700</c:v>
                </c:pt>
                <c:pt idx="1211">
                  <c:v>13950</c:v>
                </c:pt>
                <c:pt idx="1212">
                  <c:v>14000</c:v>
                </c:pt>
                <c:pt idx="1213">
                  <c:v>13850</c:v>
                </c:pt>
                <c:pt idx="1214">
                  <c:v>13750</c:v>
                </c:pt>
                <c:pt idx="1215">
                  <c:v>13600</c:v>
                </c:pt>
                <c:pt idx="1216">
                  <c:v>13950</c:v>
                </c:pt>
                <c:pt idx="1217">
                  <c:v>14200</c:v>
                </c:pt>
                <c:pt idx="1218">
                  <c:v>13900</c:v>
                </c:pt>
                <c:pt idx="1219">
                  <c:v>13500</c:v>
                </c:pt>
                <c:pt idx="1220">
                  <c:v>14250</c:v>
                </c:pt>
                <c:pt idx="1221">
                  <c:v>14250</c:v>
                </c:pt>
                <c:pt idx="1222">
                  <c:v>14400</c:v>
                </c:pt>
                <c:pt idx="1223">
                  <c:v>14400</c:v>
                </c:pt>
                <c:pt idx="1224">
                  <c:v>15200</c:v>
                </c:pt>
                <c:pt idx="1225">
                  <c:v>15200</c:v>
                </c:pt>
                <c:pt idx="1226">
                  <c:v>15000</c:v>
                </c:pt>
                <c:pt idx="1227">
                  <c:v>15050</c:v>
                </c:pt>
                <c:pt idx="1228">
                  <c:v>14200</c:v>
                </c:pt>
                <c:pt idx="1229">
                  <c:v>14150</c:v>
                </c:pt>
                <c:pt idx="1230">
                  <c:v>14250</c:v>
                </c:pt>
                <c:pt idx="1231">
                  <c:v>14100</c:v>
                </c:pt>
                <c:pt idx="1232">
                  <c:v>14400</c:v>
                </c:pt>
                <c:pt idx="1233">
                  <c:v>13950</c:v>
                </c:pt>
                <c:pt idx="1234">
                  <c:v>14450</c:v>
                </c:pt>
                <c:pt idx="1235">
                  <c:v>14000</c:v>
                </c:pt>
                <c:pt idx="1236">
                  <c:v>14000</c:v>
                </c:pt>
                <c:pt idx="1237">
                  <c:v>14500</c:v>
                </c:pt>
                <c:pt idx="1238">
                  <c:v>14050</c:v>
                </c:pt>
                <c:pt idx="1239">
                  <c:v>14000</c:v>
                </c:pt>
                <c:pt idx="1240">
                  <c:v>14350</c:v>
                </c:pt>
                <c:pt idx="1241">
                  <c:v>14650</c:v>
                </c:pt>
                <c:pt idx="1242">
                  <c:v>14500</c:v>
                </c:pt>
                <c:pt idx="1243">
                  <c:v>14100</c:v>
                </c:pt>
                <c:pt idx="1244">
                  <c:v>14150</c:v>
                </c:pt>
                <c:pt idx="1245">
                  <c:v>14150</c:v>
                </c:pt>
                <c:pt idx="1246">
                  <c:v>14300</c:v>
                </c:pt>
                <c:pt idx="1247">
                  <c:v>14700</c:v>
                </c:pt>
                <c:pt idx="1248">
                  <c:v>14400</c:v>
                </c:pt>
                <c:pt idx="1249">
                  <c:v>14400</c:v>
                </c:pt>
                <c:pt idx="1250">
                  <c:v>14300</c:v>
                </c:pt>
                <c:pt idx="1251">
                  <c:v>14750</c:v>
                </c:pt>
                <c:pt idx="1252">
                  <c:v>15000</c:v>
                </c:pt>
                <c:pt idx="1253">
                  <c:v>14650</c:v>
                </c:pt>
                <c:pt idx="1254">
                  <c:v>14500</c:v>
                </c:pt>
                <c:pt idx="1255">
                  <c:v>14600</c:v>
                </c:pt>
                <c:pt idx="1256">
                  <c:v>14400</c:v>
                </c:pt>
                <c:pt idx="1257">
                  <c:v>14300</c:v>
                </c:pt>
                <c:pt idx="1258">
                  <c:v>14550</c:v>
                </c:pt>
                <c:pt idx="1259">
                  <c:v>14850</c:v>
                </c:pt>
                <c:pt idx="1260">
                  <c:v>15000</c:v>
                </c:pt>
                <c:pt idx="1261">
                  <c:v>15050</c:v>
                </c:pt>
                <c:pt idx="1262">
                  <c:v>15100</c:v>
                </c:pt>
                <c:pt idx="1263">
                  <c:v>15150</c:v>
                </c:pt>
                <c:pt idx="1264">
                  <c:v>14800</c:v>
                </c:pt>
                <c:pt idx="1265">
                  <c:v>15250</c:v>
                </c:pt>
                <c:pt idx="1266">
                  <c:v>15800</c:v>
                </c:pt>
                <c:pt idx="1267">
                  <c:v>15350</c:v>
                </c:pt>
                <c:pt idx="1268">
                  <c:v>15450</c:v>
                </c:pt>
                <c:pt idx="1269">
                  <c:v>15300</c:v>
                </c:pt>
                <c:pt idx="1270">
                  <c:v>15550</c:v>
                </c:pt>
                <c:pt idx="1271">
                  <c:v>15600</c:v>
                </c:pt>
                <c:pt idx="1272">
                  <c:v>15600</c:v>
                </c:pt>
                <c:pt idx="1273">
                  <c:v>15250</c:v>
                </c:pt>
                <c:pt idx="1274">
                  <c:v>15250</c:v>
                </c:pt>
                <c:pt idx="1275">
                  <c:v>15650</c:v>
                </c:pt>
                <c:pt idx="1276">
                  <c:v>15950</c:v>
                </c:pt>
                <c:pt idx="1277">
                  <c:v>16400</c:v>
                </c:pt>
                <c:pt idx="1278">
                  <c:v>16400</c:v>
                </c:pt>
                <c:pt idx="1279">
                  <c:v>16400</c:v>
                </c:pt>
                <c:pt idx="1280">
                  <c:v>16250</c:v>
                </c:pt>
                <c:pt idx="1281">
                  <c:v>16700</c:v>
                </c:pt>
                <c:pt idx="1282">
                  <c:v>16300</c:v>
                </c:pt>
                <c:pt idx="1283">
                  <c:v>16350</c:v>
                </c:pt>
                <c:pt idx="1284">
                  <c:v>16350</c:v>
                </c:pt>
                <c:pt idx="1285">
                  <c:v>16200</c:v>
                </c:pt>
                <c:pt idx="1286">
                  <c:v>16500</c:v>
                </c:pt>
                <c:pt idx="1287">
                  <c:v>15900</c:v>
                </c:pt>
                <c:pt idx="1288">
                  <c:v>16000</c:v>
                </c:pt>
                <c:pt idx="1289">
                  <c:v>15600</c:v>
                </c:pt>
                <c:pt idx="1290">
                  <c:v>15650</c:v>
                </c:pt>
                <c:pt idx="1291">
                  <c:v>16150</c:v>
                </c:pt>
                <c:pt idx="1292">
                  <c:v>16100</c:v>
                </c:pt>
                <c:pt idx="1293">
                  <c:v>15600</c:v>
                </c:pt>
                <c:pt idx="1294">
                  <c:v>15600</c:v>
                </c:pt>
                <c:pt idx="1295">
                  <c:v>14550</c:v>
                </c:pt>
                <c:pt idx="1296">
                  <c:v>14400</c:v>
                </c:pt>
                <c:pt idx="1297">
                  <c:v>14550</c:v>
                </c:pt>
                <c:pt idx="1298">
                  <c:v>14700</c:v>
                </c:pt>
                <c:pt idx="1299">
                  <c:v>15100</c:v>
                </c:pt>
                <c:pt idx="1300">
                  <c:v>14750</c:v>
                </c:pt>
                <c:pt idx="1301">
                  <c:v>14200</c:v>
                </c:pt>
                <c:pt idx="1302">
                  <c:v>14350</c:v>
                </c:pt>
                <c:pt idx="1303">
                  <c:v>14200</c:v>
                </c:pt>
                <c:pt idx="1304">
                  <c:v>14600</c:v>
                </c:pt>
                <c:pt idx="1305">
                  <c:v>14350</c:v>
                </c:pt>
                <c:pt idx="1306">
                  <c:v>14000</c:v>
                </c:pt>
                <c:pt idx="1307">
                  <c:v>13950</c:v>
                </c:pt>
                <c:pt idx="1308">
                  <c:v>13900</c:v>
                </c:pt>
                <c:pt idx="1309">
                  <c:v>13250</c:v>
                </c:pt>
                <c:pt idx="1310">
                  <c:v>13150</c:v>
                </c:pt>
                <c:pt idx="1311">
                  <c:v>13350</c:v>
                </c:pt>
                <c:pt idx="1312">
                  <c:v>13050</c:v>
                </c:pt>
                <c:pt idx="1313">
                  <c:v>12850</c:v>
                </c:pt>
                <c:pt idx="1314">
                  <c:v>13100</c:v>
                </c:pt>
                <c:pt idx="1315">
                  <c:v>12800</c:v>
                </c:pt>
                <c:pt idx="1316">
                  <c:v>11600</c:v>
                </c:pt>
                <c:pt idx="1317">
                  <c:v>11900</c:v>
                </c:pt>
                <c:pt idx="1318">
                  <c:v>11200</c:v>
                </c:pt>
                <c:pt idx="1319">
                  <c:v>11100</c:v>
                </c:pt>
                <c:pt idx="1320">
                  <c:v>10900</c:v>
                </c:pt>
                <c:pt idx="1321">
                  <c:v>11350</c:v>
                </c:pt>
                <c:pt idx="1322">
                  <c:v>11700</c:v>
                </c:pt>
                <c:pt idx="1323">
                  <c:v>12000</c:v>
                </c:pt>
                <c:pt idx="1324">
                  <c:v>11800</c:v>
                </c:pt>
                <c:pt idx="1325">
                  <c:v>12100</c:v>
                </c:pt>
                <c:pt idx="1326">
                  <c:v>11500</c:v>
                </c:pt>
                <c:pt idx="1327">
                  <c:v>11650</c:v>
                </c:pt>
                <c:pt idx="1328">
                  <c:v>11700</c:v>
                </c:pt>
                <c:pt idx="1329">
                  <c:v>11600</c:v>
                </c:pt>
                <c:pt idx="1330">
                  <c:v>11400</c:v>
                </c:pt>
                <c:pt idx="1331">
                  <c:v>11550</c:v>
                </c:pt>
                <c:pt idx="1332">
                  <c:v>11450</c:v>
                </c:pt>
                <c:pt idx="1333">
                  <c:v>10900</c:v>
                </c:pt>
                <c:pt idx="1334">
                  <c:v>10750</c:v>
                </c:pt>
                <c:pt idx="1335">
                  <c:v>11150</c:v>
                </c:pt>
                <c:pt idx="1336">
                  <c:v>11250</c:v>
                </c:pt>
                <c:pt idx="1337">
                  <c:v>11700</c:v>
                </c:pt>
                <c:pt idx="1338">
                  <c:v>11750</c:v>
                </c:pt>
                <c:pt idx="1339">
                  <c:v>11500</c:v>
                </c:pt>
                <c:pt idx="1340">
                  <c:v>11850</c:v>
                </c:pt>
                <c:pt idx="1341">
                  <c:v>11850</c:v>
                </c:pt>
                <c:pt idx="1342">
                  <c:v>12550</c:v>
                </c:pt>
                <c:pt idx="1343">
                  <c:v>11950</c:v>
                </c:pt>
                <c:pt idx="1344">
                  <c:v>12300</c:v>
                </c:pt>
                <c:pt idx="1345">
                  <c:v>12700</c:v>
                </c:pt>
                <c:pt idx="1346">
                  <c:v>13250</c:v>
                </c:pt>
                <c:pt idx="1347">
                  <c:v>13450</c:v>
                </c:pt>
                <c:pt idx="1348">
                  <c:v>13150</c:v>
                </c:pt>
                <c:pt idx="1349">
                  <c:v>13300</c:v>
                </c:pt>
                <c:pt idx="1350">
                  <c:v>13150</c:v>
                </c:pt>
                <c:pt idx="1351">
                  <c:v>12200</c:v>
                </c:pt>
                <c:pt idx="1352">
                  <c:v>12200</c:v>
                </c:pt>
                <c:pt idx="1353">
                  <c:v>12200</c:v>
                </c:pt>
                <c:pt idx="1354">
                  <c:v>12800</c:v>
                </c:pt>
                <c:pt idx="1355">
                  <c:v>13450</c:v>
                </c:pt>
                <c:pt idx="1356">
                  <c:v>14000</c:v>
                </c:pt>
                <c:pt idx="1357">
                  <c:v>14400</c:v>
                </c:pt>
                <c:pt idx="1358">
                  <c:v>14350</c:v>
                </c:pt>
                <c:pt idx="1359">
                  <c:v>14300</c:v>
                </c:pt>
                <c:pt idx="1360">
                  <c:v>14650</c:v>
                </c:pt>
                <c:pt idx="1361">
                  <c:v>13600</c:v>
                </c:pt>
                <c:pt idx="1362">
                  <c:v>14850</c:v>
                </c:pt>
                <c:pt idx="1363">
                  <c:v>15350</c:v>
                </c:pt>
                <c:pt idx="1364">
                  <c:v>15950</c:v>
                </c:pt>
                <c:pt idx="1365">
                  <c:v>16150</c:v>
                </c:pt>
                <c:pt idx="1366">
                  <c:v>16050</c:v>
                </c:pt>
                <c:pt idx="1367">
                  <c:v>15950</c:v>
                </c:pt>
                <c:pt idx="1368">
                  <c:v>15500</c:v>
                </c:pt>
                <c:pt idx="1369">
                  <c:v>14650</c:v>
                </c:pt>
                <c:pt idx="1370">
                  <c:v>15150</c:v>
                </c:pt>
                <c:pt idx="1371">
                  <c:v>15350</c:v>
                </c:pt>
                <c:pt idx="1372">
                  <c:v>15300</c:v>
                </c:pt>
                <c:pt idx="1373">
                  <c:v>15100</c:v>
                </c:pt>
                <c:pt idx="1374">
                  <c:v>14700</c:v>
                </c:pt>
                <c:pt idx="1375">
                  <c:v>13850</c:v>
                </c:pt>
                <c:pt idx="1376">
                  <c:v>13850</c:v>
                </c:pt>
                <c:pt idx="1377">
                  <c:v>14000</c:v>
                </c:pt>
                <c:pt idx="1378">
                  <c:v>13800</c:v>
                </c:pt>
                <c:pt idx="1379">
                  <c:v>14150</c:v>
                </c:pt>
                <c:pt idx="1380">
                  <c:v>14850</c:v>
                </c:pt>
                <c:pt idx="1381">
                  <c:v>15000</c:v>
                </c:pt>
                <c:pt idx="1382">
                  <c:v>15000</c:v>
                </c:pt>
                <c:pt idx="1383">
                  <c:v>15000</c:v>
                </c:pt>
                <c:pt idx="1384">
                  <c:v>14950</c:v>
                </c:pt>
                <c:pt idx="1385">
                  <c:v>14600</c:v>
                </c:pt>
                <c:pt idx="1386">
                  <c:v>14000</c:v>
                </c:pt>
                <c:pt idx="1387">
                  <c:v>14000</c:v>
                </c:pt>
                <c:pt idx="1388">
                  <c:v>13900</c:v>
                </c:pt>
                <c:pt idx="1389">
                  <c:v>14450</c:v>
                </c:pt>
                <c:pt idx="1390">
                  <c:v>14950</c:v>
                </c:pt>
                <c:pt idx="1391">
                  <c:v>14800</c:v>
                </c:pt>
                <c:pt idx="1392">
                  <c:v>15200</c:v>
                </c:pt>
                <c:pt idx="1393">
                  <c:v>15150</c:v>
                </c:pt>
                <c:pt idx="1394">
                  <c:v>15000</c:v>
                </c:pt>
                <c:pt idx="1395">
                  <c:v>15650</c:v>
                </c:pt>
                <c:pt idx="1396">
                  <c:v>15050</c:v>
                </c:pt>
                <c:pt idx="1397">
                  <c:v>15100</c:v>
                </c:pt>
                <c:pt idx="1398">
                  <c:v>15100</c:v>
                </c:pt>
                <c:pt idx="1399">
                  <c:v>15050</c:v>
                </c:pt>
                <c:pt idx="1400">
                  <c:v>15400</c:v>
                </c:pt>
                <c:pt idx="1401">
                  <c:v>16350</c:v>
                </c:pt>
                <c:pt idx="1402">
                  <c:v>17250</c:v>
                </c:pt>
                <c:pt idx="1403">
                  <c:v>15800</c:v>
                </c:pt>
                <c:pt idx="1404">
                  <c:v>14850</c:v>
                </c:pt>
                <c:pt idx="1405">
                  <c:v>14650</c:v>
                </c:pt>
                <c:pt idx="1406">
                  <c:v>15000</c:v>
                </c:pt>
                <c:pt idx="1407">
                  <c:v>15000</c:v>
                </c:pt>
                <c:pt idx="1408">
                  <c:v>15200</c:v>
                </c:pt>
                <c:pt idx="1409">
                  <c:v>16050</c:v>
                </c:pt>
                <c:pt idx="1410">
                  <c:v>16050</c:v>
                </c:pt>
                <c:pt idx="1411">
                  <c:v>16350</c:v>
                </c:pt>
                <c:pt idx="1412">
                  <c:v>17100</c:v>
                </c:pt>
                <c:pt idx="1413">
                  <c:v>15600</c:v>
                </c:pt>
                <c:pt idx="1414">
                  <c:v>15450</c:v>
                </c:pt>
                <c:pt idx="1415">
                  <c:v>15600</c:v>
                </c:pt>
                <c:pt idx="1416">
                  <c:v>15650</c:v>
                </c:pt>
                <c:pt idx="1417">
                  <c:v>15900</c:v>
                </c:pt>
                <c:pt idx="1418">
                  <c:v>16900</c:v>
                </c:pt>
                <c:pt idx="1419">
                  <c:v>17050</c:v>
                </c:pt>
                <c:pt idx="1420">
                  <c:v>17150</c:v>
                </c:pt>
                <c:pt idx="1421">
                  <c:v>16200</c:v>
                </c:pt>
                <c:pt idx="1422">
                  <c:v>15900</c:v>
                </c:pt>
                <c:pt idx="1423">
                  <c:v>15900</c:v>
                </c:pt>
                <c:pt idx="1424">
                  <c:v>15900</c:v>
                </c:pt>
                <c:pt idx="1425">
                  <c:v>15200</c:v>
                </c:pt>
                <c:pt idx="1426">
                  <c:v>15250</c:v>
                </c:pt>
                <c:pt idx="1427">
                  <c:v>15250</c:v>
                </c:pt>
                <c:pt idx="1428">
                  <c:v>15150</c:v>
                </c:pt>
                <c:pt idx="1429">
                  <c:v>14950</c:v>
                </c:pt>
                <c:pt idx="1430">
                  <c:v>13700</c:v>
                </c:pt>
                <c:pt idx="1431">
                  <c:v>13700</c:v>
                </c:pt>
                <c:pt idx="1432">
                  <c:v>13550</c:v>
                </c:pt>
                <c:pt idx="1433">
                  <c:v>14350</c:v>
                </c:pt>
                <c:pt idx="1434">
                  <c:v>13100</c:v>
                </c:pt>
                <c:pt idx="1435">
                  <c:v>13400</c:v>
                </c:pt>
                <c:pt idx="1436">
                  <c:v>14000</c:v>
                </c:pt>
                <c:pt idx="1437">
                  <c:v>13700</c:v>
                </c:pt>
                <c:pt idx="1438">
                  <c:v>14450</c:v>
                </c:pt>
                <c:pt idx="1439">
                  <c:v>14950</c:v>
                </c:pt>
                <c:pt idx="1440">
                  <c:v>15000</c:v>
                </c:pt>
                <c:pt idx="1441">
                  <c:v>15600</c:v>
                </c:pt>
                <c:pt idx="1442">
                  <c:v>15600</c:v>
                </c:pt>
                <c:pt idx="1443">
                  <c:v>14350</c:v>
                </c:pt>
                <c:pt idx="1444">
                  <c:v>13950</c:v>
                </c:pt>
                <c:pt idx="1445">
                  <c:v>14050</c:v>
                </c:pt>
                <c:pt idx="1446">
                  <c:v>14400</c:v>
                </c:pt>
                <c:pt idx="1447">
                  <c:v>14400</c:v>
                </c:pt>
                <c:pt idx="1448">
                  <c:v>14400</c:v>
                </c:pt>
                <c:pt idx="1449">
                  <c:v>14400</c:v>
                </c:pt>
                <c:pt idx="1450">
                  <c:v>14250</c:v>
                </c:pt>
                <c:pt idx="1451">
                  <c:v>14800</c:v>
                </c:pt>
                <c:pt idx="1452">
                  <c:v>15500</c:v>
                </c:pt>
                <c:pt idx="1453">
                  <c:v>15650</c:v>
                </c:pt>
                <c:pt idx="1454">
                  <c:v>15850</c:v>
                </c:pt>
                <c:pt idx="1455">
                  <c:v>15400</c:v>
                </c:pt>
                <c:pt idx="1456">
                  <c:v>15700</c:v>
                </c:pt>
                <c:pt idx="1457">
                  <c:v>14700</c:v>
                </c:pt>
                <c:pt idx="1458">
                  <c:v>14500</c:v>
                </c:pt>
                <c:pt idx="1459">
                  <c:v>14400</c:v>
                </c:pt>
                <c:pt idx="1460">
                  <c:v>14700</c:v>
                </c:pt>
                <c:pt idx="1461">
                  <c:v>15050</c:v>
                </c:pt>
                <c:pt idx="1462">
                  <c:v>14250</c:v>
                </c:pt>
                <c:pt idx="1463">
                  <c:v>16800</c:v>
                </c:pt>
                <c:pt idx="1464">
                  <c:v>13450</c:v>
                </c:pt>
                <c:pt idx="1465">
                  <c:v>13000</c:v>
                </c:pt>
                <c:pt idx="1466">
                  <c:v>13650</c:v>
                </c:pt>
                <c:pt idx="1467">
                  <c:v>12600</c:v>
                </c:pt>
                <c:pt idx="1468">
                  <c:v>12700</c:v>
                </c:pt>
                <c:pt idx="1469">
                  <c:v>12700</c:v>
                </c:pt>
                <c:pt idx="1470">
                  <c:v>12200</c:v>
                </c:pt>
                <c:pt idx="1471">
                  <c:v>12700</c:v>
                </c:pt>
                <c:pt idx="1472">
                  <c:v>12900</c:v>
                </c:pt>
                <c:pt idx="1473">
                  <c:v>13450</c:v>
                </c:pt>
                <c:pt idx="1474">
                  <c:v>13650</c:v>
                </c:pt>
                <c:pt idx="1475">
                  <c:v>13800</c:v>
                </c:pt>
                <c:pt idx="1476">
                  <c:v>14200</c:v>
                </c:pt>
                <c:pt idx="1477">
                  <c:v>13650</c:v>
                </c:pt>
                <c:pt idx="1478">
                  <c:v>13800</c:v>
                </c:pt>
                <c:pt idx="1479">
                  <c:v>13850</c:v>
                </c:pt>
                <c:pt idx="1480">
                  <c:v>13800</c:v>
                </c:pt>
                <c:pt idx="1481">
                  <c:v>13800</c:v>
                </c:pt>
                <c:pt idx="1482">
                  <c:v>12300</c:v>
                </c:pt>
                <c:pt idx="1483">
                  <c:v>13400</c:v>
                </c:pt>
                <c:pt idx="1484">
                  <c:v>13900</c:v>
                </c:pt>
                <c:pt idx="1485">
                  <c:v>14000</c:v>
                </c:pt>
                <c:pt idx="1486">
                  <c:v>12750</c:v>
                </c:pt>
                <c:pt idx="1487">
                  <c:v>12300</c:v>
                </c:pt>
                <c:pt idx="1488">
                  <c:v>11800</c:v>
                </c:pt>
                <c:pt idx="1489">
                  <c:v>12000</c:v>
                </c:pt>
                <c:pt idx="1490">
                  <c:v>11400</c:v>
                </c:pt>
                <c:pt idx="1491">
                  <c:v>12200</c:v>
                </c:pt>
                <c:pt idx="1492">
                  <c:v>12000</c:v>
                </c:pt>
                <c:pt idx="1493">
                  <c:v>12000</c:v>
                </c:pt>
                <c:pt idx="1494">
                  <c:v>11750</c:v>
                </c:pt>
                <c:pt idx="1495">
                  <c:v>11500</c:v>
                </c:pt>
                <c:pt idx="1496">
                  <c:v>11000</c:v>
                </c:pt>
                <c:pt idx="1497">
                  <c:v>11150</c:v>
                </c:pt>
                <c:pt idx="1498">
                  <c:v>11650</c:v>
                </c:pt>
                <c:pt idx="1499">
                  <c:v>11400</c:v>
                </c:pt>
                <c:pt idx="1500">
                  <c:v>11250</c:v>
                </c:pt>
                <c:pt idx="1501">
                  <c:v>11950</c:v>
                </c:pt>
                <c:pt idx="1502">
                  <c:v>12000</c:v>
                </c:pt>
                <c:pt idx="1503">
                  <c:v>11950</c:v>
                </c:pt>
                <c:pt idx="1504">
                  <c:v>11550</c:v>
                </c:pt>
                <c:pt idx="1505">
                  <c:v>11150</c:v>
                </c:pt>
                <c:pt idx="1506">
                  <c:v>11400</c:v>
                </c:pt>
                <c:pt idx="1507">
                  <c:v>11400</c:v>
                </c:pt>
                <c:pt idx="1508">
                  <c:v>11600</c:v>
                </c:pt>
                <c:pt idx="1509">
                  <c:v>10650</c:v>
                </c:pt>
                <c:pt idx="1510">
                  <c:v>11000</c:v>
                </c:pt>
                <c:pt idx="1511">
                  <c:v>11000</c:v>
                </c:pt>
                <c:pt idx="1512">
                  <c:v>10400</c:v>
                </c:pt>
                <c:pt idx="1513">
                  <c:v>9970</c:v>
                </c:pt>
                <c:pt idx="1514">
                  <c:v>9700</c:v>
                </c:pt>
                <c:pt idx="1515">
                  <c:v>9300</c:v>
                </c:pt>
                <c:pt idx="1516">
                  <c:v>8500</c:v>
                </c:pt>
                <c:pt idx="1517">
                  <c:v>8750</c:v>
                </c:pt>
                <c:pt idx="1518">
                  <c:v>8300</c:v>
                </c:pt>
                <c:pt idx="1519">
                  <c:v>7220</c:v>
                </c:pt>
                <c:pt idx="1520">
                  <c:v>6990</c:v>
                </c:pt>
                <c:pt idx="1521">
                  <c:v>6760</c:v>
                </c:pt>
                <c:pt idx="1522">
                  <c:v>6400</c:v>
                </c:pt>
                <c:pt idx="1523">
                  <c:v>6320</c:v>
                </c:pt>
                <c:pt idx="1524">
                  <c:v>6370</c:v>
                </c:pt>
                <c:pt idx="1525">
                  <c:v>5800</c:v>
                </c:pt>
                <c:pt idx="1526">
                  <c:v>6490</c:v>
                </c:pt>
                <c:pt idx="1527">
                  <c:v>6740</c:v>
                </c:pt>
                <c:pt idx="1528">
                  <c:v>7000</c:v>
                </c:pt>
                <c:pt idx="1529">
                  <c:v>7050</c:v>
                </c:pt>
                <c:pt idx="1530">
                  <c:v>7230</c:v>
                </c:pt>
                <c:pt idx="1531">
                  <c:v>6850</c:v>
                </c:pt>
                <c:pt idx="1532">
                  <c:v>6910</c:v>
                </c:pt>
                <c:pt idx="1533">
                  <c:v>6520</c:v>
                </c:pt>
                <c:pt idx="1534">
                  <c:v>6690</c:v>
                </c:pt>
                <c:pt idx="1535">
                  <c:v>6530</c:v>
                </c:pt>
                <c:pt idx="1536">
                  <c:v>6220</c:v>
                </c:pt>
                <c:pt idx="1537">
                  <c:v>6330</c:v>
                </c:pt>
                <c:pt idx="1538">
                  <c:v>7080</c:v>
                </c:pt>
                <c:pt idx="1539">
                  <c:v>7500</c:v>
                </c:pt>
                <c:pt idx="1540">
                  <c:v>6810</c:v>
                </c:pt>
                <c:pt idx="1541">
                  <c:v>6630</c:v>
                </c:pt>
                <c:pt idx="1542">
                  <c:v>6510</c:v>
                </c:pt>
                <c:pt idx="1543">
                  <c:v>6390</c:v>
                </c:pt>
                <c:pt idx="1544">
                  <c:v>6320</c:v>
                </c:pt>
                <c:pt idx="1545">
                  <c:v>6160</c:v>
                </c:pt>
                <c:pt idx="1546">
                  <c:v>6040</c:v>
                </c:pt>
                <c:pt idx="1547">
                  <c:v>5730</c:v>
                </c:pt>
                <c:pt idx="1548">
                  <c:v>5880</c:v>
                </c:pt>
                <c:pt idx="1549">
                  <c:v>6040</c:v>
                </c:pt>
                <c:pt idx="1550">
                  <c:v>6150</c:v>
                </c:pt>
                <c:pt idx="1551">
                  <c:v>6190</c:v>
                </c:pt>
                <c:pt idx="1552">
                  <c:v>6200</c:v>
                </c:pt>
                <c:pt idx="1553">
                  <c:v>5790</c:v>
                </c:pt>
                <c:pt idx="1554">
                  <c:v>5650</c:v>
                </c:pt>
                <c:pt idx="1555">
                  <c:v>5650</c:v>
                </c:pt>
                <c:pt idx="1556">
                  <c:v>5710</c:v>
                </c:pt>
                <c:pt idx="1557">
                  <c:v>5710</c:v>
                </c:pt>
                <c:pt idx="1558">
                  <c:v>5710</c:v>
                </c:pt>
                <c:pt idx="1559">
                  <c:v>5810</c:v>
                </c:pt>
                <c:pt idx="1560">
                  <c:v>5820</c:v>
                </c:pt>
                <c:pt idx="1561">
                  <c:v>5710</c:v>
                </c:pt>
                <c:pt idx="1562">
                  <c:v>5970</c:v>
                </c:pt>
                <c:pt idx="1563">
                  <c:v>5730</c:v>
                </c:pt>
                <c:pt idx="1564">
                  <c:v>5730</c:v>
                </c:pt>
                <c:pt idx="1565">
                  <c:v>5950</c:v>
                </c:pt>
                <c:pt idx="1566">
                  <c:v>5980</c:v>
                </c:pt>
                <c:pt idx="1567">
                  <c:v>5740</c:v>
                </c:pt>
                <c:pt idx="1568">
                  <c:v>5690</c:v>
                </c:pt>
                <c:pt idx="1569">
                  <c:v>5690</c:v>
                </c:pt>
                <c:pt idx="1570">
                  <c:v>5700</c:v>
                </c:pt>
                <c:pt idx="1571">
                  <c:v>5950</c:v>
                </c:pt>
                <c:pt idx="1572">
                  <c:v>5930</c:v>
                </c:pt>
                <c:pt idx="1573">
                  <c:v>5770</c:v>
                </c:pt>
                <c:pt idx="1574">
                  <c:v>5350</c:v>
                </c:pt>
                <c:pt idx="1575">
                  <c:v>5070</c:v>
                </c:pt>
                <c:pt idx="1576">
                  <c:v>5030</c:v>
                </c:pt>
                <c:pt idx="1577">
                  <c:v>4685</c:v>
                </c:pt>
                <c:pt idx="1578">
                  <c:v>4410</c:v>
                </c:pt>
                <c:pt idx="1579">
                  <c:v>4510</c:v>
                </c:pt>
                <c:pt idx="1580">
                  <c:v>4210</c:v>
                </c:pt>
                <c:pt idx="1581">
                  <c:v>3945</c:v>
                </c:pt>
                <c:pt idx="1582">
                  <c:v>3925</c:v>
                </c:pt>
                <c:pt idx="1583">
                  <c:v>4010</c:v>
                </c:pt>
                <c:pt idx="1584">
                  <c:v>3885</c:v>
                </c:pt>
                <c:pt idx="1585">
                  <c:v>3180</c:v>
                </c:pt>
                <c:pt idx="1586">
                  <c:v>3550</c:v>
                </c:pt>
                <c:pt idx="1587">
                  <c:v>3430</c:v>
                </c:pt>
                <c:pt idx="1588">
                  <c:v>3870</c:v>
                </c:pt>
                <c:pt idx="1589">
                  <c:v>4230</c:v>
                </c:pt>
                <c:pt idx="1590">
                  <c:v>4150</c:v>
                </c:pt>
                <c:pt idx="1591">
                  <c:v>4740</c:v>
                </c:pt>
                <c:pt idx="1592">
                  <c:v>5170</c:v>
                </c:pt>
                <c:pt idx="1593">
                  <c:v>5630</c:v>
                </c:pt>
                <c:pt idx="1594">
                  <c:v>6110</c:v>
                </c:pt>
                <c:pt idx="1595">
                  <c:v>5900</c:v>
                </c:pt>
                <c:pt idx="1596">
                  <c:v>6510</c:v>
                </c:pt>
                <c:pt idx="1597">
                  <c:v>6450</c:v>
                </c:pt>
                <c:pt idx="1598">
                  <c:v>6480</c:v>
                </c:pt>
                <c:pt idx="1599">
                  <c:v>6200</c:v>
                </c:pt>
                <c:pt idx="1600">
                  <c:v>6310</c:v>
                </c:pt>
                <c:pt idx="1601">
                  <c:v>5780</c:v>
                </c:pt>
                <c:pt idx="1602">
                  <c:v>6270</c:v>
                </c:pt>
                <c:pt idx="1603">
                  <c:v>6590</c:v>
                </c:pt>
                <c:pt idx="1604">
                  <c:v>6750</c:v>
                </c:pt>
                <c:pt idx="1605">
                  <c:v>6320</c:v>
                </c:pt>
                <c:pt idx="1606">
                  <c:v>6620</c:v>
                </c:pt>
                <c:pt idx="1607">
                  <c:v>6770</c:v>
                </c:pt>
                <c:pt idx="1608">
                  <c:v>7030</c:v>
                </c:pt>
                <c:pt idx="1609">
                  <c:v>6740</c:v>
                </c:pt>
                <c:pt idx="1610">
                  <c:v>6920</c:v>
                </c:pt>
                <c:pt idx="1611">
                  <c:v>6990</c:v>
                </c:pt>
                <c:pt idx="1612">
                  <c:v>6810</c:v>
                </c:pt>
                <c:pt idx="1613">
                  <c:v>6800</c:v>
                </c:pt>
                <c:pt idx="1614">
                  <c:v>6670</c:v>
                </c:pt>
                <c:pt idx="1615">
                  <c:v>7010</c:v>
                </c:pt>
                <c:pt idx="1616">
                  <c:v>7340</c:v>
                </c:pt>
                <c:pt idx="1617">
                  <c:v>6840</c:v>
                </c:pt>
                <c:pt idx="1618">
                  <c:v>6710</c:v>
                </c:pt>
                <c:pt idx="1619">
                  <c:v>7220</c:v>
                </c:pt>
                <c:pt idx="1620">
                  <c:v>7040</c:v>
                </c:pt>
                <c:pt idx="1621">
                  <c:v>7310</c:v>
                </c:pt>
                <c:pt idx="1622">
                  <c:v>6710</c:v>
                </c:pt>
                <c:pt idx="1623">
                  <c:v>7090</c:v>
                </c:pt>
                <c:pt idx="1624">
                  <c:v>6490</c:v>
                </c:pt>
                <c:pt idx="1625">
                  <c:v>6690</c:v>
                </c:pt>
                <c:pt idx="1626">
                  <c:v>6690</c:v>
                </c:pt>
                <c:pt idx="1627">
                  <c:v>6690</c:v>
                </c:pt>
                <c:pt idx="1628">
                  <c:v>6640</c:v>
                </c:pt>
                <c:pt idx="1629">
                  <c:v>6400</c:v>
                </c:pt>
                <c:pt idx="1630">
                  <c:v>5990</c:v>
                </c:pt>
                <c:pt idx="1631">
                  <c:v>5970</c:v>
                </c:pt>
                <c:pt idx="1632">
                  <c:v>5800</c:v>
                </c:pt>
                <c:pt idx="1633">
                  <c:v>5700</c:v>
                </c:pt>
                <c:pt idx="1634">
                  <c:v>5710</c:v>
                </c:pt>
                <c:pt idx="1635">
                  <c:v>5790</c:v>
                </c:pt>
                <c:pt idx="1636">
                  <c:v>5700</c:v>
                </c:pt>
                <c:pt idx="1637">
                  <c:v>5540</c:v>
                </c:pt>
                <c:pt idx="1638">
                  <c:v>5310</c:v>
                </c:pt>
                <c:pt idx="1639">
                  <c:v>5510</c:v>
                </c:pt>
                <c:pt idx="1640">
                  <c:v>5540</c:v>
                </c:pt>
                <c:pt idx="1641">
                  <c:v>5580</c:v>
                </c:pt>
                <c:pt idx="1642">
                  <c:v>5600</c:v>
                </c:pt>
                <c:pt idx="1643">
                  <c:v>5480</c:v>
                </c:pt>
                <c:pt idx="1644">
                  <c:v>5480</c:v>
                </c:pt>
                <c:pt idx="1645">
                  <c:v>5480</c:v>
                </c:pt>
                <c:pt idx="1646">
                  <c:v>5480</c:v>
                </c:pt>
                <c:pt idx="1647">
                  <c:v>5370</c:v>
                </c:pt>
                <c:pt idx="1648">
                  <c:v>5280</c:v>
                </c:pt>
                <c:pt idx="1649">
                  <c:v>5280</c:v>
                </c:pt>
                <c:pt idx="1650">
                  <c:v>5320</c:v>
                </c:pt>
                <c:pt idx="1651">
                  <c:v>5470</c:v>
                </c:pt>
                <c:pt idx="1652">
                  <c:v>5470</c:v>
                </c:pt>
                <c:pt idx="1653">
                  <c:v>5670</c:v>
                </c:pt>
                <c:pt idx="1654">
                  <c:v>5540</c:v>
                </c:pt>
                <c:pt idx="1655">
                  <c:v>5690</c:v>
                </c:pt>
                <c:pt idx="1656">
                  <c:v>5540</c:v>
                </c:pt>
                <c:pt idx="1657">
                  <c:v>5540</c:v>
                </c:pt>
                <c:pt idx="1658">
                  <c:v>5200</c:v>
                </c:pt>
                <c:pt idx="1659">
                  <c:v>5170</c:v>
                </c:pt>
                <c:pt idx="1660">
                  <c:v>5080</c:v>
                </c:pt>
                <c:pt idx="1661">
                  <c:v>5180</c:v>
                </c:pt>
                <c:pt idx="1662">
                  <c:v>4975</c:v>
                </c:pt>
                <c:pt idx="1663">
                  <c:v>5100</c:v>
                </c:pt>
                <c:pt idx="1664">
                  <c:v>5200</c:v>
                </c:pt>
                <c:pt idx="1665">
                  <c:v>5100</c:v>
                </c:pt>
                <c:pt idx="1666">
                  <c:v>4920</c:v>
                </c:pt>
                <c:pt idx="1667">
                  <c:v>4805</c:v>
                </c:pt>
                <c:pt idx="1668">
                  <c:v>4910</c:v>
                </c:pt>
                <c:pt idx="1669">
                  <c:v>4885</c:v>
                </c:pt>
                <c:pt idx="1670">
                  <c:v>4850</c:v>
                </c:pt>
                <c:pt idx="1671">
                  <c:v>4795</c:v>
                </c:pt>
                <c:pt idx="1672">
                  <c:v>4810</c:v>
                </c:pt>
                <c:pt idx="1673">
                  <c:v>5000</c:v>
                </c:pt>
                <c:pt idx="1674">
                  <c:v>5160</c:v>
                </c:pt>
                <c:pt idx="1675">
                  <c:v>4990</c:v>
                </c:pt>
                <c:pt idx="1676">
                  <c:v>4915</c:v>
                </c:pt>
                <c:pt idx="1677">
                  <c:v>4860</c:v>
                </c:pt>
                <c:pt idx="1678">
                  <c:v>4965</c:v>
                </c:pt>
                <c:pt idx="1679">
                  <c:v>4930</c:v>
                </c:pt>
                <c:pt idx="1680">
                  <c:v>4900</c:v>
                </c:pt>
                <c:pt idx="1681">
                  <c:v>4990</c:v>
                </c:pt>
                <c:pt idx="1682">
                  <c:v>4990</c:v>
                </c:pt>
                <c:pt idx="1683">
                  <c:v>4990</c:v>
                </c:pt>
                <c:pt idx="1684">
                  <c:v>5030</c:v>
                </c:pt>
                <c:pt idx="1685">
                  <c:v>5000</c:v>
                </c:pt>
                <c:pt idx="1686">
                  <c:v>4935</c:v>
                </c:pt>
                <c:pt idx="1687">
                  <c:v>4960</c:v>
                </c:pt>
                <c:pt idx="1688">
                  <c:v>5180</c:v>
                </c:pt>
                <c:pt idx="1689">
                  <c:v>4985</c:v>
                </c:pt>
                <c:pt idx="1690">
                  <c:v>5000</c:v>
                </c:pt>
                <c:pt idx="1691">
                  <c:v>4895</c:v>
                </c:pt>
                <c:pt idx="1692">
                  <c:v>4795</c:v>
                </c:pt>
                <c:pt idx="1693">
                  <c:v>4850</c:v>
                </c:pt>
                <c:pt idx="1694">
                  <c:v>4860</c:v>
                </c:pt>
                <c:pt idx="1695">
                  <c:v>4870</c:v>
                </c:pt>
                <c:pt idx="1696">
                  <c:v>4955</c:v>
                </c:pt>
                <c:pt idx="1697">
                  <c:v>5000</c:v>
                </c:pt>
                <c:pt idx="1698">
                  <c:v>4980</c:v>
                </c:pt>
                <c:pt idx="1699">
                  <c:v>4955</c:v>
                </c:pt>
                <c:pt idx="1700">
                  <c:v>4935</c:v>
                </c:pt>
                <c:pt idx="1701">
                  <c:v>4845</c:v>
                </c:pt>
                <c:pt idx="1702">
                  <c:v>4825</c:v>
                </c:pt>
                <c:pt idx="1703">
                  <c:v>4845</c:v>
                </c:pt>
                <c:pt idx="1704">
                  <c:v>4845</c:v>
                </c:pt>
                <c:pt idx="1705">
                  <c:v>4720</c:v>
                </c:pt>
                <c:pt idx="1706">
                  <c:v>4910</c:v>
                </c:pt>
                <c:pt idx="1707">
                  <c:v>5010</c:v>
                </c:pt>
                <c:pt idx="1708">
                  <c:v>5010</c:v>
                </c:pt>
                <c:pt idx="1709">
                  <c:v>5170</c:v>
                </c:pt>
                <c:pt idx="1710">
                  <c:v>5140</c:v>
                </c:pt>
                <c:pt idx="1711">
                  <c:v>5260</c:v>
                </c:pt>
                <c:pt idx="1712">
                  <c:v>5330</c:v>
                </c:pt>
                <c:pt idx="1713">
                  <c:v>5390</c:v>
                </c:pt>
                <c:pt idx="1714">
                  <c:v>5650</c:v>
                </c:pt>
                <c:pt idx="1715">
                  <c:v>5580</c:v>
                </c:pt>
                <c:pt idx="1716">
                  <c:v>5700</c:v>
                </c:pt>
                <c:pt idx="1717">
                  <c:v>5580</c:v>
                </c:pt>
                <c:pt idx="1718">
                  <c:v>5550</c:v>
                </c:pt>
                <c:pt idx="1719">
                  <c:v>5370</c:v>
                </c:pt>
                <c:pt idx="1720">
                  <c:v>5370</c:v>
                </c:pt>
                <c:pt idx="1721">
                  <c:v>5300</c:v>
                </c:pt>
                <c:pt idx="1722">
                  <c:v>5300</c:v>
                </c:pt>
                <c:pt idx="1723">
                  <c:v>5300</c:v>
                </c:pt>
                <c:pt idx="1724">
                  <c:v>5540</c:v>
                </c:pt>
                <c:pt idx="1725">
                  <c:v>5590</c:v>
                </c:pt>
                <c:pt idx="1726">
                  <c:v>5630</c:v>
                </c:pt>
                <c:pt idx="1727">
                  <c:v>5870</c:v>
                </c:pt>
                <c:pt idx="1728">
                  <c:v>5680</c:v>
                </c:pt>
                <c:pt idx="1729">
                  <c:v>5450</c:v>
                </c:pt>
                <c:pt idx="1730">
                  <c:v>5590</c:v>
                </c:pt>
                <c:pt idx="1731">
                  <c:v>5440</c:v>
                </c:pt>
                <c:pt idx="1732">
                  <c:v>5350</c:v>
                </c:pt>
                <c:pt idx="1733">
                  <c:v>5640</c:v>
                </c:pt>
                <c:pt idx="1734">
                  <c:v>5490</c:v>
                </c:pt>
                <c:pt idx="1735">
                  <c:v>5270</c:v>
                </c:pt>
                <c:pt idx="1736">
                  <c:v>5280</c:v>
                </c:pt>
                <c:pt idx="1737">
                  <c:v>5310</c:v>
                </c:pt>
                <c:pt idx="1738">
                  <c:v>5700</c:v>
                </c:pt>
                <c:pt idx="1739">
                  <c:v>5610</c:v>
                </c:pt>
                <c:pt idx="1740">
                  <c:v>5300</c:v>
                </c:pt>
                <c:pt idx="1741">
                  <c:v>5450</c:v>
                </c:pt>
                <c:pt idx="1742">
                  <c:v>5370</c:v>
                </c:pt>
                <c:pt idx="1743">
                  <c:v>5370</c:v>
                </c:pt>
                <c:pt idx="1744">
                  <c:v>5440</c:v>
                </c:pt>
                <c:pt idx="1745">
                  <c:v>5300</c:v>
                </c:pt>
                <c:pt idx="1746">
                  <c:v>5220</c:v>
                </c:pt>
                <c:pt idx="1747">
                  <c:v>5300</c:v>
                </c:pt>
                <c:pt idx="1748">
                  <c:v>5050</c:v>
                </c:pt>
                <c:pt idx="1749">
                  <c:v>4800</c:v>
                </c:pt>
                <c:pt idx="1750">
                  <c:v>5440</c:v>
                </c:pt>
                <c:pt idx="1751">
                  <c:v>5600</c:v>
                </c:pt>
                <c:pt idx="1752">
                  <c:v>5460</c:v>
                </c:pt>
                <c:pt idx="1753">
                  <c:v>5580</c:v>
                </c:pt>
                <c:pt idx="1754">
                  <c:v>5380</c:v>
                </c:pt>
                <c:pt idx="1755">
                  <c:v>5340</c:v>
                </c:pt>
                <c:pt idx="1756">
                  <c:v>6080</c:v>
                </c:pt>
                <c:pt idx="1757">
                  <c:v>5950</c:v>
                </c:pt>
                <c:pt idx="1758">
                  <c:v>5930</c:v>
                </c:pt>
                <c:pt idx="1759">
                  <c:v>6250</c:v>
                </c:pt>
                <c:pt idx="1760">
                  <c:v>6440</c:v>
                </c:pt>
                <c:pt idx="1761">
                  <c:v>6030</c:v>
                </c:pt>
                <c:pt idx="1762">
                  <c:v>6370</c:v>
                </c:pt>
                <c:pt idx="1763">
                  <c:v>6950</c:v>
                </c:pt>
                <c:pt idx="1764">
                  <c:v>6540</c:v>
                </c:pt>
                <c:pt idx="1765">
                  <c:v>6330</c:v>
                </c:pt>
                <c:pt idx="1766">
                  <c:v>6300</c:v>
                </c:pt>
                <c:pt idx="1767">
                  <c:v>6140</c:v>
                </c:pt>
                <c:pt idx="1768">
                  <c:v>5850</c:v>
                </c:pt>
                <c:pt idx="1769">
                  <c:v>5750</c:v>
                </c:pt>
                <c:pt idx="1770">
                  <c:v>6100</c:v>
                </c:pt>
                <c:pt idx="1771">
                  <c:v>5430</c:v>
                </c:pt>
                <c:pt idx="1772">
                  <c:v>6080</c:v>
                </c:pt>
                <c:pt idx="1773">
                  <c:v>4680</c:v>
                </c:pt>
                <c:pt idx="1774">
                  <c:v>4315</c:v>
                </c:pt>
                <c:pt idx="1775">
                  <c:v>4335</c:v>
                </c:pt>
                <c:pt idx="1776">
                  <c:v>4345</c:v>
                </c:pt>
                <c:pt idx="1777">
                  <c:v>4415</c:v>
                </c:pt>
                <c:pt idx="1778">
                  <c:v>4390</c:v>
                </c:pt>
                <c:pt idx="1779">
                  <c:v>4420</c:v>
                </c:pt>
                <c:pt idx="1780">
                  <c:v>4335</c:v>
                </c:pt>
                <c:pt idx="1781">
                  <c:v>4390</c:v>
                </c:pt>
                <c:pt idx="1782">
                  <c:v>4455</c:v>
                </c:pt>
                <c:pt idx="1783">
                  <c:v>4410</c:v>
                </c:pt>
                <c:pt idx="1784">
                  <c:v>4405</c:v>
                </c:pt>
                <c:pt idx="1785">
                  <c:v>4485</c:v>
                </c:pt>
                <c:pt idx="1786">
                  <c:v>4570</c:v>
                </c:pt>
                <c:pt idx="1787">
                  <c:v>4585</c:v>
                </c:pt>
                <c:pt idx="1788">
                  <c:v>4580</c:v>
                </c:pt>
                <c:pt idx="1789">
                  <c:v>4630</c:v>
                </c:pt>
                <c:pt idx="1790">
                  <c:v>4635</c:v>
                </c:pt>
                <c:pt idx="1791">
                  <c:v>4625</c:v>
                </c:pt>
                <c:pt idx="1792">
                  <c:v>4595</c:v>
                </c:pt>
                <c:pt idx="1793">
                  <c:v>4595</c:v>
                </c:pt>
                <c:pt idx="1794">
                  <c:v>4415</c:v>
                </c:pt>
                <c:pt idx="1795">
                  <c:v>4350</c:v>
                </c:pt>
                <c:pt idx="1796">
                  <c:v>4315</c:v>
                </c:pt>
                <c:pt idx="1797">
                  <c:v>4300</c:v>
                </c:pt>
                <c:pt idx="1798">
                  <c:v>4335</c:v>
                </c:pt>
                <c:pt idx="1799">
                  <c:v>4470</c:v>
                </c:pt>
                <c:pt idx="1800">
                  <c:v>4490</c:v>
                </c:pt>
                <c:pt idx="1801">
                  <c:v>4335</c:v>
                </c:pt>
                <c:pt idx="1802">
                  <c:v>4460</c:v>
                </c:pt>
                <c:pt idx="1803">
                  <c:v>4545</c:v>
                </c:pt>
                <c:pt idx="1804">
                  <c:v>4520</c:v>
                </c:pt>
                <c:pt idx="1805">
                  <c:v>4535</c:v>
                </c:pt>
                <c:pt idx="1806">
                  <c:v>4645</c:v>
                </c:pt>
                <c:pt idx="1807">
                  <c:v>4620</c:v>
                </c:pt>
                <c:pt idx="1808">
                  <c:v>4710</c:v>
                </c:pt>
                <c:pt idx="1809">
                  <c:v>4485</c:v>
                </c:pt>
                <c:pt idx="1810">
                  <c:v>4500</c:v>
                </c:pt>
                <c:pt idx="1811">
                  <c:v>4650</c:v>
                </c:pt>
                <c:pt idx="1812">
                  <c:v>4640</c:v>
                </c:pt>
                <c:pt idx="1813">
                  <c:v>4750</c:v>
                </c:pt>
                <c:pt idx="1814">
                  <c:v>4865</c:v>
                </c:pt>
                <c:pt idx="1815">
                  <c:v>4960</c:v>
                </c:pt>
                <c:pt idx="1816">
                  <c:v>4960</c:v>
                </c:pt>
                <c:pt idx="1817">
                  <c:v>5040</c:v>
                </c:pt>
                <c:pt idx="1818">
                  <c:v>5000</c:v>
                </c:pt>
                <c:pt idx="1819">
                  <c:v>5000</c:v>
                </c:pt>
                <c:pt idx="1820">
                  <c:v>5050</c:v>
                </c:pt>
                <c:pt idx="1821">
                  <c:v>4910</c:v>
                </c:pt>
                <c:pt idx="1822">
                  <c:v>5060</c:v>
                </c:pt>
                <c:pt idx="1823">
                  <c:v>4930</c:v>
                </c:pt>
                <c:pt idx="1824">
                  <c:v>4975</c:v>
                </c:pt>
                <c:pt idx="1825">
                  <c:v>4955</c:v>
                </c:pt>
                <c:pt idx="1826">
                  <c:v>5000</c:v>
                </c:pt>
                <c:pt idx="1827">
                  <c:v>4950</c:v>
                </c:pt>
                <c:pt idx="1828">
                  <c:v>5090</c:v>
                </c:pt>
                <c:pt idx="1829">
                  <c:v>5090</c:v>
                </c:pt>
                <c:pt idx="1830">
                  <c:v>5190</c:v>
                </c:pt>
                <c:pt idx="1831">
                  <c:v>5210</c:v>
                </c:pt>
                <c:pt idx="1832">
                  <c:v>5100</c:v>
                </c:pt>
                <c:pt idx="1833">
                  <c:v>5100</c:v>
                </c:pt>
                <c:pt idx="1834">
                  <c:v>5030</c:v>
                </c:pt>
                <c:pt idx="1835">
                  <c:v>5070</c:v>
                </c:pt>
                <c:pt idx="1836">
                  <c:v>5150</c:v>
                </c:pt>
                <c:pt idx="1837">
                  <c:v>5150</c:v>
                </c:pt>
                <c:pt idx="1838">
                  <c:v>5120</c:v>
                </c:pt>
                <c:pt idx="1839">
                  <c:v>4910</c:v>
                </c:pt>
                <c:pt idx="1840">
                  <c:v>4850</c:v>
                </c:pt>
                <c:pt idx="1841">
                  <c:v>4820</c:v>
                </c:pt>
                <c:pt idx="1842">
                  <c:v>4710</c:v>
                </c:pt>
                <c:pt idx="1843">
                  <c:v>4875</c:v>
                </c:pt>
                <c:pt idx="1844">
                  <c:v>4935</c:v>
                </c:pt>
                <c:pt idx="1845">
                  <c:v>4885</c:v>
                </c:pt>
                <c:pt idx="1846">
                  <c:v>5040</c:v>
                </c:pt>
                <c:pt idx="1847">
                  <c:v>5020</c:v>
                </c:pt>
                <c:pt idx="1848">
                  <c:v>5280</c:v>
                </c:pt>
                <c:pt idx="1849">
                  <c:v>5110</c:v>
                </c:pt>
                <c:pt idx="1850">
                  <c:v>4685</c:v>
                </c:pt>
                <c:pt idx="1851">
                  <c:v>4620</c:v>
                </c:pt>
                <c:pt idx="1852">
                  <c:v>4755</c:v>
                </c:pt>
                <c:pt idx="1853">
                  <c:v>4595</c:v>
                </c:pt>
                <c:pt idx="1854">
                  <c:v>4590</c:v>
                </c:pt>
                <c:pt idx="1855">
                  <c:v>4565</c:v>
                </c:pt>
                <c:pt idx="1856">
                  <c:v>4550</c:v>
                </c:pt>
                <c:pt idx="1857">
                  <c:v>4500</c:v>
                </c:pt>
                <c:pt idx="1858">
                  <c:v>4620</c:v>
                </c:pt>
                <c:pt idx="1859">
                  <c:v>4600</c:v>
                </c:pt>
                <c:pt idx="1860">
                  <c:v>4655</c:v>
                </c:pt>
                <c:pt idx="1861">
                  <c:v>4585</c:v>
                </c:pt>
                <c:pt idx="1862">
                  <c:v>4585</c:v>
                </c:pt>
                <c:pt idx="1863">
                  <c:v>4740</c:v>
                </c:pt>
                <c:pt idx="1864">
                  <c:v>4795</c:v>
                </c:pt>
                <c:pt idx="1865">
                  <c:v>4825</c:v>
                </c:pt>
                <c:pt idx="1866">
                  <c:v>4770</c:v>
                </c:pt>
                <c:pt idx="1867">
                  <c:v>4770</c:v>
                </c:pt>
                <c:pt idx="1868">
                  <c:v>4850</c:v>
                </c:pt>
                <c:pt idx="1869">
                  <c:v>4885</c:v>
                </c:pt>
                <c:pt idx="1870">
                  <c:v>4880</c:v>
                </c:pt>
                <c:pt idx="1871">
                  <c:v>4920</c:v>
                </c:pt>
                <c:pt idx="1872">
                  <c:v>4910</c:v>
                </c:pt>
                <c:pt idx="1873">
                  <c:v>4700</c:v>
                </c:pt>
                <c:pt idx="1874">
                  <c:v>4710</c:v>
                </c:pt>
                <c:pt idx="1875">
                  <c:v>4780</c:v>
                </c:pt>
                <c:pt idx="1876">
                  <c:v>4865</c:v>
                </c:pt>
                <c:pt idx="1877">
                  <c:v>4720</c:v>
                </c:pt>
                <c:pt idx="1878">
                  <c:v>4470</c:v>
                </c:pt>
                <c:pt idx="1879">
                  <c:v>4470</c:v>
                </c:pt>
                <c:pt idx="1880">
                  <c:v>4470</c:v>
                </c:pt>
                <c:pt idx="1881">
                  <c:v>4470</c:v>
                </c:pt>
                <c:pt idx="1882">
                  <c:v>4450</c:v>
                </c:pt>
                <c:pt idx="1883">
                  <c:v>4490</c:v>
                </c:pt>
                <c:pt idx="1884">
                  <c:v>4470</c:v>
                </c:pt>
                <c:pt idx="1885">
                  <c:v>4565</c:v>
                </c:pt>
                <c:pt idx="1886">
                  <c:v>4595</c:v>
                </c:pt>
                <c:pt idx="1887">
                  <c:v>4530</c:v>
                </c:pt>
                <c:pt idx="1888">
                  <c:v>4510</c:v>
                </c:pt>
                <c:pt idx="1889">
                  <c:v>4515</c:v>
                </c:pt>
                <c:pt idx="1890">
                  <c:v>4480</c:v>
                </c:pt>
                <c:pt idx="1891">
                  <c:v>4420</c:v>
                </c:pt>
                <c:pt idx="1892">
                  <c:v>4425</c:v>
                </c:pt>
                <c:pt idx="1893">
                  <c:v>4380</c:v>
                </c:pt>
                <c:pt idx="1894">
                  <c:v>4330</c:v>
                </c:pt>
                <c:pt idx="1895">
                  <c:v>4240</c:v>
                </c:pt>
                <c:pt idx="1896">
                  <c:v>4265</c:v>
                </c:pt>
                <c:pt idx="1897">
                  <c:v>4200</c:v>
                </c:pt>
                <c:pt idx="1898">
                  <c:v>4195</c:v>
                </c:pt>
                <c:pt idx="1899">
                  <c:v>4140</c:v>
                </c:pt>
                <c:pt idx="1900">
                  <c:v>4110</c:v>
                </c:pt>
                <c:pt idx="1901">
                  <c:v>4045</c:v>
                </c:pt>
                <c:pt idx="1902">
                  <c:v>4150</c:v>
                </c:pt>
                <c:pt idx="1903">
                  <c:v>4110</c:v>
                </c:pt>
                <c:pt idx="1904">
                  <c:v>4080</c:v>
                </c:pt>
                <c:pt idx="1905">
                  <c:v>4080</c:v>
                </c:pt>
                <c:pt idx="1906">
                  <c:v>4080</c:v>
                </c:pt>
                <c:pt idx="1907">
                  <c:v>4060</c:v>
                </c:pt>
                <c:pt idx="1908">
                  <c:v>4050</c:v>
                </c:pt>
                <c:pt idx="1909">
                  <c:v>4230</c:v>
                </c:pt>
                <c:pt idx="1910">
                  <c:v>4230</c:v>
                </c:pt>
                <c:pt idx="1911">
                  <c:v>4265</c:v>
                </c:pt>
                <c:pt idx="1912">
                  <c:v>4265</c:v>
                </c:pt>
                <c:pt idx="1913">
                  <c:v>4255</c:v>
                </c:pt>
                <c:pt idx="1914">
                  <c:v>4230</c:v>
                </c:pt>
                <c:pt idx="1915">
                  <c:v>4320</c:v>
                </c:pt>
                <c:pt idx="1916">
                  <c:v>4410</c:v>
                </c:pt>
                <c:pt idx="1917">
                  <c:v>4370</c:v>
                </c:pt>
                <c:pt idx="1918">
                  <c:v>4350</c:v>
                </c:pt>
                <c:pt idx="1919">
                  <c:v>4240</c:v>
                </c:pt>
                <c:pt idx="1920">
                  <c:v>4245</c:v>
                </c:pt>
                <c:pt idx="1921">
                  <c:v>4370</c:v>
                </c:pt>
                <c:pt idx="1922">
                  <c:v>4365</c:v>
                </c:pt>
                <c:pt idx="1923">
                  <c:v>4430</c:v>
                </c:pt>
                <c:pt idx="1924">
                  <c:v>4465</c:v>
                </c:pt>
                <c:pt idx="1925">
                  <c:v>4575</c:v>
                </c:pt>
                <c:pt idx="1926">
                  <c:v>4470</c:v>
                </c:pt>
                <c:pt idx="1927">
                  <c:v>4495</c:v>
                </c:pt>
                <c:pt idx="1928">
                  <c:v>4420</c:v>
                </c:pt>
                <c:pt idx="1929">
                  <c:v>4375</c:v>
                </c:pt>
                <c:pt idx="1930">
                  <c:v>4310</c:v>
                </c:pt>
                <c:pt idx="1931">
                  <c:v>4335</c:v>
                </c:pt>
                <c:pt idx="1932">
                  <c:v>4350</c:v>
                </c:pt>
                <c:pt idx="1933">
                  <c:v>4390</c:v>
                </c:pt>
                <c:pt idx="1934">
                  <c:v>4400</c:v>
                </c:pt>
                <c:pt idx="1935">
                  <c:v>4425</c:v>
                </c:pt>
                <c:pt idx="1936">
                  <c:v>4425</c:v>
                </c:pt>
                <c:pt idx="1937">
                  <c:v>4460</c:v>
                </c:pt>
                <c:pt idx="1938">
                  <c:v>4465</c:v>
                </c:pt>
                <c:pt idx="1939">
                  <c:v>4400</c:v>
                </c:pt>
                <c:pt idx="1940">
                  <c:v>4560</c:v>
                </c:pt>
                <c:pt idx="1941">
                  <c:v>4650</c:v>
                </c:pt>
                <c:pt idx="1942">
                  <c:v>4530</c:v>
                </c:pt>
                <c:pt idx="1943">
                  <c:v>4440</c:v>
                </c:pt>
                <c:pt idx="1944">
                  <c:v>4520</c:v>
                </c:pt>
                <c:pt idx="1945">
                  <c:v>4395</c:v>
                </c:pt>
                <c:pt idx="1946">
                  <c:v>4525</c:v>
                </c:pt>
                <c:pt idx="1947">
                  <c:v>4385</c:v>
                </c:pt>
                <c:pt idx="1948">
                  <c:v>4260</c:v>
                </c:pt>
                <c:pt idx="1949">
                  <c:v>4130</c:v>
                </c:pt>
                <c:pt idx="1950">
                  <c:v>4210</c:v>
                </c:pt>
                <c:pt idx="1951">
                  <c:v>4630</c:v>
                </c:pt>
                <c:pt idx="1952">
                  <c:v>4810</c:v>
                </c:pt>
                <c:pt idx="1953">
                  <c:v>4920</c:v>
                </c:pt>
                <c:pt idx="1954">
                  <c:v>4975</c:v>
                </c:pt>
                <c:pt idx="1955">
                  <c:v>5150</c:v>
                </c:pt>
                <c:pt idx="1956">
                  <c:v>5170</c:v>
                </c:pt>
                <c:pt idx="1957">
                  <c:v>5150</c:v>
                </c:pt>
                <c:pt idx="1958">
                  <c:v>5140</c:v>
                </c:pt>
                <c:pt idx="1959">
                  <c:v>4940</c:v>
                </c:pt>
                <c:pt idx="1960">
                  <c:v>4900</c:v>
                </c:pt>
                <c:pt idx="1961">
                  <c:v>4900</c:v>
                </c:pt>
                <c:pt idx="1962">
                  <c:v>4840</c:v>
                </c:pt>
                <c:pt idx="1963">
                  <c:v>5200</c:v>
                </c:pt>
                <c:pt idx="1964">
                  <c:v>5330</c:v>
                </c:pt>
                <c:pt idx="1965">
                  <c:v>5330</c:v>
                </c:pt>
                <c:pt idx="1966">
                  <c:v>5360</c:v>
                </c:pt>
                <c:pt idx="1967">
                  <c:v>5400</c:v>
                </c:pt>
                <c:pt idx="1968">
                  <c:v>5550</c:v>
                </c:pt>
                <c:pt idx="1969">
                  <c:v>5550</c:v>
                </c:pt>
                <c:pt idx="1970">
                  <c:v>5560</c:v>
                </c:pt>
                <c:pt idx="1971">
                  <c:v>5490</c:v>
                </c:pt>
                <c:pt idx="1972">
                  <c:v>5460</c:v>
                </c:pt>
                <c:pt idx="1973">
                  <c:v>5470</c:v>
                </c:pt>
                <c:pt idx="1974">
                  <c:v>5470</c:v>
                </c:pt>
                <c:pt idx="1975">
                  <c:v>5470</c:v>
                </c:pt>
                <c:pt idx="1976">
                  <c:v>5470</c:v>
                </c:pt>
                <c:pt idx="1977">
                  <c:v>5560</c:v>
                </c:pt>
                <c:pt idx="1978">
                  <c:v>5580</c:v>
                </c:pt>
                <c:pt idx="1979">
                  <c:v>5650</c:v>
                </c:pt>
                <c:pt idx="1980">
                  <c:v>5660</c:v>
                </c:pt>
                <c:pt idx="1981">
                  <c:v>5730</c:v>
                </c:pt>
                <c:pt idx="1982">
                  <c:v>5690</c:v>
                </c:pt>
                <c:pt idx="1983">
                  <c:v>5680</c:v>
                </c:pt>
                <c:pt idx="1984">
                  <c:v>5690</c:v>
                </c:pt>
                <c:pt idx="1985">
                  <c:v>5530</c:v>
                </c:pt>
                <c:pt idx="1986">
                  <c:v>5510</c:v>
                </c:pt>
                <c:pt idx="1987">
                  <c:v>5480</c:v>
                </c:pt>
                <c:pt idx="1988">
                  <c:v>5570</c:v>
                </c:pt>
                <c:pt idx="1989">
                  <c:v>5610</c:v>
                </c:pt>
                <c:pt idx="1990">
                  <c:v>5620</c:v>
                </c:pt>
                <c:pt idx="1991">
                  <c:v>5690</c:v>
                </c:pt>
                <c:pt idx="1992">
                  <c:v>5660</c:v>
                </c:pt>
                <c:pt idx="1993">
                  <c:v>5730</c:v>
                </c:pt>
                <c:pt idx="1994">
                  <c:v>5660</c:v>
                </c:pt>
                <c:pt idx="1995">
                  <c:v>5630</c:v>
                </c:pt>
                <c:pt idx="1996">
                  <c:v>5640</c:v>
                </c:pt>
                <c:pt idx="1997">
                  <c:v>5630</c:v>
                </c:pt>
                <c:pt idx="1998">
                  <c:v>5700</c:v>
                </c:pt>
                <c:pt idx="1999">
                  <c:v>5760</c:v>
                </c:pt>
                <c:pt idx="2000">
                  <c:v>5740</c:v>
                </c:pt>
                <c:pt idx="2001">
                  <c:v>5650</c:v>
                </c:pt>
                <c:pt idx="2002">
                  <c:v>5620</c:v>
                </c:pt>
                <c:pt idx="2003">
                  <c:v>5820</c:v>
                </c:pt>
                <c:pt idx="2004">
                  <c:v>5820</c:v>
                </c:pt>
                <c:pt idx="2005">
                  <c:v>5730</c:v>
                </c:pt>
                <c:pt idx="2006">
                  <c:v>5990</c:v>
                </c:pt>
                <c:pt idx="2007">
                  <c:v>6050</c:v>
                </c:pt>
                <c:pt idx="2008">
                  <c:v>6030</c:v>
                </c:pt>
                <c:pt idx="2009">
                  <c:v>5990</c:v>
                </c:pt>
                <c:pt idx="2010">
                  <c:v>5930</c:v>
                </c:pt>
                <c:pt idx="2011">
                  <c:v>6270</c:v>
                </c:pt>
                <c:pt idx="2012">
                  <c:v>6060</c:v>
                </c:pt>
                <c:pt idx="2013">
                  <c:v>5770</c:v>
                </c:pt>
                <c:pt idx="2014">
                  <c:v>5660</c:v>
                </c:pt>
                <c:pt idx="2015">
                  <c:v>5630</c:v>
                </c:pt>
                <c:pt idx="2016">
                  <c:v>5580</c:v>
                </c:pt>
                <c:pt idx="2017">
                  <c:v>5470</c:v>
                </c:pt>
                <c:pt idx="2018">
                  <c:v>5370</c:v>
                </c:pt>
                <c:pt idx="2019">
                  <c:v>5470</c:v>
                </c:pt>
                <c:pt idx="2020">
                  <c:v>5390</c:v>
                </c:pt>
                <c:pt idx="2021">
                  <c:v>5820</c:v>
                </c:pt>
                <c:pt idx="2022">
                  <c:v>5940</c:v>
                </c:pt>
                <c:pt idx="2023">
                  <c:v>6070</c:v>
                </c:pt>
                <c:pt idx="2024">
                  <c:v>6090</c:v>
                </c:pt>
                <c:pt idx="2025">
                  <c:v>6100</c:v>
                </c:pt>
                <c:pt idx="2026">
                  <c:v>6110</c:v>
                </c:pt>
                <c:pt idx="2027">
                  <c:v>6080</c:v>
                </c:pt>
                <c:pt idx="2028">
                  <c:v>5830</c:v>
                </c:pt>
                <c:pt idx="2029">
                  <c:v>5780</c:v>
                </c:pt>
                <c:pt idx="2030">
                  <c:v>5610</c:v>
                </c:pt>
                <c:pt idx="2031">
                  <c:v>5760</c:v>
                </c:pt>
                <c:pt idx="2032">
                  <c:v>5670</c:v>
                </c:pt>
                <c:pt idx="2033">
                  <c:v>5750</c:v>
                </c:pt>
                <c:pt idx="2034">
                  <c:v>5540</c:v>
                </c:pt>
                <c:pt idx="2035">
                  <c:v>5920</c:v>
                </c:pt>
                <c:pt idx="2036">
                  <c:v>6120</c:v>
                </c:pt>
                <c:pt idx="2037">
                  <c:v>6070</c:v>
                </c:pt>
                <c:pt idx="2038">
                  <c:v>6140</c:v>
                </c:pt>
                <c:pt idx="2039">
                  <c:v>6250</c:v>
                </c:pt>
                <c:pt idx="2040">
                  <c:v>6360</c:v>
                </c:pt>
                <c:pt idx="2041">
                  <c:v>6450</c:v>
                </c:pt>
                <c:pt idx="2042">
                  <c:v>6470</c:v>
                </c:pt>
                <c:pt idx="2043">
                  <c:v>6500</c:v>
                </c:pt>
                <c:pt idx="2044">
                  <c:v>6330</c:v>
                </c:pt>
                <c:pt idx="2045">
                  <c:v>6650</c:v>
                </c:pt>
                <c:pt idx="2046">
                  <c:v>6990</c:v>
                </c:pt>
                <c:pt idx="2047">
                  <c:v>7100</c:v>
                </c:pt>
                <c:pt idx="2048">
                  <c:v>7250</c:v>
                </c:pt>
                <c:pt idx="2049">
                  <c:v>7250</c:v>
                </c:pt>
                <c:pt idx="2050">
                  <c:v>7550</c:v>
                </c:pt>
                <c:pt idx="2051">
                  <c:v>7560</c:v>
                </c:pt>
                <c:pt idx="2052">
                  <c:v>7750</c:v>
                </c:pt>
                <c:pt idx="2053">
                  <c:v>7470</c:v>
                </c:pt>
                <c:pt idx="2054">
                  <c:v>7470</c:v>
                </c:pt>
                <c:pt idx="2055">
                  <c:v>7380</c:v>
                </c:pt>
                <c:pt idx="2056">
                  <c:v>7380</c:v>
                </c:pt>
                <c:pt idx="2057">
                  <c:v>7320</c:v>
                </c:pt>
                <c:pt idx="2058">
                  <c:v>7400</c:v>
                </c:pt>
                <c:pt idx="2059">
                  <c:v>7720</c:v>
                </c:pt>
                <c:pt idx="2060">
                  <c:v>7480</c:v>
                </c:pt>
                <c:pt idx="2061">
                  <c:v>7470</c:v>
                </c:pt>
                <c:pt idx="2062">
                  <c:v>7630</c:v>
                </c:pt>
                <c:pt idx="2063">
                  <c:v>7630</c:v>
                </c:pt>
                <c:pt idx="2064">
                  <c:v>7650</c:v>
                </c:pt>
                <c:pt idx="2065">
                  <c:v>7650</c:v>
                </c:pt>
                <c:pt idx="2066">
                  <c:v>7860</c:v>
                </c:pt>
                <c:pt idx="2067">
                  <c:v>7600</c:v>
                </c:pt>
                <c:pt idx="2068">
                  <c:v>7420</c:v>
                </c:pt>
                <c:pt idx="2069">
                  <c:v>7080</c:v>
                </c:pt>
                <c:pt idx="2070">
                  <c:v>7060</c:v>
                </c:pt>
                <c:pt idx="2071">
                  <c:v>7150</c:v>
                </c:pt>
                <c:pt idx="2072">
                  <c:v>7180</c:v>
                </c:pt>
                <c:pt idx="2073">
                  <c:v>6750</c:v>
                </c:pt>
                <c:pt idx="2074">
                  <c:v>6580</c:v>
                </c:pt>
                <c:pt idx="2075">
                  <c:v>6600</c:v>
                </c:pt>
                <c:pt idx="2076">
                  <c:v>6600</c:v>
                </c:pt>
                <c:pt idx="2077">
                  <c:v>6690</c:v>
                </c:pt>
                <c:pt idx="2078">
                  <c:v>6690</c:v>
                </c:pt>
                <c:pt idx="2079">
                  <c:v>6800</c:v>
                </c:pt>
                <c:pt idx="2080">
                  <c:v>6800</c:v>
                </c:pt>
                <c:pt idx="2081">
                  <c:v>6900</c:v>
                </c:pt>
                <c:pt idx="2082">
                  <c:v>6890</c:v>
                </c:pt>
                <c:pt idx="2083">
                  <c:v>6900</c:v>
                </c:pt>
                <c:pt idx="2084">
                  <c:v>7000</c:v>
                </c:pt>
                <c:pt idx="2085">
                  <c:v>6870</c:v>
                </c:pt>
                <c:pt idx="2086">
                  <c:v>7010</c:v>
                </c:pt>
                <c:pt idx="2087">
                  <c:v>7050</c:v>
                </c:pt>
                <c:pt idx="2088">
                  <c:v>6850</c:v>
                </c:pt>
                <c:pt idx="2089">
                  <c:v>6890</c:v>
                </c:pt>
                <c:pt idx="2090">
                  <c:v>6680</c:v>
                </c:pt>
                <c:pt idx="2091">
                  <c:v>6620</c:v>
                </c:pt>
                <c:pt idx="2092">
                  <c:v>6530</c:v>
                </c:pt>
                <c:pt idx="2093">
                  <c:v>6350</c:v>
                </c:pt>
                <c:pt idx="2094">
                  <c:v>6230</c:v>
                </c:pt>
                <c:pt idx="2095">
                  <c:v>6440</c:v>
                </c:pt>
                <c:pt idx="2096">
                  <c:v>6530</c:v>
                </c:pt>
                <c:pt idx="2097">
                  <c:v>6630</c:v>
                </c:pt>
                <c:pt idx="2098">
                  <c:v>6580</c:v>
                </c:pt>
                <c:pt idx="2099">
                  <c:v>6750</c:v>
                </c:pt>
                <c:pt idx="2100">
                  <c:v>6850</c:v>
                </c:pt>
                <c:pt idx="2101">
                  <c:v>6840</c:v>
                </c:pt>
                <c:pt idx="2102">
                  <c:v>6640</c:v>
                </c:pt>
                <c:pt idx="2103">
                  <c:v>6600</c:v>
                </c:pt>
                <c:pt idx="2104">
                  <c:v>6800</c:v>
                </c:pt>
                <c:pt idx="2105">
                  <c:v>7000</c:v>
                </c:pt>
                <c:pt idx="2106">
                  <c:v>6900</c:v>
                </c:pt>
                <c:pt idx="2107">
                  <c:v>7140</c:v>
                </c:pt>
                <c:pt idx="2108">
                  <c:v>7170</c:v>
                </c:pt>
                <c:pt idx="2109">
                  <c:v>7170</c:v>
                </c:pt>
                <c:pt idx="2110">
                  <c:v>7260</c:v>
                </c:pt>
                <c:pt idx="2111">
                  <c:v>7510</c:v>
                </c:pt>
                <c:pt idx="2112">
                  <c:v>7360</c:v>
                </c:pt>
                <c:pt idx="2113">
                  <c:v>7330</c:v>
                </c:pt>
                <c:pt idx="2114">
                  <c:v>7390</c:v>
                </c:pt>
                <c:pt idx="2115">
                  <c:v>7110</c:v>
                </c:pt>
                <c:pt idx="2116">
                  <c:v>7030</c:v>
                </c:pt>
                <c:pt idx="2117">
                  <c:v>6910</c:v>
                </c:pt>
                <c:pt idx="2118">
                  <c:v>6920</c:v>
                </c:pt>
                <c:pt idx="2119">
                  <c:v>7040</c:v>
                </c:pt>
                <c:pt idx="2120">
                  <c:v>6760</c:v>
                </c:pt>
                <c:pt idx="2121">
                  <c:v>6950</c:v>
                </c:pt>
                <c:pt idx="2122">
                  <c:v>6960</c:v>
                </c:pt>
                <c:pt idx="2123">
                  <c:v>6960</c:v>
                </c:pt>
                <c:pt idx="2124">
                  <c:v>7120</c:v>
                </c:pt>
                <c:pt idx="2125">
                  <c:v>7070</c:v>
                </c:pt>
                <c:pt idx="2126">
                  <c:v>7310</c:v>
                </c:pt>
                <c:pt idx="2127">
                  <c:v>7390</c:v>
                </c:pt>
                <c:pt idx="2128">
                  <c:v>7380</c:v>
                </c:pt>
                <c:pt idx="2129">
                  <c:v>7140</c:v>
                </c:pt>
                <c:pt idx="2130">
                  <c:v>7170</c:v>
                </c:pt>
                <c:pt idx="2131">
                  <c:v>7050</c:v>
                </c:pt>
                <c:pt idx="2132">
                  <c:v>7050</c:v>
                </c:pt>
                <c:pt idx="2133">
                  <c:v>7050</c:v>
                </c:pt>
                <c:pt idx="2134">
                  <c:v>6850</c:v>
                </c:pt>
                <c:pt idx="2135">
                  <c:v>7140</c:v>
                </c:pt>
                <c:pt idx="2136">
                  <c:v>7080</c:v>
                </c:pt>
                <c:pt idx="2137">
                  <c:v>7400</c:v>
                </c:pt>
                <c:pt idx="2138">
                  <c:v>7330</c:v>
                </c:pt>
                <c:pt idx="2139">
                  <c:v>6450</c:v>
                </c:pt>
                <c:pt idx="2140">
                  <c:v>6630</c:v>
                </c:pt>
                <c:pt idx="2141">
                  <c:v>6720</c:v>
                </c:pt>
                <c:pt idx="2142">
                  <c:v>6760</c:v>
                </c:pt>
                <c:pt idx="2143">
                  <c:v>6620</c:v>
                </c:pt>
                <c:pt idx="2144">
                  <c:v>6650</c:v>
                </c:pt>
                <c:pt idx="2145">
                  <c:v>6730</c:v>
                </c:pt>
                <c:pt idx="2146">
                  <c:v>6560</c:v>
                </c:pt>
                <c:pt idx="2147">
                  <c:v>6540</c:v>
                </c:pt>
                <c:pt idx="2148">
                  <c:v>6460</c:v>
                </c:pt>
                <c:pt idx="2149">
                  <c:v>6370</c:v>
                </c:pt>
                <c:pt idx="2150">
                  <c:v>6300</c:v>
                </c:pt>
                <c:pt idx="2151">
                  <c:v>6410</c:v>
                </c:pt>
                <c:pt idx="2152">
                  <c:v>6050</c:v>
                </c:pt>
                <c:pt idx="2153">
                  <c:v>5980</c:v>
                </c:pt>
                <c:pt idx="2154">
                  <c:v>6040</c:v>
                </c:pt>
                <c:pt idx="2155">
                  <c:v>6110</c:v>
                </c:pt>
                <c:pt idx="2156">
                  <c:v>6100</c:v>
                </c:pt>
                <c:pt idx="2157">
                  <c:v>6170</c:v>
                </c:pt>
                <c:pt idx="2158">
                  <c:v>6170</c:v>
                </c:pt>
                <c:pt idx="2159">
                  <c:v>6170</c:v>
                </c:pt>
                <c:pt idx="2160">
                  <c:v>6110</c:v>
                </c:pt>
                <c:pt idx="2161">
                  <c:v>6260</c:v>
                </c:pt>
                <c:pt idx="2162">
                  <c:v>6280</c:v>
                </c:pt>
                <c:pt idx="2163">
                  <c:v>6290</c:v>
                </c:pt>
                <c:pt idx="2164">
                  <c:v>6280</c:v>
                </c:pt>
                <c:pt idx="2165">
                  <c:v>6240</c:v>
                </c:pt>
                <c:pt idx="2166">
                  <c:v>6240</c:v>
                </c:pt>
                <c:pt idx="2167">
                  <c:v>6240</c:v>
                </c:pt>
                <c:pt idx="2168">
                  <c:v>6110</c:v>
                </c:pt>
                <c:pt idx="2169">
                  <c:v>6020</c:v>
                </c:pt>
                <c:pt idx="2170">
                  <c:v>6080</c:v>
                </c:pt>
                <c:pt idx="2171">
                  <c:v>6080</c:v>
                </c:pt>
                <c:pt idx="2172">
                  <c:v>6030</c:v>
                </c:pt>
                <c:pt idx="2173">
                  <c:v>6140</c:v>
                </c:pt>
                <c:pt idx="2174">
                  <c:v>6110</c:v>
                </c:pt>
                <c:pt idx="2175">
                  <c:v>6340</c:v>
                </c:pt>
                <c:pt idx="2176">
                  <c:v>6520</c:v>
                </c:pt>
                <c:pt idx="2177">
                  <c:v>6600</c:v>
                </c:pt>
                <c:pt idx="2178">
                  <c:v>6450</c:v>
                </c:pt>
                <c:pt idx="2179">
                  <c:v>6480</c:v>
                </c:pt>
                <c:pt idx="2180">
                  <c:v>6460</c:v>
                </c:pt>
                <c:pt idx="2181">
                  <c:v>6300</c:v>
                </c:pt>
                <c:pt idx="2182">
                  <c:v>6310</c:v>
                </c:pt>
                <c:pt idx="2183">
                  <c:v>6520</c:v>
                </c:pt>
                <c:pt idx="2184">
                  <c:v>6700</c:v>
                </c:pt>
                <c:pt idx="2185">
                  <c:v>6770</c:v>
                </c:pt>
                <c:pt idx="2186">
                  <c:v>6950</c:v>
                </c:pt>
                <c:pt idx="2187">
                  <c:v>6780</c:v>
                </c:pt>
                <c:pt idx="2188">
                  <c:v>6870</c:v>
                </c:pt>
                <c:pt idx="2189">
                  <c:v>6870</c:v>
                </c:pt>
                <c:pt idx="2190">
                  <c:v>7050</c:v>
                </c:pt>
                <c:pt idx="2191">
                  <c:v>7340</c:v>
                </c:pt>
                <c:pt idx="2192">
                  <c:v>7040</c:v>
                </c:pt>
                <c:pt idx="2193">
                  <c:v>6760</c:v>
                </c:pt>
                <c:pt idx="2194">
                  <c:v>6750</c:v>
                </c:pt>
                <c:pt idx="2195">
                  <c:v>6830</c:v>
                </c:pt>
                <c:pt idx="2196">
                  <c:v>6860</c:v>
                </c:pt>
                <c:pt idx="2197">
                  <c:v>6850</c:v>
                </c:pt>
                <c:pt idx="2198">
                  <c:v>6720</c:v>
                </c:pt>
                <c:pt idx="2199">
                  <c:v>7160</c:v>
                </c:pt>
                <c:pt idx="2200">
                  <c:v>7160</c:v>
                </c:pt>
                <c:pt idx="2201">
                  <c:v>7110</c:v>
                </c:pt>
                <c:pt idx="2202">
                  <c:v>7100</c:v>
                </c:pt>
                <c:pt idx="2203">
                  <c:v>7000</c:v>
                </c:pt>
                <c:pt idx="2204">
                  <c:v>7020</c:v>
                </c:pt>
                <c:pt idx="2205">
                  <c:v>7100</c:v>
                </c:pt>
                <c:pt idx="2206">
                  <c:v>7410</c:v>
                </c:pt>
                <c:pt idx="2207">
                  <c:v>7670</c:v>
                </c:pt>
                <c:pt idx="2208">
                  <c:v>7180</c:v>
                </c:pt>
                <c:pt idx="2209">
                  <c:v>7130</c:v>
                </c:pt>
                <c:pt idx="2210">
                  <c:v>7190</c:v>
                </c:pt>
                <c:pt idx="2211">
                  <c:v>7190</c:v>
                </c:pt>
                <c:pt idx="2212">
                  <c:v>6770</c:v>
                </c:pt>
                <c:pt idx="2213">
                  <c:v>6680</c:v>
                </c:pt>
                <c:pt idx="2214">
                  <c:v>6540</c:v>
                </c:pt>
                <c:pt idx="2215">
                  <c:v>6500</c:v>
                </c:pt>
                <c:pt idx="2216">
                  <c:v>6570</c:v>
                </c:pt>
                <c:pt idx="2217">
                  <c:v>6400</c:v>
                </c:pt>
                <c:pt idx="2218">
                  <c:v>6500</c:v>
                </c:pt>
                <c:pt idx="2219">
                  <c:v>6680</c:v>
                </c:pt>
                <c:pt idx="2220">
                  <c:v>6610</c:v>
                </c:pt>
                <c:pt idx="2221">
                  <c:v>6870</c:v>
                </c:pt>
                <c:pt idx="2222">
                  <c:v>7090</c:v>
                </c:pt>
                <c:pt idx="2223">
                  <c:v>7100</c:v>
                </c:pt>
                <c:pt idx="2224">
                  <c:v>6630</c:v>
                </c:pt>
                <c:pt idx="2225">
                  <c:v>6840</c:v>
                </c:pt>
                <c:pt idx="2226">
                  <c:v>6840</c:v>
                </c:pt>
                <c:pt idx="2227">
                  <c:v>6840</c:v>
                </c:pt>
                <c:pt idx="2228">
                  <c:v>6840</c:v>
                </c:pt>
                <c:pt idx="2229">
                  <c:v>6840</c:v>
                </c:pt>
                <c:pt idx="2230">
                  <c:v>6840</c:v>
                </c:pt>
                <c:pt idx="2231">
                  <c:v>6840</c:v>
                </c:pt>
                <c:pt idx="2232">
                  <c:v>6870</c:v>
                </c:pt>
                <c:pt idx="2233">
                  <c:v>6830</c:v>
                </c:pt>
                <c:pt idx="2234">
                  <c:v>6850</c:v>
                </c:pt>
                <c:pt idx="2235">
                  <c:v>6890</c:v>
                </c:pt>
                <c:pt idx="2236">
                  <c:v>6800</c:v>
                </c:pt>
                <c:pt idx="2237">
                  <c:v>7000</c:v>
                </c:pt>
                <c:pt idx="2238">
                  <c:v>7010</c:v>
                </c:pt>
                <c:pt idx="2239">
                  <c:v>7230</c:v>
                </c:pt>
                <c:pt idx="2240">
                  <c:v>7450</c:v>
                </c:pt>
                <c:pt idx="2241">
                  <c:v>7390</c:v>
                </c:pt>
                <c:pt idx="2242">
                  <c:v>7550</c:v>
                </c:pt>
                <c:pt idx="2243">
                  <c:v>7680</c:v>
                </c:pt>
                <c:pt idx="2244">
                  <c:v>8030</c:v>
                </c:pt>
                <c:pt idx="2245">
                  <c:v>7770</c:v>
                </c:pt>
                <c:pt idx="2246">
                  <c:v>7730</c:v>
                </c:pt>
                <c:pt idx="2247">
                  <c:v>7870</c:v>
                </c:pt>
                <c:pt idx="2248">
                  <c:v>7620</c:v>
                </c:pt>
                <c:pt idx="2249">
                  <c:v>7640</c:v>
                </c:pt>
                <c:pt idx="2250">
                  <c:v>7640</c:v>
                </c:pt>
                <c:pt idx="2251">
                  <c:v>7900</c:v>
                </c:pt>
                <c:pt idx="2252">
                  <c:v>7890</c:v>
                </c:pt>
                <c:pt idx="2253">
                  <c:v>7950</c:v>
                </c:pt>
                <c:pt idx="2254">
                  <c:v>8020</c:v>
                </c:pt>
                <c:pt idx="2255">
                  <c:v>8250</c:v>
                </c:pt>
                <c:pt idx="2256">
                  <c:v>8480</c:v>
                </c:pt>
                <c:pt idx="2257">
                  <c:v>8660</c:v>
                </c:pt>
                <c:pt idx="2258">
                  <c:v>8350</c:v>
                </c:pt>
                <c:pt idx="2259">
                  <c:v>8370</c:v>
                </c:pt>
                <c:pt idx="2260">
                  <c:v>8540</c:v>
                </c:pt>
                <c:pt idx="2261">
                  <c:v>8400</c:v>
                </c:pt>
                <c:pt idx="2262">
                  <c:v>8260</c:v>
                </c:pt>
                <c:pt idx="2263">
                  <c:v>8240</c:v>
                </c:pt>
                <c:pt idx="2264">
                  <c:v>8350</c:v>
                </c:pt>
                <c:pt idx="2265">
                  <c:v>8350</c:v>
                </c:pt>
                <c:pt idx="2266">
                  <c:v>8100</c:v>
                </c:pt>
                <c:pt idx="2267">
                  <c:v>8070</c:v>
                </c:pt>
                <c:pt idx="2268">
                  <c:v>8120</c:v>
                </c:pt>
                <c:pt idx="2269">
                  <c:v>8500</c:v>
                </c:pt>
                <c:pt idx="2270">
                  <c:v>8290</c:v>
                </c:pt>
                <c:pt idx="2271">
                  <c:v>8250</c:v>
                </c:pt>
                <c:pt idx="2272">
                  <c:v>8150</c:v>
                </c:pt>
                <c:pt idx="2273">
                  <c:v>8610</c:v>
                </c:pt>
                <c:pt idx="2274">
                  <c:v>8670</c:v>
                </c:pt>
                <c:pt idx="2275">
                  <c:v>8610</c:v>
                </c:pt>
                <c:pt idx="2276">
                  <c:v>8800</c:v>
                </c:pt>
                <c:pt idx="2277">
                  <c:v>9110</c:v>
                </c:pt>
                <c:pt idx="2278">
                  <c:v>9750</c:v>
                </c:pt>
                <c:pt idx="2279">
                  <c:v>10500</c:v>
                </c:pt>
                <c:pt idx="2280">
                  <c:v>10350</c:v>
                </c:pt>
                <c:pt idx="2281">
                  <c:v>10050</c:v>
                </c:pt>
                <c:pt idx="2282">
                  <c:v>10150</c:v>
                </c:pt>
                <c:pt idx="2283">
                  <c:v>10050</c:v>
                </c:pt>
                <c:pt idx="2284">
                  <c:v>10600</c:v>
                </c:pt>
                <c:pt idx="2285">
                  <c:v>10600</c:v>
                </c:pt>
                <c:pt idx="2286">
                  <c:v>10250</c:v>
                </c:pt>
                <c:pt idx="2287">
                  <c:v>9970</c:v>
                </c:pt>
                <c:pt idx="2288">
                  <c:v>8860</c:v>
                </c:pt>
                <c:pt idx="2289">
                  <c:v>9110</c:v>
                </c:pt>
                <c:pt idx="2290">
                  <c:v>8120</c:v>
                </c:pt>
                <c:pt idx="2291">
                  <c:v>8300</c:v>
                </c:pt>
                <c:pt idx="2292">
                  <c:v>8370</c:v>
                </c:pt>
                <c:pt idx="2293">
                  <c:v>8750</c:v>
                </c:pt>
                <c:pt idx="2294">
                  <c:v>8740</c:v>
                </c:pt>
                <c:pt idx="2295">
                  <c:v>9300</c:v>
                </c:pt>
                <c:pt idx="2296">
                  <c:v>9110</c:v>
                </c:pt>
                <c:pt idx="2297">
                  <c:v>9420</c:v>
                </c:pt>
                <c:pt idx="2298">
                  <c:v>8130</c:v>
                </c:pt>
                <c:pt idx="2299">
                  <c:v>8090</c:v>
                </c:pt>
                <c:pt idx="2300">
                  <c:v>8590</c:v>
                </c:pt>
                <c:pt idx="2301">
                  <c:v>6610</c:v>
                </c:pt>
                <c:pt idx="2302">
                  <c:v>6640</c:v>
                </c:pt>
                <c:pt idx="2303">
                  <c:v>6250</c:v>
                </c:pt>
                <c:pt idx="2304">
                  <c:v>6190</c:v>
                </c:pt>
                <c:pt idx="2305">
                  <c:v>6320</c:v>
                </c:pt>
                <c:pt idx="2306">
                  <c:v>6240</c:v>
                </c:pt>
                <c:pt idx="2307">
                  <c:v>6150</c:v>
                </c:pt>
                <c:pt idx="2308">
                  <c:v>6220</c:v>
                </c:pt>
                <c:pt idx="2309">
                  <c:v>6230</c:v>
                </c:pt>
                <c:pt idx="2310">
                  <c:v>6320</c:v>
                </c:pt>
                <c:pt idx="2311">
                  <c:v>6280</c:v>
                </c:pt>
                <c:pt idx="2312">
                  <c:v>6050</c:v>
                </c:pt>
                <c:pt idx="2313">
                  <c:v>6050</c:v>
                </c:pt>
                <c:pt idx="2314">
                  <c:v>6100</c:v>
                </c:pt>
                <c:pt idx="2315">
                  <c:v>6100</c:v>
                </c:pt>
                <c:pt idx="2316">
                  <c:v>5980</c:v>
                </c:pt>
                <c:pt idx="2317">
                  <c:v>5930</c:v>
                </c:pt>
                <c:pt idx="2318">
                  <c:v>5900</c:v>
                </c:pt>
                <c:pt idx="2319">
                  <c:v>5840</c:v>
                </c:pt>
                <c:pt idx="2320">
                  <c:v>5770</c:v>
                </c:pt>
                <c:pt idx="2321">
                  <c:v>5910</c:v>
                </c:pt>
                <c:pt idx="2322">
                  <c:v>6060</c:v>
                </c:pt>
                <c:pt idx="2323">
                  <c:v>6040</c:v>
                </c:pt>
                <c:pt idx="2324">
                  <c:v>6180</c:v>
                </c:pt>
                <c:pt idx="2325">
                  <c:v>6210</c:v>
                </c:pt>
                <c:pt idx="2326">
                  <c:v>6060</c:v>
                </c:pt>
                <c:pt idx="2327">
                  <c:v>6040</c:v>
                </c:pt>
                <c:pt idx="2328">
                  <c:v>6070</c:v>
                </c:pt>
                <c:pt idx="2329">
                  <c:v>5950</c:v>
                </c:pt>
                <c:pt idx="2330">
                  <c:v>6100</c:v>
                </c:pt>
                <c:pt idx="2331">
                  <c:v>6030</c:v>
                </c:pt>
                <c:pt idx="2332">
                  <c:v>5930</c:v>
                </c:pt>
                <c:pt idx="2333">
                  <c:v>5890</c:v>
                </c:pt>
                <c:pt idx="2334">
                  <c:v>5920</c:v>
                </c:pt>
                <c:pt idx="2335">
                  <c:v>5920</c:v>
                </c:pt>
                <c:pt idx="2336">
                  <c:v>5720</c:v>
                </c:pt>
                <c:pt idx="2337">
                  <c:v>5720</c:v>
                </c:pt>
                <c:pt idx="2338">
                  <c:v>5550</c:v>
                </c:pt>
                <c:pt idx="2339">
                  <c:v>5550</c:v>
                </c:pt>
                <c:pt idx="2340">
                  <c:v>5660</c:v>
                </c:pt>
                <c:pt idx="2341">
                  <c:v>5660</c:v>
                </c:pt>
                <c:pt idx="2342">
                  <c:v>5710</c:v>
                </c:pt>
                <c:pt idx="2343">
                  <c:v>5920</c:v>
                </c:pt>
                <c:pt idx="2344">
                  <c:v>5950</c:v>
                </c:pt>
                <c:pt idx="2345">
                  <c:v>5710</c:v>
                </c:pt>
                <c:pt idx="2346">
                  <c:v>5880</c:v>
                </c:pt>
                <c:pt idx="2347">
                  <c:v>5750</c:v>
                </c:pt>
                <c:pt idx="2348">
                  <c:v>5890</c:v>
                </c:pt>
                <c:pt idx="2349">
                  <c:v>5880</c:v>
                </c:pt>
                <c:pt idx="2350">
                  <c:v>5800</c:v>
                </c:pt>
                <c:pt idx="2351">
                  <c:v>5720</c:v>
                </c:pt>
                <c:pt idx="2352">
                  <c:v>6120</c:v>
                </c:pt>
                <c:pt idx="2353">
                  <c:v>6010</c:v>
                </c:pt>
                <c:pt idx="2354">
                  <c:v>6400</c:v>
                </c:pt>
                <c:pt idx="2355">
                  <c:v>6520</c:v>
                </c:pt>
                <c:pt idx="2356">
                  <c:v>6810</c:v>
                </c:pt>
                <c:pt idx="2357">
                  <c:v>5240</c:v>
                </c:pt>
                <c:pt idx="2358">
                  <c:v>5310</c:v>
                </c:pt>
                <c:pt idx="2359">
                  <c:v>5250</c:v>
                </c:pt>
                <c:pt idx="2360">
                  <c:v>5260</c:v>
                </c:pt>
                <c:pt idx="2361">
                  <c:v>5030</c:v>
                </c:pt>
                <c:pt idx="2362">
                  <c:v>4995</c:v>
                </c:pt>
                <c:pt idx="2363">
                  <c:v>4990</c:v>
                </c:pt>
                <c:pt idx="2364">
                  <c:v>5000</c:v>
                </c:pt>
                <c:pt idx="2365">
                  <c:v>4980</c:v>
                </c:pt>
                <c:pt idx="2366">
                  <c:v>5010</c:v>
                </c:pt>
                <c:pt idx="2367">
                  <c:v>5050</c:v>
                </c:pt>
                <c:pt idx="2368">
                  <c:v>5030</c:v>
                </c:pt>
                <c:pt idx="2369">
                  <c:v>5130</c:v>
                </c:pt>
                <c:pt idx="2370">
                  <c:v>5150</c:v>
                </c:pt>
                <c:pt idx="2371">
                  <c:v>5250</c:v>
                </c:pt>
                <c:pt idx="2372">
                  <c:v>5320</c:v>
                </c:pt>
                <c:pt idx="2373">
                  <c:v>5130</c:v>
                </c:pt>
                <c:pt idx="2374">
                  <c:v>5190</c:v>
                </c:pt>
                <c:pt idx="2375">
                  <c:v>5190</c:v>
                </c:pt>
                <c:pt idx="2376">
                  <c:v>5140</c:v>
                </c:pt>
                <c:pt idx="2377">
                  <c:v>5100</c:v>
                </c:pt>
                <c:pt idx="2378">
                  <c:v>5140</c:v>
                </c:pt>
                <c:pt idx="2379">
                  <c:v>5150</c:v>
                </c:pt>
                <c:pt idx="2380">
                  <c:v>5180</c:v>
                </c:pt>
                <c:pt idx="2381">
                  <c:v>5030</c:v>
                </c:pt>
                <c:pt idx="2382">
                  <c:v>4995</c:v>
                </c:pt>
                <c:pt idx="2383">
                  <c:v>5130</c:v>
                </c:pt>
                <c:pt idx="2384">
                  <c:v>5130</c:v>
                </c:pt>
                <c:pt idx="2385">
                  <c:v>5200</c:v>
                </c:pt>
                <c:pt idx="2386">
                  <c:v>5140</c:v>
                </c:pt>
                <c:pt idx="2387">
                  <c:v>5590</c:v>
                </c:pt>
                <c:pt idx="2388">
                  <c:v>5600</c:v>
                </c:pt>
                <c:pt idx="2389">
                  <c:v>5630</c:v>
                </c:pt>
                <c:pt idx="2390">
                  <c:v>5750</c:v>
                </c:pt>
                <c:pt idx="2391">
                  <c:v>5770</c:v>
                </c:pt>
                <c:pt idx="2392">
                  <c:v>5740</c:v>
                </c:pt>
                <c:pt idx="2393">
                  <c:v>5630</c:v>
                </c:pt>
                <c:pt idx="2394">
                  <c:v>5690</c:v>
                </c:pt>
                <c:pt idx="2395">
                  <c:v>5740</c:v>
                </c:pt>
                <c:pt idx="2396">
                  <c:v>5880</c:v>
                </c:pt>
                <c:pt idx="2397">
                  <c:v>5830</c:v>
                </c:pt>
                <c:pt idx="2398">
                  <c:v>5870</c:v>
                </c:pt>
                <c:pt idx="2399">
                  <c:v>5870</c:v>
                </c:pt>
                <c:pt idx="2400">
                  <c:v>5980</c:v>
                </c:pt>
                <c:pt idx="2401">
                  <c:v>5980</c:v>
                </c:pt>
                <c:pt idx="2402">
                  <c:v>6050</c:v>
                </c:pt>
                <c:pt idx="2403">
                  <c:v>5990</c:v>
                </c:pt>
                <c:pt idx="2404">
                  <c:v>5770</c:v>
                </c:pt>
                <c:pt idx="2405">
                  <c:v>5660</c:v>
                </c:pt>
                <c:pt idx="2406">
                  <c:v>5660</c:v>
                </c:pt>
                <c:pt idx="2407">
                  <c:v>5660</c:v>
                </c:pt>
                <c:pt idx="2408">
                  <c:v>5470</c:v>
                </c:pt>
                <c:pt idx="2409">
                  <c:v>5470</c:v>
                </c:pt>
                <c:pt idx="2410">
                  <c:v>5510</c:v>
                </c:pt>
                <c:pt idx="2411">
                  <c:v>5500</c:v>
                </c:pt>
                <c:pt idx="2412">
                  <c:v>5520</c:v>
                </c:pt>
                <c:pt idx="2413">
                  <c:v>5620</c:v>
                </c:pt>
                <c:pt idx="2414">
                  <c:v>5470</c:v>
                </c:pt>
                <c:pt idx="2415">
                  <c:v>5510</c:v>
                </c:pt>
                <c:pt idx="2416">
                  <c:v>5650</c:v>
                </c:pt>
                <c:pt idx="2417">
                  <c:v>5720</c:v>
                </c:pt>
                <c:pt idx="2418">
                  <c:v>5600</c:v>
                </c:pt>
                <c:pt idx="2419">
                  <c:v>5780</c:v>
                </c:pt>
                <c:pt idx="2420">
                  <c:v>5810</c:v>
                </c:pt>
                <c:pt idx="2421">
                  <c:v>5910</c:v>
                </c:pt>
                <c:pt idx="2422">
                  <c:v>5680</c:v>
                </c:pt>
                <c:pt idx="2423">
                  <c:v>5730</c:v>
                </c:pt>
                <c:pt idx="2424">
                  <c:v>5730</c:v>
                </c:pt>
                <c:pt idx="2425">
                  <c:v>5650</c:v>
                </c:pt>
                <c:pt idx="2426">
                  <c:v>5730</c:v>
                </c:pt>
                <c:pt idx="2427">
                  <c:v>5730</c:v>
                </c:pt>
                <c:pt idx="2428">
                  <c:v>5360</c:v>
                </c:pt>
                <c:pt idx="2429">
                  <c:v>5350</c:v>
                </c:pt>
                <c:pt idx="2430">
                  <c:v>5420</c:v>
                </c:pt>
                <c:pt idx="2431">
                  <c:v>5530</c:v>
                </c:pt>
                <c:pt idx="2432">
                  <c:v>5440</c:v>
                </c:pt>
                <c:pt idx="2433">
                  <c:v>5350</c:v>
                </c:pt>
                <c:pt idx="2434">
                  <c:v>5330</c:v>
                </c:pt>
                <c:pt idx="2435">
                  <c:v>5230</c:v>
                </c:pt>
                <c:pt idx="2436">
                  <c:v>5260</c:v>
                </c:pt>
                <c:pt idx="2437">
                  <c:v>5230</c:v>
                </c:pt>
                <c:pt idx="2438">
                  <c:v>5420</c:v>
                </c:pt>
                <c:pt idx="2439">
                  <c:v>5390</c:v>
                </c:pt>
                <c:pt idx="2440">
                  <c:v>5290</c:v>
                </c:pt>
                <c:pt idx="2441">
                  <c:v>5240</c:v>
                </c:pt>
                <c:pt idx="2442">
                  <c:v>5090</c:v>
                </c:pt>
                <c:pt idx="2443">
                  <c:v>4870</c:v>
                </c:pt>
                <c:pt idx="2444">
                  <c:v>4915</c:v>
                </c:pt>
                <c:pt idx="2445">
                  <c:v>4730</c:v>
                </c:pt>
                <c:pt idx="2446">
                  <c:v>4830</c:v>
                </c:pt>
                <c:pt idx="2447">
                  <c:v>4815</c:v>
                </c:pt>
                <c:pt idx="2448">
                  <c:v>4925</c:v>
                </c:pt>
                <c:pt idx="2449">
                  <c:v>4965</c:v>
                </c:pt>
                <c:pt idx="2450">
                  <c:v>5030</c:v>
                </c:pt>
                <c:pt idx="2451">
                  <c:v>5150</c:v>
                </c:pt>
                <c:pt idx="2452">
                  <c:v>5050</c:v>
                </c:pt>
                <c:pt idx="2453">
                  <c:v>5100</c:v>
                </c:pt>
                <c:pt idx="2454">
                  <c:v>5230</c:v>
                </c:pt>
                <c:pt idx="2455">
                  <c:v>5170</c:v>
                </c:pt>
                <c:pt idx="2456">
                  <c:v>5120</c:v>
                </c:pt>
                <c:pt idx="2457">
                  <c:v>5200</c:v>
                </c:pt>
                <c:pt idx="2458">
                  <c:v>5020</c:v>
                </c:pt>
                <c:pt idx="2459">
                  <c:v>4865</c:v>
                </c:pt>
                <c:pt idx="2460">
                  <c:v>4900</c:v>
                </c:pt>
                <c:pt idx="2461">
                  <c:v>4840</c:v>
                </c:pt>
                <c:pt idx="2462">
                  <c:v>4900</c:v>
                </c:pt>
                <c:pt idx="2463">
                  <c:v>4590</c:v>
                </c:pt>
                <c:pt idx="2464">
                  <c:v>4900</c:v>
                </c:pt>
                <c:pt idx="2465">
                  <c:v>4900</c:v>
                </c:pt>
                <c:pt idx="2466">
                  <c:v>4795</c:v>
                </c:pt>
                <c:pt idx="2467">
                  <c:v>4770</c:v>
                </c:pt>
                <c:pt idx="2468">
                  <c:v>4780</c:v>
                </c:pt>
                <c:pt idx="2469">
                  <c:v>5090</c:v>
                </c:pt>
                <c:pt idx="2470">
                  <c:v>5060</c:v>
                </c:pt>
                <c:pt idx="2471">
                  <c:v>5500</c:v>
                </c:pt>
                <c:pt idx="2472">
                  <c:v>5770</c:v>
                </c:pt>
                <c:pt idx="2473">
                  <c:v>5570</c:v>
                </c:pt>
                <c:pt idx="2474">
                  <c:v>5870</c:v>
                </c:pt>
                <c:pt idx="2475">
                  <c:v>5650</c:v>
                </c:pt>
                <c:pt idx="2476">
                  <c:v>5590</c:v>
                </c:pt>
                <c:pt idx="2477">
                  <c:v>6000</c:v>
                </c:pt>
                <c:pt idx="2478">
                  <c:v>5810</c:v>
                </c:pt>
                <c:pt idx="2479">
                  <c:v>5590</c:v>
                </c:pt>
                <c:pt idx="2480">
                  <c:v>5650</c:v>
                </c:pt>
                <c:pt idx="2481">
                  <c:v>5750</c:v>
                </c:pt>
                <c:pt idx="2482">
                  <c:v>5310</c:v>
                </c:pt>
                <c:pt idx="2483">
                  <c:v>5130</c:v>
                </c:pt>
                <c:pt idx="2484">
                  <c:v>5150</c:v>
                </c:pt>
                <c:pt idx="2485">
                  <c:v>5100</c:v>
                </c:pt>
                <c:pt idx="2486">
                  <c:v>5210</c:v>
                </c:pt>
                <c:pt idx="2487">
                  <c:v>5290</c:v>
                </c:pt>
                <c:pt idx="2488">
                  <c:v>5250</c:v>
                </c:pt>
                <c:pt idx="2489">
                  <c:v>5190</c:v>
                </c:pt>
                <c:pt idx="2490">
                  <c:v>5170</c:v>
                </c:pt>
                <c:pt idx="2491">
                  <c:v>5170</c:v>
                </c:pt>
                <c:pt idx="2492">
                  <c:v>5180</c:v>
                </c:pt>
                <c:pt idx="2493">
                  <c:v>5120</c:v>
                </c:pt>
                <c:pt idx="2494">
                  <c:v>5130</c:v>
                </c:pt>
                <c:pt idx="2495">
                  <c:v>5130</c:v>
                </c:pt>
                <c:pt idx="2496">
                  <c:v>5170</c:v>
                </c:pt>
                <c:pt idx="2497">
                  <c:v>5190</c:v>
                </c:pt>
                <c:pt idx="2498">
                  <c:v>5070</c:v>
                </c:pt>
                <c:pt idx="2499">
                  <c:v>5080</c:v>
                </c:pt>
                <c:pt idx="2500">
                  <c:v>4910</c:v>
                </c:pt>
                <c:pt idx="2501">
                  <c:v>4875</c:v>
                </c:pt>
                <c:pt idx="2502">
                  <c:v>4875</c:v>
                </c:pt>
                <c:pt idx="2503">
                  <c:v>4875</c:v>
                </c:pt>
                <c:pt idx="2504">
                  <c:v>4875</c:v>
                </c:pt>
                <c:pt idx="2505">
                  <c:v>4740</c:v>
                </c:pt>
                <c:pt idx="2506">
                  <c:v>4885</c:v>
                </c:pt>
                <c:pt idx="2507">
                  <c:v>4980</c:v>
                </c:pt>
                <c:pt idx="2508">
                  <c:v>5120</c:v>
                </c:pt>
                <c:pt idx="2509">
                  <c:v>5140</c:v>
                </c:pt>
                <c:pt idx="2510">
                  <c:v>5210</c:v>
                </c:pt>
                <c:pt idx="2511">
                  <c:v>5250</c:v>
                </c:pt>
                <c:pt idx="2512">
                  <c:v>5170</c:v>
                </c:pt>
                <c:pt idx="2513">
                  <c:v>5180</c:v>
                </c:pt>
                <c:pt idx="2514">
                  <c:v>5130</c:v>
                </c:pt>
                <c:pt idx="2515">
                  <c:v>5170</c:v>
                </c:pt>
                <c:pt idx="2516">
                  <c:v>5550</c:v>
                </c:pt>
                <c:pt idx="2517">
                  <c:v>5490</c:v>
                </c:pt>
                <c:pt idx="2518">
                  <c:v>5560</c:v>
                </c:pt>
                <c:pt idx="2519">
                  <c:v>5550</c:v>
                </c:pt>
                <c:pt idx="2520">
                  <c:v>5710</c:v>
                </c:pt>
                <c:pt idx="2521">
                  <c:v>5680</c:v>
                </c:pt>
                <c:pt idx="2522">
                  <c:v>5470</c:v>
                </c:pt>
                <c:pt idx="2523">
                  <c:v>5510</c:v>
                </c:pt>
                <c:pt idx="2524">
                  <c:v>5700</c:v>
                </c:pt>
                <c:pt idx="2525">
                  <c:v>5730</c:v>
                </c:pt>
                <c:pt idx="2526">
                  <c:v>5730</c:v>
                </c:pt>
                <c:pt idx="2527">
                  <c:v>5810</c:v>
                </c:pt>
                <c:pt idx="2528">
                  <c:v>5680</c:v>
                </c:pt>
                <c:pt idx="2529">
                  <c:v>5640</c:v>
                </c:pt>
                <c:pt idx="2530">
                  <c:v>5700</c:v>
                </c:pt>
                <c:pt idx="2531">
                  <c:v>5800</c:v>
                </c:pt>
                <c:pt idx="2532">
                  <c:v>5860</c:v>
                </c:pt>
                <c:pt idx="2533">
                  <c:v>5840</c:v>
                </c:pt>
                <c:pt idx="2534">
                  <c:v>5770</c:v>
                </c:pt>
                <c:pt idx="2535">
                  <c:v>6040</c:v>
                </c:pt>
                <c:pt idx="2536">
                  <c:v>6210</c:v>
                </c:pt>
                <c:pt idx="2537">
                  <c:v>6180</c:v>
                </c:pt>
                <c:pt idx="2538">
                  <c:v>6200</c:v>
                </c:pt>
                <c:pt idx="2539">
                  <c:v>6230</c:v>
                </c:pt>
                <c:pt idx="2540">
                  <c:v>6220</c:v>
                </c:pt>
                <c:pt idx="2541">
                  <c:v>6210</c:v>
                </c:pt>
                <c:pt idx="2542">
                  <c:v>6500</c:v>
                </c:pt>
                <c:pt idx="2543">
                  <c:v>6430</c:v>
                </c:pt>
                <c:pt idx="2544">
                  <c:v>6460</c:v>
                </c:pt>
                <c:pt idx="2545">
                  <c:v>6720</c:v>
                </c:pt>
                <c:pt idx="2546">
                  <c:v>6800</c:v>
                </c:pt>
                <c:pt idx="2547">
                  <c:v>6750</c:v>
                </c:pt>
                <c:pt idx="2548">
                  <c:v>6800</c:v>
                </c:pt>
                <c:pt idx="2549">
                  <c:v>6300</c:v>
                </c:pt>
                <c:pt idx="2550">
                  <c:v>6370</c:v>
                </c:pt>
                <c:pt idx="2551">
                  <c:v>6080</c:v>
                </c:pt>
                <c:pt idx="2552">
                  <c:v>6240</c:v>
                </c:pt>
                <c:pt idx="2553">
                  <c:v>6010</c:v>
                </c:pt>
                <c:pt idx="2554">
                  <c:v>6290</c:v>
                </c:pt>
                <c:pt idx="2555">
                  <c:v>6270</c:v>
                </c:pt>
                <c:pt idx="2556">
                  <c:v>6600</c:v>
                </c:pt>
                <c:pt idx="2557">
                  <c:v>6480</c:v>
                </c:pt>
                <c:pt idx="2558">
                  <c:v>6370</c:v>
                </c:pt>
                <c:pt idx="2559">
                  <c:v>6280</c:v>
                </c:pt>
                <c:pt idx="2560">
                  <c:v>6220</c:v>
                </c:pt>
                <c:pt idx="2561">
                  <c:v>6180</c:v>
                </c:pt>
                <c:pt idx="2562">
                  <c:v>7100</c:v>
                </c:pt>
                <c:pt idx="2563">
                  <c:v>6820</c:v>
                </c:pt>
                <c:pt idx="2564">
                  <c:v>6710</c:v>
                </c:pt>
                <c:pt idx="2565">
                  <c:v>6940</c:v>
                </c:pt>
                <c:pt idx="2566">
                  <c:v>5940</c:v>
                </c:pt>
                <c:pt idx="2567">
                  <c:v>5940</c:v>
                </c:pt>
                <c:pt idx="2568">
                  <c:v>6050</c:v>
                </c:pt>
                <c:pt idx="2569">
                  <c:v>5970</c:v>
                </c:pt>
                <c:pt idx="2570">
                  <c:v>5450</c:v>
                </c:pt>
                <c:pt idx="2571">
                  <c:v>5480</c:v>
                </c:pt>
                <c:pt idx="2572">
                  <c:v>5650</c:v>
                </c:pt>
                <c:pt idx="2573">
                  <c:v>5810</c:v>
                </c:pt>
                <c:pt idx="2574">
                  <c:v>5640</c:v>
                </c:pt>
                <c:pt idx="2575">
                  <c:v>5550</c:v>
                </c:pt>
                <c:pt idx="2576">
                  <c:v>5550</c:v>
                </c:pt>
                <c:pt idx="2577">
                  <c:v>5640</c:v>
                </c:pt>
                <c:pt idx="2578">
                  <c:v>5710</c:v>
                </c:pt>
                <c:pt idx="2579">
                  <c:v>5400</c:v>
                </c:pt>
                <c:pt idx="2580">
                  <c:v>5510</c:v>
                </c:pt>
                <c:pt idx="2581">
                  <c:v>5600</c:v>
                </c:pt>
                <c:pt idx="2582">
                  <c:v>5840</c:v>
                </c:pt>
                <c:pt idx="2583">
                  <c:v>5930</c:v>
                </c:pt>
                <c:pt idx="2584">
                  <c:v>5820</c:v>
                </c:pt>
                <c:pt idx="2585">
                  <c:v>5900</c:v>
                </c:pt>
                <c:pt idx="2586">
                  <c:v>5500</c:v>
                </c:pt>
                <c:pt idx="2587">
                  <c:v>5330</c:v>
                </c:pt>
                <c:pt idx="2588">
                  <c:v>5430</c:v>
                </c:pt>
                <c:pt idx="2589">
                  <c:v>5730</c:v>
                </c:pt>
                <c:pt idx="2590">
                  <c:v>5850</c:v>
                </c:pt>
                <c:pt idx="2591">
                  <c:v>6040</c:v>
                </c:pt>
                <c:pt idx="2592">
                  <c:v>6060</c:v>
                </c:pt>
                <c:pt idx="2593">
                  <c:v>5890</c:v>
                </c:pt>
                <c:pt idx="2594">
                  <c:v>5940</c:v>
                </c:pt>
                <c:pt idx="2595">
                  <c:v>5960</c:v>
                </c:pt>
                <c:pt idx="2596">
                  <c:v>6000</c:v>
                </c:pt>
                <c:pt idx="2597">
                  <c:v>6000</c:v>
                </c:pt>
                <c:pt idx="2598">
                  <c:v>6000</c:v>
                </c:pt>
                <c:pt idx="2599">
                  <c:v>5590</c:v>
                </c:pt>
                <c:pt idx="2600">
                  <c:v>5930</c:v>
                </c:pt>
                <c:pt idx="2601">
                  <c:v>5880</c:v>
                </c:pt>
                <c:pt idx="2602">
                  <c:v>6000</c:v>
                </c:pt>
                <c:pt idx="2603">
                  <c:v>5300</c:v>
                </c:pt>
                <c:pt idx="2604">
                  <c:v>5240</c:v>
                </c:pt>
                <c:pt idx="2605">
                  <c:v>5290</c:v>
                </c:pt>
                <c:pt idx="2606">
                  <c:v>5190</c:v>
                </c:pt>
                <c:pt idx="2607">
                  <c:v>5110</c:v>
                </c:pt>
                <c:pt idx="2608">
                  <c:v>5070</c:v>
                </c:pt>
                <c:pt idx="2609">
                  <c:v>5120</c:v>
                </c:pt>
                <c:pt idx="2610">
                  <c:v>4965</c:v>
                </c:pt>
                <c:pt idx="2611">
                  <c:v>4980</c:v>
                </c:pt>
                <c:pt idx="2612">
                  <c:v>5040</c:v>
                </c:pt>
                <c:pt idx="2613">
                  <c:v>5120</c:v>
                </c:pt>
                <c:pt idx="2614">
                  <c:v>5120</c:v>
                </c:pt>
                <c:pt idx="2615">
                  <c:v>5150</c:v>
                </c:pt>
                <c:pt idx="2616">
                  <c:v>5240</c:v>
                </c:pt>
                <c:pt idx="2617">
                  <c:v>5160</c:v>
                </c:pt>
                <c:pt idx="2618">
                  <c:v>5000</c:v>
                </c:pt>
                <c:pt idx="2619">
                  <c:v>5020</c:v>
                </c:pt>
                <c:pt idx="2620">
                  <c:v>4865</c:v>
                </c:pt>
                <c:pt idx="2621">
                  <c:v>4870</c:v>
                </c:pt>
                <c:pt idx="2622">
                  <c:v>4915</c:v>
                </c:pt>
                <c:pt idx="2623">
                  <c:v>4935</c:v>
                </c:pt>
                <c:pt idx="2624">
                  <c:v>4930</c:v>
                </c:pt>
                <c:pt idx="2625">
                  <c:v>4765</c:v>
                </c:pt>
                <c:pt idx="2626">
                  <c:v>4775</c:v>
                </c:pt>
                <c:pt idx="2627">
                  <c:v>4885</c:v>
                </c:pt>
                <c:pt idx="2628">
                  <c:v>4925</c:v>
                </c:pt>
                <c:pt idx="2629">
                  <c:v>4980</c:v>
                </c:pt>
                <c:pt idx="2630">
                  <c:v>4850</c:v>
                </c:pt>
                <c:pt idx="2631">
                  <c:v>4805</c:v>
                </c:pt>
                <c:pt idx="2632">
                  <c:v>4775</c:v>
                </c:pt>
                <c:pt idx="2633">
                  <c:v>4860</c:v>
                </c:pt>
                <c:pt idx="2634">
                  <c:v>4750</c:v>
                </c:pt>
                <c:pt idx="2635">
                  <c:v>4570</c:v>
                </c:pt>
                <c:pt idx="2636">
                  <c:v>4610</c:v>
                </c:pt>
                <c:pt idx="2637">
                  <c:v>4640</c:v>
                </c:pt>
                <c:pt idx="2638">
                  <c:v>4665</c:v>
                </c:pt>
                <c:pt idx="2639">
                  <c:v>4670</c:v>
                </c:pt>
                <c:pt idx="2640">
                  <c:v>4725</c:v>
                </c:pt>
                <c:pt idx="2641">
                  <c:v>4730</c:v>
                </c:pt>
                <c:pt idx="2642">
                  <c:v>4585</c:v>
                </c:pt>
                <c:pt idx="2643">
                  <c:v>4590</c:v>
                </c:pt>
                <c:pt idx="2644">
                  <c:v>4620</c:v>
                </c:pt>
                <c:pt idx="2645">
                  <c:v>4620</c:v>
                </c:pt>
                <c:pt idx="2646">
                  <c:v>4485</c:v>
                </c:pt>
                <c:pt idx="2647">
                  <c:v>4525</c:v>
                </c:pt>
                <c:pt idx="2648">
                  <c:v>4500</c:v>
                </c:pt>
                <c:pt idx="2649">
                  <c:v>4495</c:v>
                </c:pt>
                <c:pt idx="2650">
                  <c:v>4565</c:v>
                </c:pt>
                <c:pt idx="2651">
                  <c:v>4470</c:v>
                </c:pt>
                <c:pt idx="2652">
                  <c:v>4400</c:v>
                </c:pt>
                <c:pt idx="2653">
                  <c:v>4340</c:v>
                </c:pt>
                <c:pt idx="2654">
                  <c:v>4390</c:v>
                </c:pt>
                <c:pt idx="2655">
                  <c:v>4260</c:v>
                </c:pt>
                <c:pt idx="2656">
                  <c:v>4240</c:v>
                </c:pt>
                <c:pt idx="2657">
                  <c:v>4555</c:v>
                </c:pt>
                <c:pt idx="2658">
                  <c:v>4850</c:v>
                </c:pt>
                <c:pt idx="2659">
                  <c:v>4850</c:v>
                </c:pt>
                <c:pt idx="2660">
                  <c:v>4850</c:v>
                </c:pt>
                <c:pt idx="2661">
                  <c:v>4850</c:v>
                </c:pt>
                <c:pt idx="2662">
                  <c:v>4840</c:v>
                </c:pt>
                <c:pt idx="2663">
                  <c:v>4915</c:v>
                </c:pt>
                <c:pt idx="2664">
                  <c:v>4845</c:v>
                </c:pt>
                <c:pt idx="2665">
                  <c:v>4870</c:v>
                </c:pt>
                <c:pt idx="2666">
                  <c:v>4885</c:v>
                </c:pt>
                <c:pt idx="2667">
                  <c:v>4775</c:v>
                </c:pt>
                <c:pt idx="2668">
                  <c:v>4695</c:v>
                </c:pt>
                <c:pt idx="2669">
                  <c:v>4785</c:v>
                </c:pt>
                <c:pt idx="2670">
                  <c:v>4800</c:v>
                </c:pt>
                <c:pt idx="2671">
                  <c:v>4800</c:v>
                </c:pt>
                <c:pt idx="2672">
                  <c:v>4790</c:v>
                </c:pt>
                <c:pt idx="2673">
                  <c:v>5000</c:v>
                </c:pt>
                <c:pt idx="2674">
                  <c:v>5200</c:v>
                </c:pt>
                <c:pt idx="2675">
                  <c:v>5130</c:v>
                </c:pt>
                <c:pt idx="2676">
                  <c:v>5180</c:v>
                </c:pt>
                <c:pt idx="2677">
                  <c:v>5530</c:v>
                </c:pt>
                <c:pt idx="2678">
                  <c:v>5760</c:v>
                </c:pt>
                <c:pt idx="2679">
                  <c:v>5990</c:v>
                </c:pt>
                <c:pt idx="2680">
                  <c:v>5630</c:v>
                </c:pt>
                <c:pt idx="2681">
                  <c:v>5700</c:v>
                </c:pt>
                <c:pt idx="2682">
                  <c:v>6050</c:v>
                </c:pt>
                <c:pt idx="2683">
                  <c:v>5850</c:v>
                </c:pt>
                <c:pt idx="2684">
                  <c:v>5290</c:v>
                </c:pt>
                <c:pt idx="2685">
                  <c:v>5200</c:v>
                </c:pt>
                <c:pt idx="2686">
                  <c:v>5260</c:v>
                </c:pt>
                <c:pt idx="2687">
                  <c:v>5260</c:v>
                </c:pt>
                <c:pt idx="2688">
                  <c:v>5260</c:v>
                </c:pt>
                <c:pt idx="2689">
                  <c:v>5070</c:v>
                </c:pt>
                <c:pt idx="2690">
                  <c:v>5020</c:v>
                </c:pt>
                <c:pt idx="2691">
                  <c:v>5080</c:v>
                </c:pt>
                <c:pt idx="2692">
                  <c:v>5080</c:v>
                </c:pt>
                <c:pt idx="2693">
                  <c:v>5250</c:v>
                </c:pt>
                <c:pt idx="2694">
                  <c:v>5060</c:v>
                </c:pt>
                <c:pt idx="2695">
                  <c:v>5270</c:v>
                </c:pt>
                <c:pt idx="2696">
                  <c:v>5200</c:v>
                </c:pt>
                <c:pt idx="2697">
                  <c:v>5140</c:v>
                </c:pt>
                <c:pt idx="2698">
                  <c:v>5190</c:v>
                </c:pt>
                <c:pt idx="2699">
                  <c:v>5020</c:v>
                </c:pt>
                <c:pt idx="2700">
                  <c:v>4900</c:v>
                </c:pt>
                <c:pt idx="2701">
                  <c:v>5420</c:v>
                </c:pt>
                <c:pt idx="2702">
                  <c:v>5310</c:v>
                </c:pt>
                <c:pt idx="2703">
                  <c:v>5550</c:v>
                </c:pt>
                <c:pt idx="2704">
                  <c:v>5480</c:v>
                </c:pt>
                <c:pt idx="2705">
                  <c:v>5230</c:v>
                </c:pt>
                <c:pt idx="2706">
                  <c:v>5400</c:v>
                </c:pt>
                <c:pt idx="2707">
                  <c:v>4970</c:v>
                </c:pt>
                <c:pt idx="2708">
                  <c:v>4990</c:v>
                </c:pt>
                <c:pt idx="2709">
                  <c:v>5140</c:v>
                </c:pt>
                <c:pt idx="2710">
                  <c:v>5040</c:v>
                </c:pt>
                <c:pt idx="2711">
                  <c:v>5110</c:v>
                </c:pt>
                <c:pt idx="2712">
                  <c:v>4980</c:v>
                </c:pt>
                <c:pt idx="2713">
                  <c:v>4975</c:v>
                </c:pt>
                <c:pt idx="2714">
                  <c:v>5070</c:v>
                </c:pt>
                <c:pt idx="2715">
                  <c:v>5060</c:v>
                </c:pt>
                <c:pt idx="2716">
                  <c:v>5050</c:v>
                </c:pt>
                <c:pt idx="2717">
                  <c:v>4980</c:v>
                </c:pt>
                <c:pt idx="2718">
                  <c:v>5010</c:v>
                </c:pt>
                <c:pt idx="2719">
                  <c:v>5200</c:v>
                </c:pt>
                <c:pt idx="2720">
                  <c:v>5190</c:v>
                </c:pt>
                <c:pt idx="2721">
                  <c:v>5160</c:v>
                </c:pt>
                <c:pt idx="2722">
                  <c:v>5330</c:v>
                </c:pt>
                <c:pt idx="2723">
                  <c:v>5390</c:v>
                </c:pt>
                <c:pt idx="2724">
                  <c:v>5340</c:v>
                </c:pt>
                <c:pt idx="2725">
                  <c:v>5590</c:v>
                </c:pt>
                <c:pt idx="2726">
                  <c:v>5840</c:v>
                </c:pt>
                <c:pt idx="2727">
                  <c:v>6100</c:v>
                </c:pt>
                <c:pt idx="2728">
                  <c:v>5880</c:v>
                </c:pt>
                <c:pt idx="2729">
                  <c:v>6020</c:v>
                </c:pt>
                <c:pt idx="2730">
                  <c:v>6220</c:v>
                </c:pt>
                <c:pt idx="2731">
                  <c:v>6220</c:v>
                </c:pt>
                <c:pt idx="2732">
                  <c:v>6400</c:v>
                </c:pt>
                <c:pt idx="2733">
                  <c:v>6770</c:v>
                </c:pt>
                <c:pt idx="2734">
                  <c:v>6500</c:v>
                </c:pt>
                <c:pt idx="2735">
                  <c:v>6030</c:v>
                </c:pt>
                <c:pt idx="2736">
                  <c:v>5930</c:v>
                </c:pt>
                <c:pt idx="2737">
                  <c:v>5720</c:v>
                </c:pt>
                <c:pt idx="2738">
                  <c:v>5830</c:v>
                </c:pt>
                <c:pt idx="2739">
                  <c:v>5980</c:v>
                </c:pt>
                <c:pt idx="2740">
                  <c:v>5900</c:v>
                </c:pt>
                <c:pt idx="2741">
                  <c:v>5940</c:v>
                </c:pt>
                <c:pt idx="2742">
                  <c:v>5770</c:v>
                </c:pt>
                <c:pt idx="2743">
                  <c:v>5720</c:v>
                </c:pt>
                <c:pt idx="2744">
                  <c:v>5790</c:v>
                </c:pt>
                <c:pt idx="2745">
                  <c:v>6000</c:v>
                </c:pt>
                <c:pt idx="2746">
                  <c:v>6140</c:v>
                </c:pt>
                <c:pt idx="2747">
                  <c:v>6140</c:v>
                </c:pt>
                <c:pt idx="2748">
                  <c:v>6160</c:v>
                </c:pt>
                <c:pt idx="2749">
                  <c:v>5910</c:v>
                </c:pt>
                <c:pt idx="2750">
                  <c:v>6150</c:v>
                </c:pt>
                <c:pt idx="2751">
                  <c:v>6400</c:v>
                </c:pt>
                <c:pt idx="2752">
                  <c:v>6880</c:v>
                </c:pt>
                <c:pt idx="2753">
                  <c:v>7170</c:v>
                </c:pt>
                <c:pt idx="2754">
                  <c:v>7430</c:v>
                </c:pt>
                <c:pt idx="2755">
                  <c:v>7430</c:v>
                </c:pt>
                <c:pt idx="2756">
                  <c:v>7430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22-4417-BD57-2D59CDC44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0337184"/>
        <c:axId val="936622640"/>
      </c:lineChart>
      <c:dateAx>
        <c:axId val="850337184"/>
        <c:scaling>
          <c:orientation val="minMax"/>
          <c:min val="44198"/>
        </c:scaling>
        <c:delete val="0"/>
        <c:axPos val="b"/>
        <c:numFmt formatCode="yy/mm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36622640"/>
        <c:crosses val="autoZero"/>
        <c:auto val="1"/>
        <c:lblOffset val="100"/>
        <c:baseTimeUnit val="days"/>
      </c:dateAx>
      <c:valAx>
        <c:axId val="9366226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0337184"/>
        <c:crosses val="autoZero"/>
        <c:crossBetween val="between"/>
      </c:valAx>
      <c:valAx>
        <c:axId val="1534786912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229888"/>
        <c:crosses val="max"/>
        <c:crossBetween val="between"/>
      </c:valAx>
      <c:dateAx>
        <c:axId val="9742298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34786912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9888615511543073"/>
          <c:y val="2.8842869497598092E-3"/>
          <c:w val="0.29890988289036952"/>
          <c:h val="4.86726829410097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6350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67B00CCA-C391-461B-BD48-44366F1729BE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0AFDC3F8-BF79-4F1D-9468-D2EECD735C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445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8C3F6823-256E-4161-92B7-4538516D4569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D29523AA-97AD-43C3-B23D-A74E2F93A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42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274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BE0D-1011-931C-1CF7-8CB8AA9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ABB6E-502C-F3E7-AF2A-1BBBE0C0E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6BF9C-D897-23AE-7710-C1F03B0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2076A-525A-934E-BE0F-6F48EAA9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5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9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BE0D-1011-931C-1CF7-8CB8AA9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ABB6E-502C-F3E7-AF2A-1BBBE0C0E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6BF9C-D897-23AE-7710-C1F03B0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2076A-525A-934E-BE0F-6F48EAA9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975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3065814"/>
            <a:ext cx="9906000" cy="268452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27384" y="2803407"/>
            <a:ext cx="9878616" cy="444263"/>
          </a:xfrm>
          <a:prstGeom prst="rect">
            <a:avLst/>
          </a:prstGeom>
          <a:pattFill prst="dkVert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2928" y="3357463"/>
            <a:ext cx="2088232" cy="52927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1873485" y="836712"/>
            <a:ext cx="60824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1873485" y="2364990"/>
            <a:ext cx="60824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sp>
        <p:nvSpPr>
          <p:cNvPr id="22" name="제목 21"/>
          <p:cNvSpPr>
            <a:spLocks noGrp="1"/>
          </p:cNvSpPr>
          <p:nvPr>
            <p:ph type="title"/>
          </p:nvPr>
        </p:nvSpPr>
        <p:spPr>
          <a:xfrm>
            <a:off x="2316307" y="939697"/>
            <a:ext cx="5196840" cy="577081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3500">
                <a:solidFill>
                  <a:schemeClr val="accent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</a:lstStyle>
          <a:p>
            <a:pPr marL="0"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 hasCustomPrompt="1"/>
          </p:nvPr>
        </p:nvSpPr>
        <p:spPr>
          <a:xfrm>
            <a:off x="3322319" y="1563956"/>
            <a:ext cx="2956863" cy="341632"/>
          </a:xfrm>
        </p:spPr>
        <p:txBody>
          <a:bodyPr wrap="square">
            <a:spAutoFit/>
          </a:bodyPr>
          <a:lstStyle>
            <a:lvl1pPr marL="0" indent="0">
              <a:buNone/>
              <a:defRPr lang="ko-KR" altLang="en-US" sz="1800" b="1" dirty="0">
                <a:latin typeface="+mn-ea"/>
              </a:defRPr>
            </a:lvl1pPr>
          </a:lstStyle>
          <a:p>
            <a:pPr marL="0" lvl="0" algn="ctr"/>
            <a:r>
              <a:rPr lang="ko-KR" altLang="en-US" b="1" dirty="0">
                <a:latin typeface="+mn-ea"/>
              </a:rPr>
              <a:t>마스터 부제목 스타일 편집</a:t>
            </a:r>
          </a:p>
        </p:txBody>
      </p:sp>
      <p:sp>
        <p:nvSpPr>
          <p:cNvPr id="36" name="텍스트 개체 틀 35"/>
          <p:cNvSpPr>
            <a:spLocks noGrp="1"/>
          </p:cNvSpPr>
          <p:nvPr>
            <p:ph type="body" sz="quarter" idx="11" hasCustomPrompt="1"/>
          </p:nvPr>
        </p:nvSpPr>
        <p:spPr>
          <a:xfrm>
            <a:off x="6614161" y="2007008"/>
            <a:ext cx="1165859" cy="280496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algn="r"/>
            <a:r>
              <a:rPr lang="en-US" altLang="ko-KR" sz="15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March 2019</a:t>
            </a:r>
            <a:endParaRPr lang="ko-KR" altLang="en-US" sz="1500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부제목 7"/>
          <p:cNvSpPr txBox="1">
            <a:spLocks/>
          </p:cNvSpPr>
          <p:nvPr userDrawn="1"/>
        </p:nvSpPr>
        <p:spPr>
          <a:xfrm>
            <a:off x="646189" y="6002266"/>
            <a:ext cx="8708826" cy="5939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rtl="0"/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자료는 판매자와 상품 이해를 돕기 위해 작성된 것으로 판매회사의 사내용으로만 이용될 수 있으며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어떠한 경우에도 투자결과에 대한 법적 책임소재의 증빙자료로 사용될 수 없습니다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자료에 수록된 내용은 신뢰할 만한 자료나 정보로부터 얻어진 것이나 당사는 그 정확성이나 완전성에 대한 보장을 하지 아니하며 과거의 운용실적이 미래의 </a:t>
            </a:r>
            <a:r>
              <a:rPr kumimoji="0" lang="ko-KR" altLang="en-US" sz="800" b="1" i="0" strike="noStrike" kern="1200" cap="none" spc="0" normalizeH="0" baseline="0" noProof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수익를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보장하는 것은 아닙니다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lang="en-US" altLang="ko-KR" sz="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 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자료에 포함된 모든 정보는 당사의 승인 없이 복제되어 유통될 수 없습니다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위에서 표시한 과거수익률∙ 예상수익률∙ 목표수익률 및 시뮬레이션 성과 등은 보장수익률을 의미하지 않으며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과거의 수익률이 미래의 수익률을 보장하지 아니합니다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또한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위에서 표시한 전략은 예시이며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운용 과정에서 해당 전략 등은 달리 적용될 수도 있습니다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kumimoji="0" lang="ko-KR" altLang="en-US" sz="800" b="1" i="0" strike="noStrike" kern="1200" cap="none" spc="0" normalizeH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br>
              <a:rPr lang="ko-KR" altLang="en-US" sz="800" dirty="0"/>
            </a:br>
            <a:endParaRPr kumimoji="0" lang="ko-KR" altLang="en-US" sz="800" b="1" i="0" strike="noStrike" kern="120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36159" y="3454508"/>
            <a:ext cx="5655038" cy="2303087"/>
            <a:chOff x="136159" y="3447251"/>
            <a:chExt cx="5655038" cy="2303087"/>
          </a:xfrm>
        </p:grpSpPr>
        <p:sp>
          <p:nvSpPr>
            <p:cNvPr id="20" name="이등변 삼각형 19"/>
            <p:cNvSpPr/>
            <p:nvPr userDrawn="1"/>
          </p:nvSpPr>
          <p:spPr>
            <a:xfrm>
              <a:off x="632520" y="3683318"/>
              <a:ext cx="4792185" cy="2056515"/>
            </a:xfrm>
            <a:prstGeom prst="triangle">
              <a:avLst>
                <a:gd name="adj" fmla="val 84855"/>
              </a:avLst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/>
            <p:cNvSpPr/>
            <p:nvPr userDrawn="1"/>
          </p:nvSpPr>
          <p:spPr>
            <a:xfrm>
              <a:off x="443069" y="3447251"/>
              <a:ext cx="5348128" cy="2303087"/>
            </a:xfrm>
            <a:prstGeom prst="triangle">
              <a:avLst>
                <a:gd name="adj" fmla="val 30005"/>
              </a:avLst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 userDrawn="1"/>
          </p:nvSpPr>
          <p:spPr>
            <a:xfrm>
              <a:off x="136159" y="3974913"/>
              <a:ext cx="4966635" cy="1775425"/>
            </a:xfrm>
            <a:prstGeom prst="triangle">
              <a:avLst>
                <a:gd name="adj" fmla="val 20568"/>
              </a:avLst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684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08537" y="1123193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0"/>
          </p:nvPr>
        </p:nvSpPr>
        <p:spPr>
          <a:xfrm>
            <a:off x="208537" y="1229068"/>
            <a:ext cx="9432925" cy="5448300"/>
          </a:xfrm>
        </p:spPr>
        <p:txBody>
          <a:bodyPr>
            <a:norm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500" b="1">
                <a:solidFill>
                  <a:srgbClr val="1E1C3C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218610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 userDrawn="1"/>
        </p:nvSpPr>
        <p:spPr>
          <a:xfrm>
            <a:off x="-28465" y="438568"/>
            <a:ext cx="9906000" cy="682236"/>
          </a:xfrm>
          <a:prstGeom prst="rect">
            <a:avLst/>
          </a:prstGeom>
        </p:spPr>
        <p:txBody>
          <a:bodyPr wrap="square" lIns="91375" tIns="45687" rIns="91375" bIns="45687">
            <a:spAutoFit/>
          </a:bodyPr>
          <a:lstStyle/>
          <a:p>
            <a:pPr lvl="0" algn="ctr" latinLnBrk="0">
              <a:lnSpc>
                <a:spcPct val="120000"/>
              </a:lnSpc>
              <a:defRPr/>
            </a:pPr>
            <a:r>
              <a:rPr lang="en-US" altLang="ko-KR" sz="3500" b="1" kern="0" dirty="0">
                <a:solidFill>
                  <a:srgbClr val="1E1C3C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Contents </a:t>
            </a: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3"/>
          </p:nvPr>
        </p:nvSpPr>
        <p:spPr>
          <a:xfrm>
            <a:off x="9548599" y="6633845"/>
            <a:ext cx="375430" cy="244271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20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 userDrawn="1"/>
        </p:nvSpPr>
        <p:spPr>
          <a:xfrm>
            <a:off x="27384" y="5202258"/>
            <a:ext cx="9878616" cy="444263"/>
          </a:xfrm>
          <a:prstGeom prst="rect">
            <a:avLst/>
          </a:prstGeom>
          <a:pattFill prst="wdDnDiag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>
            <a:off x="333" y="5900455"/>
            <a:ext cx="2199070" cy="1008405"/>
          </a:xfrm>
          <a:prstGeom prst="triangle">
            <a:avLst>
              <a:gd name="adj" fmla="val 20568"/>
            </a:avLst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>
            <a:off x="704528" y="5733256"/>
            <a:ext cx="2952328" cy="1168058"/>
          </a:xfrm>
          <a:prstGeom prst="triangle">
            <a:avLst>
              <a:gd name="adj" fmla="val 75970"/>
            </a:avLst>
          </a:prstGeom>
          <a:solidFill>
            <a:srgbClr val="FFFF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159019" y="175029"/>
            <a:ext cx="2317942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 </a:t>
            </a:r>
            <a:endParaRPr lang="en-US" altLang="ko-KR" sz="1500" b="1" kern="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0" y="5638800"/>
            <a:ext cx="9906000" cy="1219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159019" y="460253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텍스트 개체 틀 20"/>
          <p:cNvSpPr>
            <a:spLocks noGrp="1"/>
          </p:cNvSpPr>
          <p:nvPr>
            <p:ph type="body" sz="quarter" idx="10"/>
          </p:nvPr>
        </p:nvSpPr>
        <p:spPr>
          <a:xfrm>
            <a:off x="778503" y="2608332"/>
            <a:ext cx="8221662" cy="6778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3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337288" y="121905"/>
            <a:ext cx="1647825" cy="250825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ko-KR" dirty="0"/>
              <a:t>/ Section 1</a:t>
            </a:r>
            <a:endParaRPr lang="ko-KR" altLang="en-US" dirty="0"/>
          </a:p>
        </p:txBody>
      </p:sp>
      <p:sp>
        <p:nvSpPr>
          <p:cNvPr id="20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251822" y="5869669"/>
            <a:ext cx="2893027" cy="1009988"/>
            <a:chOff x="259079" y="5869669"/>
            <a:chExt cx="2893027" cy="1009988"/>
          </a:xfrm>
        </p:grpSpPr>
        <p:sp>
          <p:nvSpPr>
            <p:cNvPr id="23" name="이등변 삼각형 22"/>
            <p:cNvSpPr/>
            <p:nvPr userDrawn="1"/>
          </p:nvSpPr>
          <p:spPr>
            <a:xfrm>
              <a:off x="259079" y="5969104"/>
              <a:ext cx="2092723" cy="871176"/>
            </a:xfrm>
            <a:prstGeom prst="triangle">
              <a:avLst>
                <a:gd name="adj" fmla="val 20568"/>
              </a:avLst>
            </a:prstGeom>
            <a:solidFill>
              <a:schemeClr val="accent4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 userDrawn="1"/>
          </p:nvSpPr>
          <p:spPr>
            <a:xfrm>
              <a:off x="369233" y="5869669"/>
              <a:ext cx="2618446" cy="1008447"/>
            </a:xfrm>
            <a:prstGeom prst="triangle">
              <a:avLst>
                <a:gd name="adj" fmla="val 36370"/>
              </a:avLst>
            </a:prstGeom>
            <a:solidFill>
              <a:schemeClr val="accent4">
                <a:lumMod val="40000"/>
                <a:lumOff val="60000"/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이등변 삼각형 24"/>
            <p:cNvSpPr/>
            <p:nvPr userDrawn="1"/>
          </p:nvSpPr>
          <p:spPr>
            <a:xfrm>
              <a:off x="363930" y="5947378"/>
              <a:ext cx="2788176" cy="932279"/>
            </a:xfrm>
            <a:prstGeom prst="triangle">
              <a:avLst>
                <a:gd name="adj" fmla="val 75970"/>
              </a:avLst>
            </a:prstGeom>
            <a:solidFill>
              <a:schemeClr val="accent4">
                <a:lumMod val="40000"/>
                <a:lumOff val="60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192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1_세부설명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-318086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0" hasCustomPrompt="1"/>
          </p:nvPr>
        </p:nvSpPr>
        <p:spPr>
          <a:xfrm>
            <a:off x="262129" y="942749"/>
            <a:ext cx="9413875" cy="336557"/>
          </a:xfr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800" b="1"/>
            </a:lvl1pPr>
          </a:lstStyle>
          <a:p>
            <a:pPr lvl="0"/>
            <a:r>
              <a:rPr lang="ko-KR" altLang="en-US" dirty="0"/>
              <a:t> 세부 설명을 입력하세요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1" hasCustomPrompt="1"/>
          </p:nvPr>
        </p:nvSpPr>
        <p:spPr>
          <a:xfrm>
            <a:off x="615633" y="1310582"/>
            <a:ext cx="8985567" cy="5129213"/>
          </a:xfrm>
        </p:spPr>
        <p:txBody>
          <a:bodyPr/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 sz="1400" b="0"/>
            </a:lvl1pPr>
            <a:lvl2pPr marL="6858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66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_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0" hasCustomPrompt="1"/>
          </p:nvPr>
        </p:nvSpPr>
        <p:spPr>
          <a:xfrm>
            <a:off x="262129" y="942749"/>
            <a:ext cx="9413875" cy="336557"/>
          </a:xfr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600" b="1"/>
            </a:lvl1pPr>
          </a:lstStyle>
          <a:p>
            <a:pPr lvl="0"/>
            <a:r>
              <a:rPr lang="ko-KR" altLang="en-US" dirty="0"/>
              <a:t>세부 설명을 입력하세요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 hasCustomPrompt="1"/>
          </p:nvPr>
        </p:nvSpPr>
        <p:spPr>
          <a:xfrm>
            <a:off x="573406" y="1550318"/>
            <a:ext cx="3993514" cy="253683"/>
          </a:xfrm>
        </p:spPr>
        <p:txBody>
          <a:bodyPr lIns="36000" tIns="36000" rIns="36000" bIns="36000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20" name="텍스트 개체 틀 9"/>
          <p:cNvSpPr>
            <a:spLocks noGrp="1"/>
          </p:cNvSpPr>
          <p:nvPr>
            <p:ph type="body" sz="quarter" idx="12" hasCustomPrompt="1"/>
          </p:nvPr>
        </p:nvSpPr>
        <p:spPr>
          <a:xfrm>
            <a:off x="5343526" y="1550318"/>
            <a:ext cx="3993514" cy="253683"/>
          </a:xfrm>
        </p:spPr>
        <p:txBody>
          <a:bodyPr lIns="36000" tIns="36000" rIns="36000" bIns="36000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>
          <a:xfrm>
            <a:off x="261094" y="2077550"/>
            <a:ext cx="4453146" cy="995362"/>
          </a:xfrm>
        </p:spPr>
        <p:txBody>
          <a:bodyPr>
            <a:noAutofit/>
          </a:bodyPr>
          <a:lstStyle>
            <a:lvl1pPr marL="177800" indent="-177800">
              <a:lnSpc>
                <a:spcPct val="117000"/>
              </a:lnSpc>
              <a:buFont typeface="Wingdings" panose="05000000000000000000" pitchFamily="2" charset="2"/>
              <a:buChar char="§"/>
              <a:defRPr sz="1100" b="1"/>
            </a:lvl1pPr>
            <a:lvl2pPr marL="447675" indent="-168275">
              <a:lnSpc>
                <a:spcPct val="117000"/>
              </a:lnSpc>
              <a:defRPr sz="10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22" name="텍스트 개체 틀 16"/>
          <p:cNvSpPr>
            <a:spLocks noGrp="1"/>
          </p:cNvSpPr>
          <p:nvPr>
            <p:ph type="body" sz="quarter" idx="14"/>
          </p:nvPr>
        </p:nvSpPr>
        <p:spPr>
          <a:xfrm>
            <a:off x="5039573" y="2077550"/>
            <a:ext cx="4453146" cy="995362"/>
          </a:xfrm>
        </p:spPr>
        <p:txBody>
          <a:bodyPr>
            <a:noAutofit/>
          </a:bodyPr>
          <a:lstStyle>
            <a:lvl1pPr marL="177800" indent="-177800">
              <a:lnSpc>
                <a:spcPct val="117000"/>
              </a:lnSpc>
              <a:buFont typeface="Wingdings" panose="05000000000000000000" pitchFamily="2" charset="2"/>
              <a:buChar char="§"/>
              <a:defRPr sz="1100" b="1"/>
            </a:lvl1pPr>
            <a:lvl2pPr marL="447675" indent="-168275">
              <a:lnSpc>
                <a:spcPct val="117000"/>
              </a:lnSpc>
              <a:defRPr sz="10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304624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_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1831" y="422103"/>
            <a:ext cx="9414910" cy="447843"/>
          </a:xfrm>
        </p:spPr>
        <p:txBody>
          <a:bodyPr>
            <a:noAutofit/>
          </a:bodyPr>
          <a:lstStyle>
            <a:lvl1pPr algn="ctr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26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7317" y="431166"/>
            <a:ext cx="9414910" cy="428661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04637" y="1051053"/>
            <a:ext cx="9413875" cy="555466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 b="1"/>
            </a:lvl1pPr>
            <a:lvl2pPr>
              <a:defRPr sz="14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81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82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37EE7-B2FD-461D-BAE3-D37AC7D5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15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51" r:id="rId2"/>
    <p:sldLayoutId id="2147483764" r:id="rId3"/>
    <p:sldLayoutId id="2147483758" r:id="rId4"/>
    <p:sldLayoutId id="2147483767" r:id="rId5"/>
    <p:sldLayoutId id="2147483763" r:id="rId6"/>
    <p:sldLayoutId id="2147483762" r:id="rId7"/>
    <p:sldLayoutId id="2147483768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855719"/>
            <a:ext cx="9906000" cy="2240281"/>
          </a:xfrm>
          <a:prstGeom prst="rect">
            <a:avLst/>
          </a:prstGeom>
          <a:solidFill>
            <a:srgbClr val="1F4D81"/>
          </a:solidFill>
          <a:ln>
            <a:solidFill>
              <a:srgbClr val="1D50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320" y="1290552"/>
            <a:ext cx="8115300" cy="1417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>
                <a:solidFill>
                  <a:srgbClr val="24578E"/>
                </a:solidFill>
              </a:rPr>
              <a:t>{{corp_name_full}}</a:t>
            </a:r>
            <a:endParaRPr lang="en-US" altLang="ko-KR" sz="3600" b="1" dirty="0">
              <a:solidFill>
                <a:srgbClr val="24578E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24578E"/>
                </a:solidFill>
              </a:rPr>
              <a:t>{{mezz_type}} </a:t>
            </a:r>
            <a:r>
              <a:rPr lang="ko-KR" altLang="en-US" sz="2400" dirty="0">
                <a:solidFill>
                  <a:srgbClr val="24578E"/>
                </a:solidFill>
              </a:rPr>
              <a:t>발행 투자 검토</a:t>
            </a:r>
            <a:endParaRPr lang="en-US" altLang="ko-KR" dirty="0">
              <a:solidFill>
                <a:srgbClr val="24578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560" y="4153949"/>
            <a:ext cx="811530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>
                <a:solidFill>
                  <a:schemeClr val="bg1"/>
                </a:solidFill>
              </a:rPr>
              <a:t>{{report_date}}}</a:t>
            </a:r>
            <a:endParaRPr lang="en-US" altLang="ko-KR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466" t="20110" r="26174" b="72483"/>
          <a:stretch/>
        </p:blipFill>
        <p:spPr>
          <a:xfrm>
            <a:off x="7145935" y="5248860"/>
            <a:ext cx="2523845" cy="6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1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발행 조건 </a:t>
            </a:r>
            <a:r>
              <a:rPr lang="en-US" altLang="ko-KR" sz="1400" b="0" dirty="0"/>
              <a:t>(</a:t>
            </a:r>
            <a:r>
              <a:rPr lang="ko-KR" altLang="en-US" sz="1400" dirty="0"/>
              <a:t>총 </a:t>
            </a:r>
            <a:r>
              <a:rPr lang="ko-KR" altLang="en-US" sz="1400"/>
              <a:t>투자금액 </a:t>
            </a:r>
            <a:r>
              <a:rPr lang="en-US" altLang="ko-KR" sz="1400" u="sng"/>
              <a:t>{{invest_amount}}</a:t>
            </a:r>
            <a:r>
              <a:rPr lang="ko-KR" altLang="en-US" sz="1400" u="sng"/>
              <a:t>억원</a:t>
            </a:r>
            <a:r>
              <a:rPr lang="en-US" altLang="ko-KR" sz="1400" b="0"/>
              <a:t>, </a:t>
            </a:r>
            <a:r>
              <a:rPr lang="ko-KR" altLang="en-US" sz="1400" b="0"/>
              <a:t>투자재원 </a:t>
            </a:r>
            <a:r>
              <a:rPr lang="ko-KR" altLang="en-US" sz="1400" b="0">
                <a:highlight>
                  <a:srgbClr val="FFFF00"/>
                </a:highlight>
              </a:rPr>
              <a:t>추가하기</a:t>
            </a:r>
            <a:r>
              <a:rPr lang="en-US" altLang="ko-KR" sz="1400" b="0"/>
              <a:t>)</a:t>
            </a:r>
            <a:endParaRPr lang="ko-KR" altLang="en-US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62129" y="942749"/>
            <a:ext cx="9414365" cy="100438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/>
              <a:t>반도체 후공정용 </a:t>
            </a:r>
            <a:r>
              <a:rPr lang="ko-KR" altLang="en-US" dirty="0" err="1"/>
              <a:t>초고다층</a:t>
            </a:r>
            <a:r>
              <a:rPr lang="ko-KR" altLang="en-US" dirty="0"/>
              <a:t> </a:t>
            </a:r>
            <a:r>
              <a:rPr lang="en-US" altLang="ko-KR" dirty="0"/>
              <a:t>PCB </a:t>
            </a:r>
            <a:r>
              <a:rPr lang="ko-KR" altLang="en-US" dirty="0"/>
              <a:t>제조업체인 </a:t>
            </a:r>
            <a:r>
              <a:rPr lang="ko-KR" altLang="en-US" dirty="0" err="1"/>
              <a:t>타이거일렉이</a:t>
            </a:r>
            <a:r>
              <a:rPr lang="ko-KR" altLang="en-US" dirty="0"/>
              <a:t> 발행하는 전환사채 </a:t>
            </a:r>
            <a:r>
              <a:rPr lang="en-US" altLang="ko-KR" dirty="0"/>
              <a:t>30</a:t>
            </a:r>
            <a:r>
              <a:rPr lang="ko-KR" altLang="en-US" dirty="0"/>
              <a:t>억원 투자 검토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D587D-E322-4453-9FA9-ED72682F4162}"/>
              </a:ext>
            </a:extLst>
          </p:cNvPr>
          <p:cNvSpPr txBox="1"/>
          <p:nvPr/>
        </p:nvSpPr>
        <p:spPr>
          <a:xfrm>
            <a:off x="261585" y="1332417"/>
            <a:ext cx="3241018" cy="2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</a:pPr>
            <a:r>
              <a:rPr lang="ko-KR" altLang="en-US" sz="1200" b="1" u="sng" dirty="0"/>
              <a:t>발행 개요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87EB1-FAD0-4292-A877-0D540E8B7F2F}"/>
              </a:ext>
            </a:extLst>
          </p:cNvPr>
          <p:cNvSpPr txBox="1"/>
          <p:nvPr/>
        </p:nvSpPr>
        <p:spPr>
          <a:xfrm>
            <a:off x="261584" y="4476489"/>
            <a:ext cx="5450395" cy="2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</a:pPr>
            <a:r>
              <a:rPr lang="ko-KR" altLang="en-US" sz="1200" b="1" u="sng" dirty="0"/>
              <a:t>주주 명부</a:t>
            </a:r>
            <a:r>
              <a:rPr lang="ko-KR" altLang="en-US" sz="1050" dirty="0"/>
              <a:t> </a:t>
            </a:r>
            <a:r>
              <a:rPr lang="en-US" altLang="ko-KR" sz="1050" dirty="0"/>
              <a:t>(</a:t>
            </a:r>
            <a:r>
              <a:rPr lang="ko-KR" altLang="en-US" sz="1050" dirty="0" err="1"/>
              <a:t>기발행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메자닌</a:t>
            </a:r>
            <a:r>
              <a:rPr lang="ko-KR" altLang="en-US" sz="1050" dirty="0"/>
              <a:t> 없음</a:t>
            </a:r>
            <a:r>
              <a:rPr lang="en-US" altLang="ko-KR" sz="1050" dirty="0"/>
              <a:t>)</a:t>
            </a:r>
            <a:endParaRPr lang="ko-KR" altLang="en-US" sz="12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A8396B-8856-4B3E-9FC8-C39302FB5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59365"/>
              </p:ext>
            </p:extLst>
          </p:nvPr>
        </p:nvGraphicFramePr>
        <p:xfrm>
          <a:off x="359266" y="4774617"/>
          <a:ext cx="9317228" cy="2000250"/>
        </p:xfrm>
        <a:graphic>
          <a:graphicData uri="http://schemas.openxmlformats.org/drawingml/2006/table">
            <a:tbl>
              <a:tblPr/>
              <a:tblGrid>
                <a:gridCol w="1916024">
                  <a:extLst>
                    <a:ext uri="{9D8B030D-6E8A-4147-A177-3AD203B41FA5}">
                      <a16:colId xmlns:a16="http://schemas.microsoft.com/office/drawing/2014/main" val="2982987282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926691775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2796182954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4004442118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3966145849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923745004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2726001136"/>
                    </a:ext>
                  </a:extLst>
                </a:gridCol>
              </a:tblGrid>
              <a:tr h="17145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주주명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메자닌 발행 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금차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메자닌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전환 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금차 메자닌 전환 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(Call 20%)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59549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8256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티에스이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2,760,000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43.7%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2,760,000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2,911,563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3337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기타특관자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9284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자사주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347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기타주주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3,549,286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3,549,286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3,549,286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3335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75,781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60,625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442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공동투자자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682,034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9.6%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545,627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7.7%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3840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기발행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미상환 전환사채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3995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 계 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6,314,290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7,072,105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7,072,105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91216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9A991D0-4053-4542-984F-C0F06422C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198462"/>
              </p:ext>
            </p:extLst>
          </p:nvPr>
        </p:nvGraphicFramePr>
        <p:xfrm>
          <a:off x="350722" y="1632309"/>
          <a:ext cx="9325772" cy="281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8577">
                  <a:extLst>
                    <a:ext uri="{9D8B030D-6E8A-4147-A177-3AD203B41FA5}">
                      <a16:colId xmlns:a16="http://schemas.microsoft.com/office/drawing/2014/main" val="3897524641"/>
                    </a:ext>
                  </a:extLst>
                </a:gridCol>
                <a:gridCol w="7967195">
                  <a:extLst>
                    <a:ext uri="{9D8B030D-6E8A-4147-A177-3AD203B41FA5}">
                      <a16:colId xmlns:a16="http://schemas.microsoft.com/office/drawing/2014/main" val="3325735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기업명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타이거일렉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(KOSDAQ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219130,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비벤처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67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시가총액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2,500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(4/20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82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전환가액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39,588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(4/20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예상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par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22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사채의 종류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무기명식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무보증 사모 전환사채 </a:t>
                      </a:r>
                      <a:r>
                        <a:rPr lang="en-US" altLang="ko-KR" sz="1100" b="1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</a:t>
                      </a:r>
                      <a:r>
                        <a:rPr lang="ko-KR" altLang="en-US" sz="1100" b="1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100" b="1" u="sng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공동투자자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한투파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대아인베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60,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오라이언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대신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 30,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신한자산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30,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라이노스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 NH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신기사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728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 검토 금액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{{invest_amount}}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68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/YTM/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쿠폰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0% / 0%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023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환청구기간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 만기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 전까지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4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리픽싱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588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Put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 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(YTP 0%)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개월마다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024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Call Option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(YTC 1%) 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개월까지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한도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1100" b="1" u="sng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96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자금사용 용도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시설자금 및 운영자금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97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발행주관사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NH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투자증권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06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5/7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이사회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5/15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납입 및 발행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235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80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E637-E26F-7F72-C58F-136A06E1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A31F-76A6-6BAF-0F3C-D60000BA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 포인트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08EAE9-0191-D5DD-FCD0-B8BEBEFE4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050" y="954110"/>
            <a:ext cx="9481217" cy="5662719"/>
          </a:xfrm>
        </p:spPr>
        <p:txBody>
          <a:bodyPr rIns="0"/>
          <a:lstStyle/>
          <a:p>
            <a:pPr marL="182563" indent="-182563">
              <a:lnSpc>
                <a:spcPct val="120000"/>
              </a:lnSpc>
            </a:pPr>
            <a:r>
              <a:rPr lang="ko-KR" altLang="en-US" sz="1400" dirty="0" err="1">
                <a:latin typeface="+mn-ea"/>
              </a:rPr>
              <a:t>프로브카드</a:t>
            </a:r>
            <a:r>
              <a:rPr lang="ko-KR" altLang="en-US" sz="1400" dirty="0">
                <a:latin typeface="+mn-ea"/>
              </a:rPr>
              <a:t> 제조사인 </a:t>
            </a:r>
            <a:r>
              <a:rPr lang="ko-KR" altLang="en-US" sz="1400" dirty="0" err="1">
                <a:latin typeface="+mn-ea"/>
              </a:rPr>
              <a:t>티에스이</a:t>
            </a:r>
            <a:r>
              <a:rPr lang="ko-KR" altLang="en-US" sz="1400" dirty="0">
                <a:latin typeface="+mn-ea"/>
              </a:rPr>
              <a:t> 자회사로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프로브카드용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PCB</a:t>
            </a:r>
            <a:r>
              <a:rPr lang="ko-KR" altLang="en-US" sz="1400" dirty="0">
                <a:latin typeface="+mn-ea"/>
              </a:rPr>
              <a:t>에서 비메모리향 제품 포트폴리오 확대</a:t>
            </a:r>
            <a:endParaRPr lang="en-US" altLang="ko-KR" sz="14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반도체 후공정용 </a:t>
            </a:r>
            <a:r>
              <a:rPr lang="ko-KR" altLang="en-US" sz="1200" dirty="0" err="1">
                <a:latin typeface="+mn-ea"/>
              </a:rPr>
              <a:t>초고다층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PCB(</a:t>
            </a:r>
            <a:r>
              <a:rPr lang="ko-KR" altLang="en-US" sz="1200" dirty="0">
                <a:latin typeface="+mn-ea"/>
              </a:rPr>
              <a:t>인쇄회로기판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제조 기업으로 </a:t>
            </a:r>
            <a:r>
              <a:rPr lang="en-US" altLang="ko-KR" sz="1200" dirty="0">
                <a:latin typeface="+mn-ea"/>
              </a:rPr>
              <a:t>’91</a:t>
            </a:r>
            <a:r>
              <a:rPr lang="ko-KR" altLang="en-US" sz="1200" dirty="0">
                <a:latin typeface="+mn-ea"/>
              </a:rPr>
              <a:t>년 설립</a:t>
            </a:r>
            <a:r>
              <a:rPr lang="en-US" altLang="ko-KR" sz="1200" dirty="0">
                <a:latin typeface="+mn-ea"/>
              </a:rPr>
              <a:t>, ‘11</a:t>
            </a:r>
            <a:r>
              <a:rPr lang="ko-KR" altLang="en-US" sz="1200" dirty="0">
                <a:latin typeface="+mn-ea"/>
              </a:rPr>
              <a:t>년 </a:t>
            </a:r>
            <a:r>
              <a:rPr lang="ko-KR" altLang="en-US" sz="1200" dirty="0" err="1">
                <a:latin typeface="+mn-ea"/>
              </a:rPr>
              <a:t>티에스이</a:t>
            </a:r>
            <a:r>
              <a:rPr lang="ko-KR" altLang="en-US" sz="1200" dirty="0">
                <a:latin typeface="+mn-ea"/>
              </a:rPr>
              <a:t> 자회사로 편입</a:t>
            </a:r>
            <a:r>
              <a:rPr lang="en-US" altLang="ko-KR" sz="1200" dirty="0">
                <a:latin typeface="+mn-ea"/>
              </a:rPr>
              <a:t>, ‘15.9</a:t>
            </a:r>
            <a:r>
              <a:rPr lang="ko-KR" altLang="en-US" sz="1200" dirty="0">
                <a:latin typeface="+mn-ea"/>
              </a:rPr>
              <a:t>월 코스닥 상장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6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주력 제품은 웨이퍼 테스트용 </a:t>
            </a:r>
            <a:r>
              <a:rPr lang="ko-KR" altLang="en-US" sz="1200" dirty="0" err="1">
                <a:latin typeface="+mn-ea"/>
              </a:rPr>
              <a:t>프로브카드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PCB</a:t>
            </a:r>
            <a:r>
              <a:rPr lang="ko-KR" altLang="en-US" sz="1200" dirty="0">
                <a:latin typeface="+mn-ea"/>
              </a:rPr>
              <a:t>와 패키지 테스트용 </a:t>
            </a:r>
            <a:r>
              <a:rPr lang="en-US" altLang="ko-KR" sz="1200" dirty="0" err="1">
                <a:latin typeface="+mn-ea"/>
              </a:rPr>
              <a:t>Roard</a:t>
            </a:r>
            <a:r>
              <a:rPr lang="en-US" altLang="ko-KR" sz="1200" dirty="0">
                <a:latin typeface="+mn-ea"/>
              </a:rPr>
              <a:t> Board PCB </a:t>
            </a:r>
            <a:r>
              <a:rPr lang="ko-KR" altLang="en-US" sz="1200" dirty="0">
                <a:latin typeface="+mn-ea"/>
              </a:rPr>
              <a:t>및 </a:t>
            </a:r>
            <a:r>
              <a:rPr lang="en-US" altLang="ko-KR" sz="1200" dirty="0">
                <a:latin typeface="+mn-ea"/>
              </a:rPr>
              <a:t>Socket PCB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‘23</a:t>
            </a:r>
            <a:r>
              <a:rPr lang="ko-KR" altLang="en-US" sz="1200" dirty="0">
                <a:latin typeface="+mn-ea"/>
              </a:rPr>
              <a:t>년 비메모리향 제품인 </a:t>
            </a:r>
            <a:r>
              <a:rPr lang="en-US" altLang="ko-KR" sz="1200" dirty="0">
                <a:latin typeface="+mn-ea"/>
              </a:rPr>
              <a:t>STO </a:t>
            </a:r>
            <a:r>
              <a:rPr lang="ko-KR" altLang="en-US" sz="1200" dirty="0">
                <a:latin typeface="+mn-ea"/>
              </a:rPr>
              <a:t>상용화 성공하며 제품 포트폴리오 확대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</a:t>
            </a:r>
            <a:r>
              <a:rPr lang="en-US" altLang="ko-KR" sz="1200" spc="-30" dirty="0">
                <a:latin typeface="+mn-ea"/>
              </a:rPr>
              <a:t>’25</a:t>
            </a:r>
            <a:r>
              <a:rPr lang="ko-KR" altLang="en-US" sz="1200" spc="-30" dirty="0">
                <a:latin typeface="+mn-ea"/>
              </a:rPr>
              <a:t>년 매출액 </a:t>
            </a:r>
            <a:r>
              <a:rPr lang="en-US" altLang="ko-KR" sz="1200" spc="-30" dirty="0">
                <a:latin typeface="+mn-ea"/>
              </a:rPr>
              <a:t>807</a:t>
            </a:r>
            <a:r>
              <a:rPr lang="ko-KR" altLang="en-US" sz="1200" spc="-30" dirty="0">
                <a:latin typeface="+mn-ea"/>
              </a:rPr>
              <a:t>억원은 </a:t>
            </a:r>
            <a:r>
              <a:rPr lang="en-US" altLang="ko-KR" sz="1200" spc="-30" dirty="0">
                <a:latin typeface="+mn-ea"/>
              </a:rPr>
              <a:t>Probe Card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</a:t>
            </a:r>
            <a:r>
              <a:rPr lang="ko-KR" altLang="en-US" sz="1200" spc="-30" dirty="0">
                <a:latin typeface="+mn-ea"/>
              </a:rPr>
              <a:t> </a:t>
            </a:r>
            <a:r>
              <a:rPr lang="en-US" altLang="ko-KR" sz="1200" spc="-30" dirty="0">
                <a:latin typeface="+mn-ea"/>
              </a:rPr>
              <a:t>50.5%, Load Board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 26.5%, </a:t>
            </a:r>
            <a:r>
              <a:rPr lang="ko-KR" altLang="en-US" sz="1200" spc="-30" dirty="0">
                <a:latin typeface="+mn-ea"/>
              </a:rPr>
              <a:t>일반 </a:t>
            </a:r>
            <a:r>
              <a:rPr lang="en-US" altLang="ko-KR" sz="1200" spc="-30" dirty="0">
                <a:latin typeface="+mn-ea"/>
              </a:rPr>
              <a:t>Board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 13.0%, Socket Board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 9.4%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</a:t>
            </a:r>
            <a:r>
              <a:rPr lang="ko-KR" altLang="en-US" sz="1200" dirty="0">
                <a:latin typeface="+mn-ea"/>
              </a:rPr>
              <a:t>고객사는 </a:t>
            </a:r>
            <a:r>
              <a:rPr lang="ko-KR" altLang="en-US" sz="1200" dirty="0" err="1">
                <a:latin typeface="+mn-ea"/>
              </a:rPr>
              <a:t>티에스이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코리아인스트루먼트</a:t>
            </a:r>
            <a:r>
              <a:rPr lang="ko-KR" altLang="en-US" sz="1200" dirty="0">
                <a:latin typeface="+mn-ea"/>
              </a:rPr>
              <a:t> 등과 같은 </a:t>
            </a:r>
            <a:r>
              <a:rPr lang="en-US" altLang="ko-KR" sz="1200" dirty="0">
                <a:latin typeface="+mn-ea"/>
              </a:rPr>
              <a:t>Probe Card </a:t>
            </a:r>
            <a:r>
              <a:rPr lang="ko-KR" altLang="en-US" sz="1200" dirty="0">
                <a:latin typeface="+mn-ea"/>
              </a:rPr>
              <a:t>업체이며 최종 고객사는 </a:t>
            </a:r>
            <a:r>
              <a:rPr lang="en-US" altLang="ko-KR" sz="1200" dirty="0">
                <a:latin typeface="+mn-ea"/>
              </a:rPr>
              <a:t>SK</a:t>
            </a:r>
            <a:r>
              <a:rPr lang="ko-KR" altLang="en-US" sz="1200" dirty="0">
                <a:latin typeface="+mn-ea"/>
              </a:rPr>
              <a:t>하이닉스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삼성전자</a:t>
            </a:r>
            <a:r>
              <a:rPr lang="en-US" altLang="ko-KR" sz="1200" dirty="0">
                <a:latin typeface="+mn-ea"/>
              </a:rPr>
              <a:t>, TSMC </a:t>
            </a:r>
            <a:r>
              <a:rPr lang="ko-KR" altLang="en-US" sz="1200" dirty="0">
                <a:latin typeface="+mn-ea"/>
              </a:rPr>
              <a:t>등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182563" indent="-182563">
              <a:lnSpc>
                <a:spcPct val="120000"/>
              </a:lnSpc>
            </a:pPr>
            <a:r>
              <a:rPr lang="en-US" altLang="ko-KR" sz="1400" dirty="0">
                <a:latin typeface="+mn-ea"/>
              </a:rPr>
              <a:t>(1) </a:t>
            </a:r>
            <a:r>
              <a:rPr lang="ko-KR" altLang="en-US" sz="1400" dirty="0">
                <a:latin typeface="+mn-ea"/>
              </a:rPr>
              <a:t>업황 회복</a:t>
            </a:r>
            <a:r>
              <a:rPr lang="en-US" altLang="ko-KR" sz="1400" dirty="0">
                <a:latin typeface="+mn-ea"/>
              </a:rPr>
              <a:t>, (2) </a:t>
            </a:r>
            <a:r>
              <a:rPr lang="ko-KR" altLang="en-US" sz="1400" dirty="0">
                <a:latin typeface="+mn-ea"/>
              </a:rPr>
              <a:t>판가 인상</a:t>
            </a:r>
            <a:r>
              <a:rPr lang="en-US" altLang="ko-KR" sz="1400" dirty="0">
                <a:latin typeface="+mn-ea"/>
              </a:rPr>
              <a:t>, (3) </a:t>
            </a:r>
            <a:r>
              <a:rPr lang="ko-KR" altLang="en-US" sz="1400" dirty="0">
                <a:latin typeface="+mn-ea"/>
              </a:rPr>
              <a:t>증설이 동시에 이루어지는 변곡점에서의 투자 기회</a:t>
            </a:r>
            <a:endParaRPr lang="en-US" altLang="ko-KR" sz="1200" dirty="0">
              <a:latin typeface="+mn-ea"/>
            </a:endParaRPr>
          </a:p>
          <a:p>
            <a:pPr marL="582613" lvl="1" indent="-182563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베트남 공장 증설이 진행 중인 가운데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현재 매출액 기준 </a:t>
            </a:r>
            <a:r>
              <a:rPr lang="en-US" altLang="ko-KR" sz="1200" dirty="0" err="1">
                <a:latin typeface="+mn-ea"/>
              </a:rPr>
              <a:t>Capa</a:t>
            </a:r>
            <a:r>
              <a:rPr lang="en-US" altLang="ko-KR" sz="1200" dirty="0">
                <a:latin typeface="+mn-ea"/>
              </a:rPr>
              <a:t> 1,000</a:t>
            </a:r>
            <a:r>
              <a:rPr lang="ko-KR" altLang="en-US" sz="1200" dirty="0">
                <a:latin typeface="+mn-ea"/>
              </a:rPr>
              <a:t>억원에서 내년 </a:t>
            </a:r>
            <a:r>
              <a:rPr lang="en-US" altLang="ko-KR" sz="1200" dirty="0">
                <a:latin typeface="+mn-ea"/>
              </a:rPr>
              <a:t>1,500~2,000</a:t>
            </a:r>
            <a:r>
              <a:rPr lang="ko-KR" altLang="en-US" sz="1200" dirty="0">
                <a:latin typeface="+mn-ea"/>
              </a:rPr>
              <a:t>억원으로 확대 예정</a:t>
            </a:r>
            <a:endParaRPr lang="en-US" altLang="ko-KR" sz="1200" dirty="0">
              <a:latin typeface="+mn-ea"/>
            </a:endParaRPr>
          </a:p>
          <a:p>
            <a:pPr marL="582613" lvl="1" indent="-182563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본건 </a:t>
            </a:r>
            <a:r>
              <a:rPr lang="en-US" altLang="ko-KR" sz="1200" dirty="0">
                <a:latin typeface="+mn-ea"/>
              </a:rPr>
              <a:t>CB</a:t>
            </a:r>
            <a:r>
              <a:rPr lang="ko-KR" altLang="en-US" sz="1200" dirty="0">
                <a:latin typeface="+mn-ea"/>
              </a:rPr>
              <a:t>의 전환 시점에는 업황 회복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판가 인상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증설 효과가 순차적으로 가시화되며 실적이 구조적으로 상향되는 구간에 진입할 것으로 기대</a:t>
            </a:r>
            <a:endParaRPr lang="en-US" altLang="ko-KR" sz="1400" dirty="0">
              <a:latin typeface="+mn-ea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9924C50-8FA1-4237-8DCA-86B72F56784F}"/>
              </a:ext>
            </a:extLst>
          </p:cNvPr>
          <p:cNvGrpSpPr/>
          <p:nvPr/>
        </p:nvGrpSpPr>
        <p:grpSpPr>
          <a:xfrm>
            <a:off x="997240" y="1566967"/>
            <a:ext cx="7943599" cy="1385635"/>
            <a:chOff x="832086" y="2163140"/>
            <a:chExt cx="7943599" cy="138563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2FBBA2D-A640-4D33-929A-164576AB55BA}"/>
                </a:ext>
              </a:extLst>
            </p:cNvPr>
            <p:cNvSpPr/>
            <p:nvPr/>
          </p:nvSpPr>
          <p:spPr>
            <a:xfrm>
              <a:off x="3375093" y="2163140"/>
              <a:ext cx="1216515" cy="380855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티에스이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spc="-100" dirty="0"/>
                <a:t>(</a:t>
              </a:r>
              <a:r>
                <a:rPr lang="ko-KR" altLang="en-US" sz="1000" b="1" spc="-100" dirty="0"/>
                <a:t>상장</a:t>
              </a:r>
              <a:r>
                <a:rPr lang="en-US" altLang="ko-KR" sz="1000" b="1" spc="-100" dirty="0"/>
                <a:t>, 1.8</a:t>
              </a:r>
              <a:r>
                <a:rPr lang="ko-KR" altLang="en-US" sz="1000" b="1" spc="-100" dirty="0"/>
                <a:t>조</a:t>
              </a:r>
              <a:r>
                <a:rPr lang="en-US" altLang="ko-KR" sz="1000" b="1" spc="-100" dirty="0"/>
                <a:t>)</a:t>
              </a:r>
              <a:endParaRPr lang="ko-KR" altLang="en-US" sz="1000" b="1" spc="-1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943C4F-4008-432C-AABA-E0D8A052C250}"/>
                </a:ext>
              </a:extLst>
            </p:cNvPr>
            <p:cNvSpPr/>
            <p:nvPr/>
          </p:nvSpPr>
          <p:spPr>
            <a:xfrm>
              <a:off x="832086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/>
                <a:t>동사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dirty="0"/>
                <a:t>상장</a:t>
              </a:r>
              <a:r>
                <a:rPr lang="en-US" altLang="ko-KR" sz="1000" b="1" dirty="0"/>
                <a:t>, 2,000</a:t>
              </a:r>
              <a:r>
                <a:rPr lang="ko-KR" altLang="en-US" sz="1000" b="1" dirty="0"/>
                <a:t>억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C8330A1-21A4-4901-A125-E48C177E1E17}"/>
                </a:ext>
              </a:extLst>
            </p:cNvPr>
            <p:cNvSpPr/>
            <p:nvPr/>
          </p:nvSpPr>
          <p:spPr>
            <a:xfrm>
              <a:off x="6213754" y="2864584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/>
                <a:t>메가터치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dirty="0"/>
                <a:t>상장</a:t>
              </a:r>
              <a:r>
                <a:rPr lang="en-US" altLang="ko-KR" sz="1000" b="1" dirty="0"/>
                <a:t>, 1,600</a:t>
              </a:r>
              <a:r>
                <a:rPr lang="ko-KR" altLang="en-US" sz="1000" b="1" dirty="0"/>
                <a:t>억</a:t>
              </a:r>
              <a:r>
                <a:rPr lang="en-US" altLang="ko-KR" sz="1000" b="1" dirty="0"/>
                <a:t>)</a:t>
              </a:r>
              <a:endParaRPr lang="ko-KR" altLang="en-US" sz="1200" b="1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9C4C43E-2457-42C4-B387-FA429139FC3B}"/>
                </a:ext>
              </a:extLst>
            </p:cNvPr>
            <p:cNvSpPr/>
            <p:nvPr/>
          </p:nvSpPr>
          <p:spPr>
            <a:xfrm>
              <a:off x="3522920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지엠테스트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spc="-100" dirty="0"/>
                <a:t>(</a:t>
              </a:r>
              <a:r>
                <a:rPr lang="ko-KR" altLang="en-US" sz="1000" b="1" spc="-100" dirty="0"/>
                <a:t>웨이퍼</a:t>
              </a:r>
              <a:r>
                <a:rPr lang="en-US" altLang="ko-KR" sz="1000" b="1" spc="-100" dirty="0"/>
                <a:t>/</a:t>
              </a:r>
              <a:r>
                <a:rPr lang="ko-KR" altLang="en-US" sz="1000" b="1" spc="-100" dirty="0"/>
                <a:t>패키지 테스트</a:t>
              </a:r>
              <a:r>
                <a:rPr lang="en-US" altLang="ko-KR" sz="1000" b="1" spc="-100" dirty="0"/>
                <a:t>)</a:t>
              </a:r>
              <a:endParaRPr lang="ko-KR" altLang="en-US" sz="1000" b="1" spc="-1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2A16E23-2183-402A-9498-A09921836C24}"/>
                </a:ext>
              </a:extLst>
            </p:cNvPr>
            <p:cNvSpPr/>
            <p:nvPr/>
          </p:nvSpPr>
          <p:spPr>
            <a:xfrm>
              <a:off x="4868337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메가센</a:t>
              </a:r>
              <a:br>
                <a:rPr lang="en-US" altLang="ko-KR" sz="1200" b="1" dirty="0"/>
              </a:br>
              <a:r>
                <a:rPr lang="en-US" altLang="ko-KR" sz="1000" b="1" dirty="0"/>
                <a:t>(</a:t>
              </a:r>
              <a:r>
                <a:rPr lang="ko-KR" altLang="en-US" sz="1000" b="1" dirty="0"/>
                <a:t>디스플레이</a:t>
              </a:r>
              <a:r>
                <a:rPr lang="en-US" altLang="ko-KR" sz="1000" b="1" dirty="0"/>
                <a:t>)</a:t>
              </a:r>
              <a:endParaRPr lang="ko-KR" altLang="en-US" sz="1200" b="1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57BFBC-FE48-44B8-9EED-CC64CCB794B0}"/>
                </a:ext>
              </a:extLst>
            </p:cNvPr>
            <p:cNvSpPr/>
            <p:nvPr/>
          </p:nvSpPr>
          <p:spPr>
            <a:xfrm>
              <a:off x="2177503" y="313557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200" b="1" dirty="0" err="1"/>
                <a:t>Megaelec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spc="-100" dirty="0"/>
                <a:t>베트남 생산기지</a:t>
              </a:r>
              <a:r>
                <a:rPr lang="en-US" altLang="ko-KR" sz="1000" b="1" spc="-100" dirty="0"/>
                <a:t>)</a:t>
              </a:r>
              <a:endParaRPr lang="ko-KR" altLang="en-US" sz="1000" b="1" spc="-1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3045528-5074-41EF-B4B3-AD897AB2E2C1}"/>
                </a:ext>
              </a:extLst>
            </p:cNvPr>
            <p:cNvSpPr/>
            <p:nvPr/>
          </p:nvSpPr>
          <p:spPr>
            <a:xfrm>
              <a:off x="7559170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엘디티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dirty="0"/>
                <a:t>상장</a:t>
              </a:r>
              <a:r>
                <a:rPr lang="en-US" altLang="ko-KR" sz="1000" b="1" dirty="0"/>
                <a:t>, 200</a:t>
              </a:r>
              <a:r>
                <a:rPr lang="ko-KR" altLang="en-US" sz="1000" b="1" dirty="0"/>
                <a:t>억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  <p:cxnSp>
          <p:nvCxnSpPr>
            <p:cNvPr id="6" name="연결선: 꺾임 5">
              <a:extLst>
                <a:ext uri="{FF2B5EF4-FFF2-40B4-BE49-F238E27FC236}">
                  <a16:creationId xmlns:a16="http://schemas.microsoft.com/office/drawing/2014/main" id="{2F652D99-AE7E-4F2B-A18B-D00502D686AD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 rot="5400000">
              <a:off x="2542962" y="1441378"/>
              <a:ext cx="337773" cy="2543007"/>
            </a:xfrm>
            <a:prstGeom prst="bentConnector3">
              <a:avLst>
                <a:gd name="adj1" fmla="val 4761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AA411091-D603-480D-834C-C6AD073C1D88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 rot="16200000" flipH="1">
              <a:off x="5242387" y="1284958"/>
              <a:ext cx="320589" cy="28386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23DF8DA9-6A6E-4842-8234-513C06AAE21F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 rot="16200000" flipH="1">
              <a:off x="3888378" y="2638967"/>
              <a:ext cx="337773" cy="147827"/>
            </a:xfrm>
            <a:prstGeom prst="bentConnector3">
              <a:avLst>
                <a:gd name="adj1" fmla="val 4812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0765C7D5-68FD-4EEC-8528-3D0CF4021EAC}"/>
                </a:ext>
              </a:extLst>
            </p:cNvPr>
            <p:cNvCxnSpPr>
              <a:cxnSpLocks/>
              <a:stCxn id="4" idx="2"/>
              <a:endCxn id="11" idx="0"/>
            </p:cNvCxnSpPr>
            <p:nvPr/>
          </p:nvCxnSpPr>
          <p:spPr>
            <a:xfrm rot="5400000">
              <a:off x="3088765" y="2240991"/>
              <a:ext cx="591583" cy="1197590"/>
            </a:xfrm>
            <a:prstGeom prst="bentConnector3">
              <a:avLst>
                <a:gd name="adj1" fmla="val 2752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E4A3100E-C0DC-47D1-9D40-67074552A130}"/>
                </a:ext>
              </a:extLst>
            </p:cNvPr>
            <p:cNvCxnSpPr>
              <a:cxnSpLocks/>
              <a:stCxn id="4" idx="2"/>
              <a:endCxn id="10" idx="0"/>
            </p:cNvCxnSpPr>
            <p:nvPr/>
          </p:nvCxnSpPr>
          <p:spPr>
            <a:xfrm rot="16200000" flipH="1">
              <a:off x="4561087" y="1966259"/>
              <a:ext cx="337773" cy="1493244"/>
            </a:xfrm>
            <a:prstGeom prst="bentConnector3">
              <a:avLst>
                <a:gd name="adj1" fmla="val 468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5A94E622-B509-4C17-AB2F-2E3462E8F477}"/>
                </a:ext>
              </a:extLst>
            </p:cNvPr>
            <p:cNvCxnSpPr>
              <a:cxnSpLocks/>
              <a:stCxn id="4" idx="2"/>
              <a:endCxn id="12" idx="0"/>
            </p:cNvCxnSpPr>
            <p:nvPr/>
          </p:nvCxnSpPr>
          <p:spPr>
            <a:xfrm rot="16200000" flipH="1">
              <a:off x="5906503" y="620842"/>
              <a:ext cx="337773" cy="4184077"/>
            </a:xfrm>
            <a:prstGeom prst="bentConnector3">
              <a:avLst>
                <a:gd name="adj1" fmla="val 468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3AA9BDC2-743C-4EF2-89F1-D76421FC9604}"/>
                </a:ext>
              </a:extLst>
            </p:cNvPr>
            <p:cNvCxnSpPr>
              <a:cxnSpLocks/>
              <a:stCxn id="7" idx="2"/>
              <a:endCxn id="11" idx="1"/>
            </p:cNvCxnSpPr>
            <p:nvPr/>
          </p:nvCxnSpPr>
          <p:spPr>
            <a:xfrm rot="16200000" flipH="1">
              <a:off x="1772018" y="2910093"/>
              <a:ext cx="73810" cy="73715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4561BD0-9E4E-4FFC-BAAD-7FDD2D53FCAA}"/>
                </a:ext>
              </a:extLst>
            </p:cNvPr>
            <p:cNvSpPr/>
            <p:nvPr/>
          </p:nvSpPr>
          <p:spPr>
            <a:xfrm>
              <a:off x="140129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43.7%</a:t>
              </a:r>
              <a:endParaRPr lang="ko-KR" altLang="en-US" sz="1000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DCAAF93-F812-4244-8001-4F415981FA68}"/>
                </a:ext>
              </a:extLst>
            </p:cNvPr>
            <p:cNvSpPr/>
            <p:nvPr/>
          </p:nvSpPr>
          <p:spPr>
            <a:xfrm>
              <a:off x="544727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65.4%</a:t>
              </a:r>
              <a:endParaRPr lang="ko-KR" altLang="en-US" sz="10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6937112-6BDF-497B-9D62-91BAADFC4772}"/>
                </a:ext>
              </a:extLst>
            </p:cNvPr>
            <p:cNvSpPr/>
            <p:nvPr/>
          </p:nvSpPr>
          <p:spPr>
            <a:xfrm>
              <a:off x="679593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56.9%</a:t>
              </a:r>
              <a:endParaRPr lang="ko-KR" altLang="en-US" sz="1000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AD1B0E4-943E-4ECD-B193-47797AFBE9D3}"/>
                </a:ext>
              </a:extLst>
            </p:cNvPr>
            <p:cNvSpPr/>
            <p:nvPr/>
          </p:nvSpPr>
          <p:spPr>
            <a:xfrm>
              <a:off x="8144599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43.8%</a:t>
              </a:r>
              <a:endParaRPr lang="ko-KR" altLang="en-US" sz="1000" dirty="0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7E0A128-D51F-4DA3-9FD2-4B486029197C}"/>
                </a:ext>
              </a:extLst>
            </p:cNvPr>
            <p:cNvSpPr/>
            <p:nvPr/>
          </p:nvSpPr>
          <p:spPr>
            <a:xfrm>
              <a:off x="409861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82.0%</a:t>
              </a:r>
              <a:endParaRPr lang="ko-KR" altLang="en-US" sz="1000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B6A817E-1023-4221-A0D5-CC8C0FD20413}"/>
                </a:ext>
              </a:extLst>
            </p:cNvPr>
            <p:cNvSpPr/>
            <p:nvPr/>
          </p:nvSpPr>
          <p:spPr>
            <a:xfrm>
              <a:off x="2749957" y="2925840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74.0%</a:t>
              </a:r>
              <a:endParaRPr lang="ko-KR" altLang="en-US" sz="1000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4D3D1B9-AE4A-453E-95DA-8647BBD7F52F}"/>
                </a:ext>
              </a:extLst>
            </p:cNvPr>
            <p:cNvSpPr/>
            <p:nvPr/>
          </p:nvSpPr>
          <p:spPr>
            <a:xfrm>
              <a:off x="1709436" y="3302554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26.0%</a:t>
              </a:r>
              <a:endParaRPr lang="ko-KR" altLang="en-US" sz="1000" dirty="0"/>
            </a:p>
          </p:txBody>
        </p:sp>
      </p:grp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CD6C1D20-E27A-45D1-A8E3-99FD65DA5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835688"/>
              </p:ext>
            </p:extLst>
          </p:nvPr>
        </p:nvGraphicFramePr>
        <p:xfrm>
          <a:off x="955188" y="4029856"/>
          <a:ext cx="8720760" cy="1260000"/>
        </p:xfrm>
        <a:graphic>
          <a:graphicData uri="http://schemas.openxmlformats.org/drawingml/2006/table">
            <a:tbl>
              <a:tblPr/>
              <a:tblGrid>
                <a:gridCol w="2180190">
                  <a:extLst>
                    <a:ext uri="{9D8B030D-6E8A-4147-A177-3AD203B41FA5}">
                      <a16:colId xmlns:a16="http://schemas.microsoft.com/office/drawing/2014/main" val="280371802"/>
                    </a:ext>
                  </a:extLst>
                </a:gridCol>
                <a:gridCol w="2180190">
                  <a:extLst>
                    <a:ext uri="{9D8B030D-6E8A-4147-A177-3AD203B41FA5}">
                      <a16:colId xmlns:a16="http://schemas.microsoft.com/office/drawing/2014/main" val="3731816397"/>
                    </a:ext>
                  </a:extLst>
                </a:gridCol>
                <a:gridCol w="2180190">
                  <a:extLst>
                    <a:ext uri="{9D8B030D-6E8A-4147-A177-3AD203B41FA5}">
                      <a16:colId xmlns:a16="http://schemas.microsoft.com/office/drawing/2014/main" val="2017154369"/>
                    </a:ext>
                  </a:extLst>
                </a:gridCol>
                <a:gridCol w="2180190">
                  <a:extLst>
                    <a:ext uri="{9D8B030D-6E8A-4147-A177-3AD203B41FA5}">
                      <a16:colId xmlns:a16="http://schemas.microsoft.com/office/drawing/2014/main" val="40324266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Probe Card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 Board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Socket Board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STO(Space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Transformaer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Organic)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8768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웨이퍼 테스트 공정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테스트 공정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테스트 공정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 Board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결합해서 한번에 다수 제품 테스트 가능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CPU,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GPU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 초고속 반도체 검사용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Probe Card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Interface Board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필요한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초미세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Pitch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37238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330A4666-4840-4FF8-9B16-21B635555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87" r="10724"/>
          <a:stretch/>
        </p:blipFill>
        <p:spPr>
          <a:xfrm>
            <a:off x="1269478" y="4509026"/>
            <a:ext cx="1497891" cy="75477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748EC4-9325-470B-B0A2-BE19F93E0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681" y="4490857"/>
            <a:ext cx="1435474" cy="77294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AABD0EA-512F-430D-B0CB-7923C3204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887" y="4733393"/>
            <a:ext cx="1768041" cy="53041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86B2FDC-6345-4061-8DF3-55B21BE70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326" y="4701854"/>
            <a:ext cx="891371" cy="56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1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2D908960-E441-405A-AD10-C29082253F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564566"/>
              </p:ext>
            </p:extLst>
          </p:nvPr>
        </p:nvGraphicFramePr>
        <p:xfrm>
          <a:off x="488950" y="2227239"/>
          <a:ext cx="9187545" cy="4403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/>
          <a:lstStyle/>
          <a:p>
            <a:r>
              <a:rPr lang="ko-KR" altLang="en-US"/>
              <a:t>주가 추이</a:t>
            </a:r>
            <a:endParaRPr lang="ko-KR" altLang="en-US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30050" y="954111"/>
            <a:ext cx="9414910" cy="110389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400" dirty="0">
                <a:latin typeface="+mn-ea"/>
              </a:rPr>
              <a:t>AI·</a:t>
            </a:r>
            <a:r>
              <a:rPr lang="ko-KR" altLang="en-US" sz="1400" dirty="0">
                <a:latin typeface="+mn-ea"/>
              </a:rPr>
              <a:t>메모리 반도체 사이클과 </a:t>
            </a:r>
            <a:r>
              <a:rPr lang="ko-KR" altLang="en-US" sz="1400" dirty="0" err="1">
                <a:latin typeface="+mn-ea"/>
              </a:rPr>
              <a:t>고사양</a:t>
            </a:r>
            <a:r>
              <a:rPr lang="ko-KR" altLang="en-US" sz="1400" dirty="0">
                <a:latin typeface="+mn-ea"/>
              </a:rPr>
              <a:t> 테스트 </a:t>
            </a:r>
            <a:r>
              <a:rPr lang="en-US" altLang="ko-KR" sz="1400" dirty="0">
                <a:latin typeface="+mn-ea"/>
              </a:rPr>
              <a:t>PCB </a:t>
            </a:r>
            <a:r>
              <a:rPr lang="ko-KR" altLang="en-US" sz="1400" dirty="0">
                <a:latin typeface="+mn-ea"/>
              </a:rPr>
              <a:t>수주 모멘텀에 높은 민감도를 보이며 동반 등락</a:t>
            </a:r>
            <a:endParaRPr lang="en-US" altLang="ko-KR" sz="14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‘24.1H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고사양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PCB </a:t>
            </a:r>
            <a:r>
              <a:rPr lang="ko-KR" altLang="en-US" sz="1200" dirty="0">
                <a:latin typeface="+mn-ea"/>
              </a:rPr>
              <a:t>양산 및 </a:t>
            </a:r>
            <a:r>
              <a:rPr lang="en-US" altLang="ko-KR" sz="1200" dirty="0">
                <a:latin typeface="+mn-ea"/>
              </a:rPr>
              <a:t>AI </a:t>
            </a:r>
            <a:r>
              <a:rPr lang="ko-KR" altLang="en-US" sz="1200" dirty="0">
                <a:latin typeface="+mn-ea"/>
              </a:rPr>
              <a:t>반도체 수혜 기대감으로 역대 최고가를 경신했으나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이후 반도체 섹터 피크아웃 우려에 따른 차익 실현 매물 출회로 고점 대비 </a:t>
            </a:r>
            <a:r>
              <a:rPr lang="en-US" altLang="ko-KR" sz="1200" dirty="0">
                <a:latin typeface="+mn-ea"/>
              </a:rPr>
              <a:t>70% </a:t>
            </a:r>
            <a:r>
              <a:rPr lang="ko-KR" altLang="en-US" sz="1200" dirty="0">
                <a:latin typeface="+mn-ea"/>
              </a:rPr>
              <a:t>이상 깊은 가격 조정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altLang="ko-KR" sz="1200" dirty="0">
                <a:latin typeface="+mn-ea"/>
              </a:rPr>
              <a:t>’25</a:t>
            </a:r>
            <a:r>
              <a:rPr lang="ko-KR" altLang="en-US" sz="1200" dirty="0">
                <a:latin typeface="+mn-ea"/>
              </a:rPr>
              <a:t>년 하반기부터 메모리 업황 회복에 따른 테스트 </a:t>
            </a:r>
            <a:r>
              <a:rPr lang="en-US" altLang="ko-KR" sz="1200" dirty="0">
                <a:latin typeface="+mn-ea"/>
              </a:rPr>
              <a:t>PCB </a:t>
            </a:r>
            <a:r>
              <a:rPr lang="ko-KR" altLang="en-US" sz="1200" dirty="0">
                <a:latin typeface="+mn-ea"/>
              </a:rPr>
              <a:t>수주 폭발</a:t>
            </a:r>
            <a:r>
              <a:rPr lang="en-US" altLang="ko-KR" sz="1200" dirty="0">
                <a:latin typeface="+mn-ea"/>
              </a:rPr>
              <a:t>(CAPA </a:t>
            </a:r>
            <a:r>
              <a:rPr lang="ko-KR" altLang="en-US" sz="1200" dirty="0">
                <a:latin typeface="+mn-ea"/>
              </a:rPr>
              <a:t>부족 국면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모멘텀이 본격화되며 </a:t>
            </a:r>
            <a:r>
              <a:rPr lang="en-US" altLang="ko-KR" sz="1200" dirty="0">
                <a:latin typeface="+mn-ea"/>
              </a:rPr>
              <a:t>V</a:t>
            </a:r>
            <a:r>
              <a:rPr lang="ko-KR" altLang="en-US" sz="1200" dirty="0">
                <a:latin typeface="+mn-ea"/>
              </a:rPr>
              <a:t>자 반등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07554-2B7A-4087-89F8-49D28921B2AE}"/>
              </a:ext>
            </a:extLst>
          </p:cNvPr>
          <p:cNvSpPr txBox="1"/>
          <p:nvPr/>
        </p:nvSpPr>
        <p:spPr>
          <a:xfrm>
            <a:off x="727863" y="2469844"/>
            <a:ext cx="20157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원</a:t>
            </a:r>
            <a:r>
              <a:rPr lang="en-US" altLang="ko-KR" sz="900" dirty="0">
                <a:latin typeface="+mn-ea"/>
              </a:rPr>
              <a:t>)</a:t>
            </a:r>
            <a:endParaRPr lang="ko-KR" altLang="en-US" sz="900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3B76A4-E60F-47AF-B96F-CDF07D62164A}"/>
              </a:ext>
            </a:extLst>
          </p:cNvPr>
          <p:cNvSpPr txBox="1"/>
          <p:nvPr/>
        </p:nvSpPr>
        <p:spPr>
          <a:xfrm>
            <a:off x="9323424" y="2469845"/>
            <a:ext cx="353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억원</a:t>
            </a:r>
            <a:r>
              <a:rPr lang="en-US" altLang="ko-KR" sz="900" dirty="0">
                <a:latin typeface="+mn-ea"/>
              </a:rPr>
              <a:t>)</a:t>
            </a:r>
            <a:endParaRPr lang="ko-KR" altLang="en-US" sz="9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FA86B6-2454-4919-807A-D4D53D455FE7}"/>
              </a:ext>
            </a:extLst>
          </p:cNvPr>
          <p:cNvSpPr txBox="1"/>
          <p:nvPr/>
        </p:nvSpPr>
        <p:spPr>
          <a:xfrm>
            <a:off x="2240163" y="3953610"/>
            <a:ext cx="1060153" cy="60849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삼성전기</a:t>
            </a:r>
            <a:r>
              <a:rPr lang="en-US" altLang="ko-KR" sz="1000" b="1" dirty="0">
                <a:latin typeface="+mn-ea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패키지기판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조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투자 소식에 급등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699178A8-4B88-4436-8009-2AB8A34B8A17}"/>
              </a:ext>
            </a:extLst>
          </p:cNvPr>
          <p:cNvSpPr/>
          <p:nvPr/>
        </p:nvSpPr>
        <p:spPr>
          <a:xfrm rot="10800000">
            <a:off x="2336147" y="4562101"/>
            <a:ext cx="160129" cy="326585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1EFF5844-01C1-467D-8C69-81F47B7C12C6}"/>
              </a:ext>
            </a:extLst>
          </p:cNvPr>
          <p:cNvSpPr/>
          <p:nvPr/>
        </p:nvSpPr>
        <p:spPr>
          <a:xfrm rot="19881360">
            <a:off x="6952064" y="3773063"/>
            <a:ext cx="131286" cy="980886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BE0D1-860A-4277-AC9E-176818404F68}"/>
              </a:ext>
            </a:extLst>
          </p:cNvPr>
          <p:cNvSpPr txBox="1"/>
          <p:nvPr/>
        </p:nvSpPr>
        <p:spPr>
          <a:xfrm>
            <a:off x="4130921" y="4883449"/>
            <a:ext cx="1236483" cy="42382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HBM </a:t>
            </a:r>
            <a:r>
              <a:rPr lang="ko-KR" altLang="en-US" sz="1000" b="1" dirty="0">
                <a:latin typeface="+mn-ea"/>
              </a:rPr>
              <a:t>및 </a:t>
            </a:r>
            <a:r>
              <a:rPr lang="ko-KR" altLang="en-US" sz="1000" b="1" dirty="0" err="1">
                <a:latin typeface="+mn-ea"/>
              </a:rPr>
              <a:t>첨단패키징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수혜 기대감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C19E81A4-FD82-48DE-B91D-52A16022F142}"/>
              </a:ext>
            </a:extLst>
          </p:cNvPr>
          <p:cNvSpPr/>
          <p:nvPr/>
        </p:nvSpPr>
        <p:spPr>
          <a:xfrm rot="10800000">
            <a:off x="4550820" y="4572065"/>
            <a:ext cx="160129" cy="326585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27BD1B-4DBE-4173-8926-305DE50EA4F5}"/>
              </a:ext>
            </a:extLst>
          </p:cNvPr>
          <p:cNvSpPr txBox="1"/>
          <p:nvPr/>
        </p:nvSpPr>
        <p:spPr>
          <a:xfrm>
            <a:off x="5782029" y="2441661"/>
            <a:ext cx="1347091" cy="42382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 err="1">
                <a:latin typeface="+mn-ea"/>
              </a:rPr>
              <a:t>고사양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PCB </a:t>
            </a:r>
            <a:r>
              <a:rPr lang="ko-KR" altLang="en-US" sz="1000" b="1" dirty="0">
                <a:latin typeface="+mn-ea"/>
              </a:rPr>
              <a:t>양산 부각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및 </a:t>
            </a:r>
            <a:r>
              <a:rPr lang="ko-KR" altLang="en-US" sz="1000" b="1" dirty="0" err="1">
                <a:latin typeface="+mn-ea"/>
              </a:rPr>
              <a:t>낸드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ko-KR" altLang="en-US" sz="1000" b="1" dirty="0" err="1">
                <a:latin typeface="+mn-ea"/>
              </a:rPr>
              <a:t>턴어라운드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CCFDDA11-8EB4-4D9C-919F-B7A154763F97}"/>
              </a:ext>
            </a:extLst>
          </p:cNvPr>
          <p:cNvSpPr/>
          <p:nvPr/>
        </p:nvSpPr>
        <p:spPr>
          <a:xfrm rot="10800000">
            <a:off x="6062431" y="2800379"/>
            <a:ext cx="135506" cy="309528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B9543F-5124-4690-851B-8C9518467F31}"/>
              </a:ext>
            </a:extLst>
          </p:cNvPr>
          <p:cNvSpPr txBox="1"/>
          <p:nvPr/>
        </p:nvSpPr>
        <p:spPr>
          <a:xfrm>
            <a:off x="6563581" y="3222368"/>
            <a:ext cx="887029" cy="60849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반도체 섹터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피크아웃 우려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및 차익실현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D4A3DA-8590-414F-B672-2B338929CE42}"/>
              </a:ext>
            </a:extLst>
          </p:cNvPr>
          <p:cNvSpPr txBox="1"/>
          <p:nvPr/>
        </p:nvSpPr>
        <p:spPr>
          <a:xfrm>
            <a:off x="8128954" y="2495938"/>
            <a:ext cx="1188393" cy="60849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반도체 상승 사이클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메모리 테스트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PCB </a:t>
            </a:r>
            <a:r>
              <a:rPr lang="ko-KR" altLang="en-US" sz="1000" b="1" dirty="0">
                <a:latin typeface="+mn-ea"/>
              </a:rPr>
              <a:t>수주 폭발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AA779E6B-7D8F-4EF1-BAAB-0BB0A92AE510}"/>
              </a:ext>
            </a:extLst>
          </p:cNvPr>
          <p:cNvSpPr/>
          <p:nvPr/>
        </p:nvSpPr>
        <p:spPr>
          <a:xfrm rot="12067586">
            <a:off x="8253707" y="3122886"/>
            <a:ext cx="123693" cy="1676797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A86A28-1BB9-4A73-BDF8-7DD70B95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118492"/>
              </p:ext>
            </p:extLst>
          </p:nvPr>
        </p:nvGraphicFramePr>
        <p:xfrm>
          <a:off x="1061691" y="2292530"/>
          <a:ext cx="4428000" cy="1155096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158550249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18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91710800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995268445"/>
                    </a:ext>
                  </a:extLst>
                </a:gridCol>
              </a:tblGrid>
              <a:tr h="14679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시총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P/E</a:t>
                      </a:r>
                    </a:p>
                    <a:p>
                      <a:pPr algn="ctr" rtl="0" fontAlgn="ctr"/>
                      <a:r>
                        <a:rPr lang="en-US" sz="900" b="1" i="0" u="none" strike="noStrike" kern="1200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(Fwd.12M)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사업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064912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타이거일렉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2,523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후공정용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초고다층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088074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심텍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29,239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패키지 기판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(Substrate)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68741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대덕전자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45,958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패키지 기판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(FC-BGA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다층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29292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kern="1200" spc="-100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코리아써키트</a:t>
                      </a:r>
                      <a:endParaRPr lang="ko-KR" altLang="en-US" sz="900" b="0" i="0" u="none" strike="noStrike" kern="1200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21,728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패키지 기판 및 통신기기용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421471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티에스이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17,311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검사용 장비 및 부품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보드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spc="-100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프로브카드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8768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008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2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E637-E26F-7F72-C58F-136A06E1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A31F-76A6-6BAF-0F3C-D60000BA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상환가능성 분석</a:t>
            </a:r>
            <a:endParaRPr lang="ko-KR" altLang="en-US" b="0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1EF5F9B6-9197-42D1-BB57-3D46177E1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050" y="954110"/>
            <a:ext cx="9675950" cy="470860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ko-KR" altLang="en-US" sz="1400" dirty="0">
                <a:latin typeface="+mn-ea"/>
              </a:rPr>
              <a:t>외형 성장과 </a:t>
            </a:r>
            <a:r>
              <a:rPr lang="ko-KR" altLang="en-US" sz="1400" dirty="0" err="1">
                <a:latin typeface="+mn-ea"/>
              </a:rPr>
              <a:t>수율</a:t>
            </a:r>
            <a:r>
              <a:rPr lang="ko-KR" altLang="en-US" sz="1400" dirty="0">
                <a:latin typeface="+mn-ea"/>
              </a:rPr>
              <a:t> 개선의 시너지</a:t>
            </a:r>
            <a:r>
              <a:rPr lang="en-US" altLang="ko-KR" sz="1400" dirty="0">
                <a:latin typeface="+mn-ea"/>
              </a:rPr>
              <a:t>: '25</a:t>
            </a:r>
            <a:r>
              <a:rPr lang="ko-KR" altLang="en-US" sz="1400" dirty="0">
                <a:latin typeface="+mn-ea"/>
              </a:rPr>
              <a:t>년 흑자 전환으로 장기 실적 </a:t>
            </a:r>
            <a:r>
              <a:rPr lang="ko-KR" altLang="en-US" sz="1400" dirty="0" err="1">
                <a:latin typeface="+mn-ea"/>
              </a:rPr>
              <a:t>턴어라운드</a:t>
            </a:r>
            <a:r>
              <a:rPr lang="ko-KR" altLang="en-US" sz="1400" dirty="0">
                <a:latin typeface="+mn-ea"/>
              </a:rPr>
              <a:t> 본격화</a:t>
            </a:r>
            <a:endParaRPr lang="en-US" altLang="ko-KR" sz="140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'22</a:t>
            </a:r>
            <a:r>
              <a:rPr lang="ko-KR" altLang="en-US" sz="1200" b="0" dirty="0">
                <a:latin typeface="+mn-ea"/>
              </a:rPr>
              <a:t>년 하반기부터 반도체 업계 불황으로 ’</a:t>
            </a:r>
            <a:r>
              <a:rPr lang="en-US" altLang="ko-KR" sz="1200" b="0" dirty="0">
                <a:latin typeface="+mn-ea"/>
              </a:rPr>
              <a:t>23</a:t>
            </a:r>
            <a:r>
              <a:rPr lang="ko-KR" altLang="en-US" sz="1200" b="0" dirty="0">
                <a:latin typeface="+mn-ea"/>
              </a:rPr>
              <a:t>년 매출이 전년 비 </a:t>
            </a:r>
            <a:r>
              <a:rPr lang="en-US" altLang="ko-KR" sz="1200" b="0" dirty="0">
                <a:latin typeface="+mn-ea"/>
              </a:rPr>
              <a:t>16% </a:t>
            </a:r>
            <a:r>
              <a:rPr lang="ko-KR" altLang="en-US" sz="1200" b="0" dirty="0">
                <a:latin typeface="+mn-ea"/>
              </a:rPr>
              <a:t>하락하였으나 ’</a:t>
            </a:r>
            <a:r>
              <a:rPr lang="en-US" altLang="ko-KR" sz="1200" b="0" dirty="0">
                <a:latin typeface="+mn-ea"/>
              </a:rPr>
              <a:t>24</a:t>
            </a:r>
            <a:r>
              <a:rPr lang="ko-KR" altLang="en-US" sz="1200" b="0" dirty="0">
                <a:latin typeface="+mn-ea"/>
              </a:rPr>
              <a:t>년부터 </a:t>
            </a:r>
            <a:r>
              <a:rPr lang="en-US" altLang="ko-KR" sz="1200" b="0" dirty="0">
                <a:latin typeface="+mn-ea"/>
              </a:rPr>
              <a:t>2</a:t>
            </a:r>
            <a:r>
              <a:rPr lang="ko-KR" altLang="en-US" sz="1200" b="0" dirty="0">
                <a:latin typeface="+mn-ea"/>
              </a:rPr>
              <a:t>년간 </a:t>
            </a:r>
            <a:r>
              <a:rPr lang="en-US" altLang="ko-KR" sz="1200" b="0" dirty="0">
                <a:latin typeface="+mn-ea"/>
              </a:rPr>
              <a:t>30% </a:t>
            </a:r>
            <a:r>
              <a:rPr lang="ko-KR" altLang="en-US" sz="1200" b="0" dirty="0">
                <a:latin typeface="+mn-ea"/>
              </a:rPr>
              <a:t>내외 매출 성장 지속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’23</a:t>
            </a:r>
            <a:r>
              <a:rPr lang="ko-KR" altLang="en-US" sz="1200" b="0" dirty="0">
                <a:latin typeface="+mn-ea"/>
              </a:rPr>
              <a:t>년 매출 감소로 적자전환</a:t>
            </a:r>
            <a:r>
              <a:rPr lang="en-US" altLang="ko-KR" sz="1200" b="0" dirty="0">
                <a:latin typeface="+mn-ea"/>
              </a:rPr>
              <a:t>, ’24</a:t>
            </a:r>
            <a:r>
              <a:rPr lang="ko-KR" altLang="en-US" sz="1200" b="0" dirty="0">
                <a:latin typeface="+mn-ea"/>
              </a:rPr>
              <a:t>년은 </a:t>
            </a:r>
            <a:r>
              <a:rPr lang="ko-KR" altLang="en-US" sz="1200" b="0" dirty="0" err="1">
                <a:latin typeface="+mn-ea"/>
              </a:rPr>
              <a:t>수율</a:t>
            </a:r>
            <a:r>
              <a:rPr lang="ko-KR" altLang="en-US" sz="1200" b="0" dirty="0">
                <a:latin typeface="+mn-ea"/>
              </a:rPr>
              <a:t> 불안정으로 인한 적자지속 상태였으나 </a:t>
            </a:r>
            <a:r>
              <a:rPr lang="en-US" altLang="ko-KR" sz="1200" b="0" dirty="0">
                <a:latin typeface="+mn-ea"/>
              </a:rPr>
              <a:t>‘25</a:t>
            </a:r>
            <a:r>
              <a:rPr lang="ko-KR" altLang="en-US" sz="1200" b="0" dirty="0">
                <a:latin typeface="+mn-ea"/>
              </a:rPr>
              <a:t>년 </a:t>
            </a:r>
            <a:r>
              <a:rPr lang="ko-KR" altLang="en-US" sz="1200" b="0" dirty="0" err="1">
                <a:latin typeface="+mn-ea"/>
              </a:rPr>
              <a:t>수율</a:t>
            </a:r>
            <a:r>
              <a:rPr lang="ko-KR" altLang="en-US" sz="1200" b="0" dirty="0">
                <a:latin typeface="+mn-ea"/>
              </a:rPr>
              <a:t> 개선</a:t>
            </a:r>
            <a:r>
              <a:rPr lang="en-US" altLang="ko-KR" sz="1200" b="0" dirty="0">
                <a:latin typeface="+mn-ea"/>
              </a:rPr>
              <a:t>, </a:t>
            </a:r>
            <a:r>
              <a:rPr lang="ko-KR" altLang="en-US" sz="1200" b="0" dirty="0">
                <a:latin typeface="+mn-ea"/>
              </a:rPr>
              <a:t>규모의경제 효과 등으로 흑자 전환</a:t>
            </a:r>
            <a:endParaRPr lang="en-US" altLang="ko-KR" sz="1200" b="0" dirty="0">
              <a:latin typeface="+mn-e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400" dirty="0">
                <a:latin typeface="+mn-ea"/>
              </a:rPr>
              <a:t>재무건전성 우수 및 탄탄한 자체 현금흐름으로 </a:t>
            </a:r>
            <a:r>
              <a:rPr lang="en-US" altLang="ko-KR" sz="1400" dirty="0" err="1">
                <a:latin typeface="+mn-ea"/>
              </a:rPr>
              <a:t>CapEx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및 상환 대응 여력 충분</a:t>
            </a:r>
            <a:endParaRPr lang="en-US" altLang="ko-KR" sz="1400" dirty="0">
              <a:latin typeface="+mn-ea"/>
            </a:endParaRPr>
          </a:p>
          <a:p>
            <a:pPr marL="358775" indent="-358775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</a:t>
            </a:r>
            <a:r>
              <a:rPr lang="en-US" altLang="ko-KR" sz="1200" b="0" spc="-30" dirty="0">
                <a:latin typeface="+mn-ea"/>
              </a:rPr>
              <a:t>’25</a:t>
            </a:r>
            <a:r>
              <a:rPr lang="ko-KR" altLang="en-US" sz="1200" b="0" spc="-30" dirty="0">
                <a:latin typeface="+mn-ea"/>
              </a:rPr>
              <a:t>년 말 기준 부채비율 </a:t>
            </a:r>
            <a:r>
              <a:rPr lang="en-US" altLang="ko-KR" sz="1200" b="0" spc="-30" dirty="0">
                <a:latin typeface="+mn-ea"/>
              </a:rPr>
              <a:t>54.9%, 1</a:t>
            </a:r>
            <a:r>
              <a:rPr lang="ko-KR" altLang="en-US" sz="1200" b="0" spc="-30" dirty="0">
                <a:latin typeface="+mn-ea"/>
              </a:rPr>
              <a:t>년치 </a:t>
            </a:r>
            <a:r>
              <a:rPr lang="en-US" altLang="ko-KR" sz="1200" b="0" spc="-30" dirty="0">
                <a:latin typeface="+mn-ea"/>
              </a:rPr>
              <a:t>EBITDA</a:t>
            </a:r>
            <a:r>
              <a:rPr lang="ko-KR" altLang="en-US" sz="1200" b="0" spc="-30" dirty="0">
                <a:latin typeface="+mn-ea"/>
              </a:rPr>
              <a:t>보다 적은 규모의 순차입금 </a:t>
            </a:r>
            <a:r>
              <a:rPr lang="en-US" altLang="ko-KR" sz="1200" b="0" spc="-30" dirty="0">
                <a:latin typeface="+mn-ea"/>
              </a:rPr>
              <a:t>96</a:t>
            </a:r>
            <a:r>
              <a:rPr lang="ko-KR" altLang="en-US" sz="1200" b="0" spc="-30" dirty="0">
                <a:latin typeface="+mn-ea"/>
              </a:rPr>
              <a:t>억원 규모 등을 감안할 때 </a:t>
            </a:r>
            <a:r>
              <a:rPr lang="en-US" altLang="ko-KR" sz="1200" b="0" spc="-30" dirty="0" err="1">
                <a:latin typeface="+mn-ea"/>
              </a:rPr>
              <a:t>CapEx</a:t>
            </a:r>
            <a:r>
              <a:rPr lang="en-US" altLang="ko-KR" sz="1200" b="0" spc="-30" dirty="0">
                <a:latin typeface="+mn-ea"/>
              </a:rPr>
              <a:t> </a:t>
            </a:r>
            <a:r>
              <a:rPr lang="ko-KR" altLang="en-US" sz="1200" b="0" spc="-30" dirty="0">
                <a:latin typeface="+mn-ea"/>
              </a:rPr>
              <a:t>소요에도 창출 예정 영업활동 현금흐름으로 본건 상환에 대응 가능할 것으로 추정되며 모회사인 </a:t>
            </a:r>
            <a:r>
              <a:rPr lang="ko-KR" altLang="en-US" sz="1200" b="0" spc="-30" dirty="0" err="1">
                <a:latin typeface="+mn-ea"/>
              </a:rPr>
              <a:t>티에스이의</a:t>
            </a:r>
            <a:r>
              <a:rPr lang="ko-KR" altLang="en-US" sz="1200" b="0" spc="-30" dirty="0">
                <a:latin typeface="+mn-ea"/>
              </a:rPr>
              <a:t> 유사시 지원가능성도 인정</a:t>
            </a:r>
            <a:endParaRPr lang="en-US" altLang="ko-KR" sz="1200" b="0" spc="-3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’25</a:t>
            </a:r>
            <a:r>
              <a:rPr lang="ko-KR" altLang="en-US" sz="1200" b="0" dirty="0">
                <a:latin typeface="+mn-ea"/>
              </a:rPr>
              <a:t>년 말 증가한 매출채권과 재고자산이 </a:t>
            </a:r>
            <a:r>
              <a:rPr lang="en-US" altLang="ko-KR" sz="1200" b="0" dirty="0">
                <a:latin typeface="+mn-ea"/>
              </a:rPr>
              <a:t>‘26</a:t>
            </a:r>
            <a:r>
              <a:rPr lang="ko-KR" altLang="en-US" sz="1200" b="0" dirty="0">
                <a:latin typeface="+mn-ea"/>
              </a:rPr>
              <a:t>년의 매출액 증가로 이어질 것으로 보임에 따라</a:t>
            </a:r>
            <a:r>
              <a:rPr lang="en-US" altLang="ko-KR" sz="1200" b="0" dirty="0">
                <a:latin typeface="+mn-ea"/>
              </a:rPr>
              <a:t>,</a:t>
            </a:r>
            <a:r>
              <a:rPr lang="ko-KR" altLang="en-US" sz="1200" b="0" dirty="0">
                <a:latin typeface="+mn-ea"/>
              </a:rPr>
              <a:t> 회사의 실적 레벨업이 기대되는 구간</a:t>
            </a:r>
            <a:endParaRPr lang="en-US" altLang="ko-KR" sz="1200" b="0" dirty="0"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83690C3-82CB-4E89-96E7-775E4F51E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29693"/>
              </p:ext>
            </p:extLst>
          </p:nvPr>
        </p:nvGraphicFramePr>
        <p:xfrm>
          <a:off x="488948" y="2613359"/>
          <a:ext cx="4536000" cy="4161325"/>
        </p:xfrm>
        <a:graphic>
          <a:graphicData uri="http://schemas.openxmlformats.org/drawingml/2006/table">
            <a:tbl>
              <a:tblPr/>
              <a:tblGrid>
                <a:gridCol w="1751332">
                  <a:extLst>
                    <a:ext uri="{9D8B030D-6E8A-4147-A177-3AD203B41FA5}">
                      <a16:colId xmlns:a16="http://schemas.microsoft.com/office/drawing/2014/main" val="3179717191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2450063871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3164721326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146493623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764768037"/>
                    </a:ext>
                  </a:extLst>
                </a:gridCol>
              </a:tblGrid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재무상태표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76037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345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809466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현금및금융상품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4662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매출채권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53852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00416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48537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비유동기타금융자산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934280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유형자산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투자부동산 포함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0656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0649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94961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매입채무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90334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단기차입금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628034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7943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9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장기차입금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9098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기타비유동부채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196630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03077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0986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기타자본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7851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이익잉여금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283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7149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79740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순차입금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순현금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57892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31.1%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34.7%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45.6%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54.9%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04603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차입금의존도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13.8%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14.1%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16.9%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19.7%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45244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A4DBA57-FA83-4697-AB39-F55671FC8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06008"/>
              </p:ext>
            </p:extLst>
          </p:nvPr>
        </p:nvGraphicFramePr>
        <p:xfrm>
          <a:off x="5114297" y="2613358"/>
          <a:ext cx="4535997" cy="2044800"/>
        </p:xfrm>
        <a:graphic>
          <a:graphicData uri="http://schemas.openxmlformats.org/drawingml/2006/table">
            <a:tbl>
              <a:tblPr/>
              <a:tblGrid>
                <a:gridCol w="1788521">
                  <a:extLst>
                    <a:ext uri="{9D8B030D-6E8A-4147-A177-3AD203B41FA5}">
                      <a16:colId xmlns:a16="http://schemas.microsoft.com/office/drawing/2014/main" val="1448141816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1728478744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261068201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1192707703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3965476523"/>
                    </a:ext>
                  </a:extLst>
                </a:gridCol>
              </a:tblGrid>
              <a:tr h="154524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손익계산서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82056"/>
                  </a:ext>
                </a:extLst>
              </a:tr>
              <a:tr h="159207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618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91340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매출액증감률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30.5%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17352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매출총이익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863101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매출총이익률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39669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-19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138709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-3.1%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8.9%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061742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영업외손익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13362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1266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6.5%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42983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246158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87239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368D680-5577-4FFF-AA57-C2AB0B92E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50606"/>
              </p:ext>
            </p:extLst>
          </p:nvPr>
        </p:nvGraphicFramePr>
        <p:xfrm>
          <a:off x="5114297" y="4729886"/>
          <a:ext cx="4535999" cy="2044800"/>
        </p:xfrm>
        <a:graphic>
          <a:graphicData uri="http://schemas.openxmlformats.org/drawingml/2006/table">
            <a:tbl>
              <a:tblPr/>
              <a:tblGrid>
                <a:gridCol w="1784343">
                  <a:extLst>
                    <a:ext uri="{9D8B030D-6E8A-4147-A177-3AD203B41FA5}">
                      <a16:colId xmlns:a16="http://schemas.microsoft.com/office/drawing/2014/main" val="2636962651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3837615523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835165628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3505103772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1510568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현금흐름표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3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7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상각비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WC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변동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-136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22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순이자지급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62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법인세지급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991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690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CapEx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43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159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701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현금순증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7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기말현금및현금성자산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00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1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242852"/>
      </a:dk2>
      <a:lt2>
        <a:srgbClr val="596984"/>
      </a:lt2>
      <a:accent1>
        <a:srgbClr val="074196"/>
      </a:accent1>
      <a:accent2>
        <a:srgbClr val="C00000"/>
      </a:accent2>
      <a:accent3>
        <a:srgbClr val="90A2CF"/>
      </a:accent3>
      <a:accent4>
        <a:srgbClr val="7F8FA9"/>
      </a:accent4>
      <a:accent5>
        <a:srgbClr val="1C6FEE"/>
      </a:accent5>
      <a:accent6>
        <a:srgbClr val="7EB2E6"/>
      </a:accent6>
      <a:hlink>
        <a:srgbClr val="072B62"/>
      </a:hlink>
      <a:folHlink>
        <a:srgbClr val="021127"/>
      </a:folHlink>
    </a:clrScheme>
    <a:fontScheme name="사용자 지정 5">
      <a:majorFont>
        <a:latin typeface="Times New Roman"/>
        <a:ea typeface="HY견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33467</TotalTime>
  <Words>1267</Words>
  <Application>Microsoft Office PowerPoint</Application>
  <PresentationFormat>A4 용지(210x297mm)</PresentationFormat>
  <Paragraphs>450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HY견고딕</vt:lpstr>
      <vt:lpstr>맑은 고딕</vt:lpstr>
      <vt:lpstr>Arial</vt:lpstr>
      <vt:lpstr>Calibri</vt:lpstr>
      <vt:lpstr>Times New Roman</vt:lpstr>
      <vt:lpstr>Wingdings</vt:lpstr>
      <vt:lpstr>Office 테마</vt:lpstr>
      <vt:lpstr>PowerPoint 프레젠테이션</vt:lpstr>
      <vt:lpstr>발행 조건 (총 투자금액 {{invest_amount}}억원, 투자재원 추가하기)</vt:lpstr>
      <vt:lpstr>투자 포인트</vt:lpstr>
      <vt:lpstr>주가 추이</vt:lpstr>
      <vt:lpstr>상환가능성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 Summary_타이거일렉CB_20260427</dc:title>
  <dc:creator>hw.park@timefolio.co.kr</dc:creator>
  <cp:lastModifiedBy>ASUS</cp:lastModifiedBy>
  <cp:revision>3167</cp:revision>
  <cp:lastPrinted>2020-12-13T08:06:33Z</cp:lastPrinted>
  <dcterms:created xsi:type="dcterms:W3CDTF">2019-04-15T23:24:57Z</dcterms:created>
  <dcterms:modified xsi:type="dcterms:W3CDTF">2026-05-19T00:29:10Z</dcterms:modified>
</cp:coreProperties>
</file>